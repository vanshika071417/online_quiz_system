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handoutMasterIdLst>
    <p:handoutMasterId r:id="rId20"/>
  </p:handoutMasterIdLst>
  <p:sldIdLst>
    <p:sldId id="292" r:id="rId2"/>
    <p:sldId id="301" r:id="rId3"/>
    <p:sldId id="302" r:id="rId4"/>
    <p:sldId id="276" r:id="rId5"/>
    <p:sldId id="304" r:id="rId6"/>
    <p:sldId id="303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28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6768"/>
    <a:srgbClr val="D091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9EBF5"/>
          </a:solidFill>
        </a:fill>
      </a:tcStyle>
    </a:wholeTbl>
    <a:band1H>
      <a:tcStyle>
        <a:tcBdr/>
        <a:fill>
          <a:solidFill>
            <a:srgbClr val="CFD5EA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5EA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4472C4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  <a:tblStyle styleId="{21E4AEA4-8DFA-4A89-87EB-49C32662AFE0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CECE8"/>
          </a:solidFill>
        </a:fill>
      </a:tcStyle>
    </a:wholeTbl>
    <a:band1H>
      <a:tcStyle>
        <a:tcBdr/>
        <a:fill>
          <a:solidFill>
            <a:srgbClr val="F8D7C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F8D7CD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ED7D31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D7D31"/>
          </a:solidFill>
        </a:fill>
      </a:tcStyle>
    </a:firstRow>
  </a:tblStyle>
  <a:tblStyle styleId="{9DCAF9ED-07DC-4A11-8D7F-57B35C25682E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FCECE8"/>
          </a:solidFill>
        </a:fill>
      </a:tcStyle>
    </a:band1H>
    <a:band1V>
      <a:tcStyle>
        <a:tcBdr/>
        <a:fill>
          <a:solidFill>
            <a:srgbClr val="FCECE8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firstRow>
  </a:tblStyle>
  <a:tblStyle styleId="{8A107856-5554-42FB-B03E-39F5DBC370B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CECE8"/>
          </a:solidFill>
        </a:fill>
      </a:tcStyle>
    </a:wholeTbl>
    <a:band1H>
      <a:tcStyle>
        <a:tcBdr/>
        <a:fill>
          <a:solidFill>
            <a:srgbClr val="F8D7CD"/>
          </a:solidFill>
        </a:fill>
      </a:tcStyle>
    </a:band1H>
    <a:band1V>
      <a:tcStyle>
        <a:tcBdr/>
        <a:fill>
          <a:solidFill>
            <a:srgbClr val="F8D7CD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25402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CECE8"/>
          </a:solidFill>
        </a:fill>
      </a:tcStyle>
    </a:lastRow>
    <a:firstRow>
      <a:tcTxStyle b="on">
        <a:font>
          <a:latin typeface=""/>
          <a:ea typeface=""/>
          <a:cs typeface=""/>
        </a:font>
      </a:tcTxStyle>
      <a:tcStyle>
        <a:tcBdr/>
        <a:fill>
          <a:solidFill>
            <a:srgbClr val="FCECE8"/>
          </a:solidFill>
        </a:fill>
      </a:tcStyle>
    </a:firstRow>
  </a:tblStyle>
  <a:tblStyle styleId="{85BE263C-DBD7-4A20-BB59-AAB30ACAA65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top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7E7E7"/>
          </a:solidFill>
        </a:fill>
      </a:tcStyle>
    </a:band1H>
    <a:band1V>
      <a:tcStyle>
        <a:tcBdr/>
        <a:fill>
          <a:solidFill>
            <a:srgbClr val="E7E7E7"/>
          </a:solidFill>
        </a:fill>
      </a:tcStyle>
    </a:band1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ED7D31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D7D31"/>
          </a:solidFill>
        </a:fill>
      </a:tcStyle>
    </a:firstRow>
  </a:tblStyle>
  <a:tblStyle styleId="{5DA37D80-6434-44D0-A028-1B22A696006F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wholeTbl>
    <a:band1H>
      <a:tcStyle>
        <a:tcBdr/>
        <a:fill>
          <a:solidFill>
            <a:srgbClr val="ED7D31"/>
          </a:solidFill>
        </a:fill>
      </a:tcStyle>
    </a:band1H>
    <a:band1V>
      <a:tcStyle>
        <a:tcBdr/>
        <a:fill>
          <a:solidFill>
            <a:srgbClr val="ED7D31"/>
          </a:solidFill>
        </a:fill>
      </a:tcStyle>
    </a:band1V>
    <a:lastCol>
      <a:tcTxStyle b="on">
        <a:font>
          <a:latin typeface=""/>
          <a:ea typeface=""/>
          <a:cs typeface=""/>
        </a:font>
      </a:tcTxStyle>
      <a:tcStyle>
        <a:tcBdr/>
      </a:tcStyle>
    </a:lastCol>
    <a:firstCol>
      <a:tcTxStyle b="on">
        <a:font>
          <a:latin typeface=""/>
          <a:ea typeface=""/>
          <a:cs typeface=""/>
        </a:font>
      </a:tcTxStyle>
      <a:tcStyle>
        <a:tcBdr/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top>
        </a:tcBdr>
      </a:tcStyle>
    </a:lastRow>
    <a:firstRow>
      <a:tcTxStyle b="on">
        <a:font>
          <a:latin typeface=""/>
          <a:ea typeface=""/>
          <a:cs typeface=""/>
        </a:font>
      </a:tcTxStyle>
      <a:tcStyle>
        <a:tcBdr>
          <a:bottom>
            <a:ln w="25402" cap="flat" cmpd="sng" algn="ctr">
              <a:solidFill>
                <a:srgbClr val="ED7D31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firstRow>
  </a:tblStyle>
  <a:tblStyle styleId="{6E25E649-3F16-4E02-A733-19D2CDBF48F0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top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7E7E7"/>
          </a:solidFill>
        </a:fill>
      </a:tcStyle>
    </a:band1H>
    <a:band1V>
      <a:tcStyle>
        <a:tcBdr/>
        <a:fill>
          <a:solidFill>
            <a:srgbClr val="E7E7E7"/>
          </a:solidFill>
        </a:fill>
      </a:tcStyle>
    </a:band1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4472C4"/>
          </a:solidFill>
        </a:fill>
      </a:tcStyle>
    </a:firstCol>
    <a:lastRow>
      <a:tcTxStyle b="on">
        <a:font>
          <a:latin typeface=""/>
          <a:ea typeface=""/>
          <a:cs typeface=""/>
        </a:font>
      </a:tcTxStyle>
      <a:tcStyle>
        <a:tcBdr>
          <a:top>
            <a:ln w="50804" cap="flat" cmpd="dbl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FFFFFF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25402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4472C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A66F74-1C7D-723E-9545-C6DC7B0BD76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28E336-EEA0-9A88-604E-BEFF574540E4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9A6F54D-70F3-4E42-9AC9-00413D20127D}" type="datetime1">
              <a: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pPr marL="0" marR="0" lvl="0" indent="0" algn="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10/20/2026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B13C17-304F-ECDF-8784-48822898A13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B50868-3803-51D3-9CFF-A135D3CA3F50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D46E0192-D1C5-4934-AEFC-B451FE75991C}" type="slidenum">
              <a:t>‹#›</a:t>
            </a:fld>
            <a:endParaRPr lang="en-US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09970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7">
            <a:extLst>
              <a:ext uri="{FF2B5EF4-FFF2-40B4-BE49-F238E27FC236}">
                <a16:creationId xmlns:a16="http://schemas.microsoft.com/office/drawing/2014/main" id="{D91E6BF9-B525-C144-9AC3-C7A5EE68DA1E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等线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Slide Image Placeholder 8">
            <a:extLst>
              <a:ext uri="{FF2B5EF4-FFF2-40B4-BE49-F238E27FC236}">
                <a16:creationId xmlns:a16="http://schemas.microsoft.com/office/drawing/2014/main" id="{17F7F0B0-B7E4-0C79-D962-4348510299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1A9209BA-0728-22EC-7DEC-0D5971718DA5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等线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10">
            <a:extLst>
              <a:ext uri="{FF2B5EF4-FFF2-40B4-BE49-F238E27FC236}">
                <a16:creationId xmlns:a16="http://schemas.microsoft.com/office/drawing/2014/main" id="{9EA4F64D-7CF7-9779-B7CE-D836785AB304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等线"/>
              </a:defRPr>
            </a:lvl1pPr>
          </a:lstStyle>
          <a:p>
            <a:pPr lvl="0"/>
            <a:fld id="{CF7AB0EB-0DA3-424A-B4B5-391CD192A716}" type="datetime1">
              <a:rPr lang="en-US"/>
              <a:pPr lvl="0"/>
              <a:t>10/20/2026</a:t>
            </a:fld>
            <a:endParaRPr lang="en-US"/>
          </a:p>
        </p:txBody>
      </p:sp>
      <p:sp>
        <p:nvSpPr>
          <p:cNvPr id="6" name="Notes Placeholder 11">
            <a:extLst>
              <a:ext uri="{FF2B5EF4-FFF2-40B4-BE49-F238E27FC236}">
                <a16:creationId xmlns:a16="http://schemas.microsoft.com/office/drawing/2014/main" id="{F9E166E4-F8F5-ADC1-31DC-D1360089CE12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12">
            <a:extLst>
              <a:ext uri="{FF2B5EF4-FFF2-40B4-BE49-F238E27FC236}">
                <a16:creationId xmlns:a16="http://schemas.microsoft.com/office/drawing/2014/main" id="{8CB857A2-1E71-FFF8-AAC6-39BA46A26E5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000000"/>
                </a:solidFill>
                <a:uFillTx/>
                <a:latin typeface="等线"/>
              </a:defRPr>
            </a:lvl1pPr>
          </a:lstStyle>
          <a:p>
            <a:pPr lvl="0"/>
            <a:fld id="{6E8C8154-9E1C-4E1C-AFFB-B5266941EF1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358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等线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等线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等线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等线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等线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3D15BD-481D-0F62-4E3E-D52B373A4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09A94-3984-DDD2-1B88-9720EA11E0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7C9F0-E40E-8685-773F-9B9B1082988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E7D59D22-0741-449B-BF60-7F96BF85425A}" type="slidenum">
              <a:t>1</a:t>
            </a:fld>
            <a:endParaRPr lang="en-US">
              <a:ea typeface="等线" pitchFamily="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59D-BD04-4695-66DA-7B00327C3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2537DE-548C-08A0-4EF6-F42EBA015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670A15-71A4-C579-3670-E54BDDE4B1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24CA1-23CF-7505-A2C7-B1C671BFC0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2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227463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79464C-EB6C-BCF2-2751-707DD6D4F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08316-4DD3-C97D-9761-920A685D06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56C6D-F946-FB5E-1893-4E06A9CF524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9E5C1D15-6EB6-4D54-B4A1-ACC384A20E3B}" type="slidenum">
              <a:t>4</a:t>
            </a:fld>
            <a:endParaRPr lang="en-US">
              <a:ea typeface="等线" pitchFamily="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6EAD6-70F0-16C8-24B7-B43950F69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9913B6-0C40-04F1-88F1-BCC7BE30B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EAFE9-D72F-5B07-A2BD-81A9EE24759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05D01-3D2B-B10F-8332-0D8332AFDB8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6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669457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12B49-8204-2B82-F822-C3071D41D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49050-4C8F-5C7E-D17A-4CB4180A7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E12BB-D1AB-C41D-DE96-4F3A44E471A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7DBCB-9823-4CBB-9223-9C284CE22E2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7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33514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453EF-287C-08A5-9BA3-AE707C8B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42D421-7291-96D3-49CC-D1462D7EE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7AB7C2-CD74-AB8E-CE95-2BDE9464AF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78042-C041-B6F6-B8EA-8A1603BF9D5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8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146741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ADF01-B680-2711-1A7A-D62DB3E7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3B79DD-050A-F30D-2956-8D8434A89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608CF-D18E-E191-7187-FC2EAD4654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869FF-A698-F315-13F2-CAC84B72BB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9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281431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9D265-61D7-384A-6F14-0F77EDCCC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39B87-085F-C77A-4B72-058B3CCE03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B06A7-D40B-5EE8-6C55-9647DCBC9DA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28F48C-C425-D4E8-99FC-C8D542DF428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10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35629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D4AB2-149E-76CC-E1BB-283B479D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514CFA-BDB4-B879-4005-C1042A65A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CAC77-C687-C517-6CA7-3800E6A65E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66ED8-57C8-27D7-D7E5-2CC7BD5577D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11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0302592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7AAA2-98D5-0820-D360-7E1229B14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18065-997A-6797-0F7F-3A2F701FE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67B021-D132-8E08-A6FD-94279F78FAF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23A16-E35D-A280-3416-CD959687E2F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13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68598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2E228-EEEB-00B8-FD39-387DE82F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5188B2-A257-A292-F573-98E995BC8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C5AF59-ADB5-14BE-B612-9C8482F5F1F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B8130-C341-D2EA-3EFE-AA5EB0A920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14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06913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C6EBB-136E-BB17-CBEC-F88E31F7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A62AFE-DB54-F501-987C-F5D8D7CEE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71C220-B1ED-D852-9488-0DDBC56271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E8F64-FB57-588D-54A1-DD1F1880821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15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55536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9B1B1-6F6D-A8DA-346D-7154E8E8E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A9DE3-481E-88AC-DC00-058081FF9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D194CB-E640-8321-AF0A-AFCDF16C2E7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D0BA3-246C-D0EB-051F-627CC05CD80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396F7BBA-D55E-4EDD-A3B4-9445F40E7A25}" type="slidenum">
              <a:t>16</a:t>
            </a:fld>
            <a:endParaRPr lang="en-US">
              <a:ea typeface="等线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827180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F3C71-CD27-282D-E852-D1DD21EAB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2084ED-349C-52C9-3C47-5B1A70A948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57C19-0761-B017-5BE1-499A86F8A44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F1A8AE78-03FD-4297-AB32-30F73D6DB668}" type="slidenum">
              <a:t>17</a:t>
            </a:fld>
            <a:endParaRPr lang="en-US">
              <a:ea typeface="等线" pitchFamily="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1E2FA06-E5C3-D198-C671-6904474CE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F023FE7-CB68-3594-7BD8-CC9A00255EA6}"/>
              </a:ext>
            </a:extLst>
          </p:cNvPr>
          <p:cNvSpPr/>
          <p:nvPr/>
        </p:nvSpPr>
        <p:spPr>
          <a:xfrm rot="16200000">
            <a:off x="7081211" y="1747209"/>
            <a:ext cx="6857999" cy="3363581"/>
          </a:xfrm>
          <a:custGeom>
            <a:avLst/>
            <a:gdLst>
              <a:gd name="connsiteX0" fmla="*/ 6857999 w 6857999"/>
              <a:gd name="connsiteY0" fmla="*/ 123826 h 3363581"/>
              <a:gd name="connsiteX1" fmla="*/ 6857999 w 6857999"/>
              <a:gd name="connsiteY1" fmla="*/ 3363581 h 3363581"/>
              <a:gd name="connsiteX2" fmla="*/ 0 w 6857999"/>
              <a:gd name="connsiteY2" fmla="*/ 3363580 h 3363581"/>
              <a:gd name="connsiteX3" fmla="*/ 0 w 6857999"/>
              <a:gd name="connsiteY3" fmla="*/ 393588 h 3363581"/>
              <a:gd name="connsiteX4" fmla="*/ 23185 w 6857999"/>
              <a:gd name="connsiteY4" fmla="*/ 395032 h 3363581"/>
              <a:gd name="connsiteX5" fmla="*/ 998435 w 6857999"/>
              <a:gd name="connsiteY5" fmla="*/ 32794 h 3363581"/>
              <a:gd name="connsiteX6" fmla="*/ 1917762 w 6857999"/>
              <a:gd name="connsiteY6" fmla="*/ 395033 h 3363581"/>
              <a:gd name="connsiteX7" fmla="*/ 2868155 w 6857999"/>
              <a:gd name="connsiteY7" fmla="*/ 110307 h 3363581"/>
              <a:gd name="connsiteX8" fmla="*/ 3812338 w 6857999"/>
              <a:gd name="connsiteY8" fmla="*/ 395033 h 3363581"/>
              <a:gd name="connsiteX9" fmla="*/ 4753412 w 6857999"/>
              <a:gd name="connsiteY9" fmla="*/ 0 h 3363581"/>
              <a:gd name="connsiteX10" fmla="*/ 5712709 w 6857999"/>
              <a:gd name="connsiteY10" fmla="*/ 395033 h 3363581"/>
              <a:gd name="connsiteX11" fmla="*/ 6672424 w 6857999"/>
              <a:gd name="connsiteY11" fmla="*/ 98381 h 3363581"/>
              <a:gd name="connsiteX12" fmla="*/ 6849948 w 6857999"/>
              <a:gd name="connsiteY12" fmla="*/ 121630 h 33635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9" h="3363581">
                <a:moveTo>
                  <a:pt x="6857999" y="123826"/>
                </a:moveTo>
                <a:lnTo>
                  <a:pt x="6857999" y="3363581"/>
                </a:lnTo>
                <a:lnTo>
                  <a:pt x="0" y="3363580"/>
                </a:lnTo>
                <a:lnTo>
                  <a:pt x="0" y="393588"/>
                </a:lnTo>
                <a:lnTo>
                  <a:pt x="23185" y="395032"/>
                </a:lnTo>
                <a:cubicBezTo>
                  <a:pt x="496825" y="395032"/>
                  <a:pt x="524786" y="32794"/>
                  <a:pt x="998435" y="32794"/>
                </a:cubicBezTo>
                <a:cubicBezTo>
                  <a:pt x="1472074" y="32794"/>
                  <a:pt x="1606142" y="382113"/>
                  <a:pt x="1917762" y="395033"/>
                </a:cubicBezTo>
                <a:cubicBezTo>
                  <a:pt x="2229382" y="407952"/>
                  <a:pt x="2394508" y="110307"/>
                  <a:pt x="2868155" y="110307"/>
                </a:cubicBezTo>
                <a:cubicBezTo>
                  <a:pt x="3341795" y="110307"/>
                  <a:pt x="3498128" y="413417"/>
                  <a:pt x="3812338" y="395033"/>
                </a:cubicBezTo>
                <a:cubicBezTo>
                  <a:pt x="4126547" y="376649"/>
                  <a:pt x="4279764" y="2"/>
                  <a:pt x="4753412" y="0"/>
                </a:cubicBezTo>
                <a:cubicBezTo>
                  <a:pt x="5070140" y="0"/>
                  <a:pt x="5392874" y="378636"/>
                  <a:pt x="5712709" y="395033"/>
                </a:cubicBezTo>
                <a:cubicBezTo>
                  <a:pt x="6032544" y="411429"/>
                  <a:pt x="6198776" y="98381"/>
                  <a:pt x="6672424" y="98381"/>
                </a:cubicBezTo>
                <a:cubicBezTo>
                  <a:pt x="6738107" y="101458"/>
                  <a:pt x="6796840" y="109656"/>
                  <a:pt x="6849948" y="121630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202F837-F353-1001-95F9-2AF03EA5942C}"/>
              </a:ext>
            </a:extLst>
          </p:cNvPr>
          <p:cNvGrpSpPr/>
          <p:nvPr/>
        </p:nvGrpSpPr>
        <p:grpSpPr>
          <a:xfrm>
            <a:off x="6838856" y="456164"/>
            <a:ext cx="3152835" cy="2985662"/>
            <a:chOff x="6763229" y="687542"/>
            <a:chExt cx="3015956" cy="2856041"/>
          </a:xfrm>
        </p:grpSpPr>
        <p:sp>
          <p:nvSpPr>
            <p:cNvPr id="11" name="Star: 7 Points 2">
              <a:extLst>
                <a:ext uri="{FF2B5EF4-FFF2-40B4-BE49-F238E27FC236}">
                  <a16:creationId xmlns:a16="http://schemas.microsoft.com/office/drawing/2014/main" id="{64A1948A-5F32-5AC9-3F12-8DA52EC059F4}"/>
                </a:ext>
              </a:extLst>
            </p:cNvPr>
            <p:cNvSpPr/>
            <p:nvPr/>
          </p:nvSpPr>
          <p:spPr>
            <a:xfrm rot="21296686">
              <a:off x="6763229" y="687542"/>
              <a:ext cx="3015956" cy="2856041"/>
            </a:xfrm>
            <a:custGeom>
              <a:avLst/>
              <a:gdLst>
                <a:gd name="connsiteX0" fmla="*/ -14 w 5472945"/>
                <a:gd name="connsiteY0" fmla="*/ 3226574 h 5017168"/>
                <a:gd name="connsiteX1" fmla="*/ 842769 w 5472945"/>
                <a:gd name="connsiteY1" fmla="*/ 2232863 h 5017168"/>
                <a:gd name="connsiteX2" fmla="*/ 541989 w 5472945"/>
                <a:gd name="connsiteY2" fmla="*/ 993716 h 5017168"/>
                <a:gd name="connsiteX3" fmla="*/ 1893704 w 5472945"/>
                <a:gd name="connsiteY3" fmla="*/ 993718 h 5017168"/>
                <a:gd name="connsiteX4" fmla="*/ 2736473 w 5472945"/>
                <a:gd name="connsiteY4" fmla="*/ 0 h 5017168"/>
                <a:gd name="connsiteX5" fmla="*/ 3579241 w 5472945"/>
                <a:gd name="connsiteY5" fmla="*/ 993718 h 5017168"/>
                <a:gd name="connsiteX6" fmla="*/ 4930956 w 5472945"/>
                <a:gd name="connsiteY6" fmla="*/ 993716 h 5017168"/>
                <a:gd name="connsiteX7" fmla="*/ 4630176 w 5472945"/>
                <a:gd name="connsiteY7" fmla="*/ 2232863 h 5017168"/>
                <a:gd name="connsiteX8" fmla="*/ 5472959 w 5472945"/>
                <a:gd name="connsiteY8" fmla="*/ 3226574 h 5017168"/>
                <a:gd name="connsiteX9" fmla="*/ 4255099 w 5472945"/>
                <a:gd name="connsiteY9" fmla="*/ 3778045 h 5017168"/>
                <a:gd name="connsiteX10" fmla="*/ 3954311 w 5472945"/>
                <a:gd name="connsiteY10" fmla="*/ 5017194 h 5017168"/>
                <a:gd name="connsiteX11" fmla="*/ 2736473 w 5472945"/>
                <a:gd name="connsiteY11" fmla="*/ 4465717 h 5017168"/>
                <a:gd name="connsiteX12" fmla="*/ 1518634 w 5472945"/>
                <a:gd name="connsiteY12" fmla="*/ 5017194 h 5017168"/>
                <a:gd name="connsiteX13" fmla="*/ 1217846 w 5472945"/>
                <a:gd name="connsiteY13" fmla="*/ 3778045 h 5017168"/>
                <a:gd name="connsiteX14" fmla="*/ -14 w 5472945"/>
                <a:gd name="connsiteY14" fmla="*/ 3226574 h 5017168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630190 w 5472973"/>
                <a:gd name="connsiteY8" fmla="*/ 2232863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4893022 w 5472973"/>
                <a:gd name="connsiteY9" fmla="*/ 2358729 h 5017194"/>
                <a:gd name="connsiteX10" fmla="*/ 5472973 w 5472973"/>
                <a:gd name="connsiteY10" fmla="*/ 3226574 h 5017194"/>
                <a:gd name="connsiteX11" fmla="*/ 4255113 w 5472973"/>
                <a:gd name="connsiteY11" fmla="*/ 3778045 h 5017194"/>
                <a:gd name="connsiteX12" fmla="*/ 3954325 w 5472973"/>
                <a:gd name="connsiteY12" fmla="*/ 5017194 h 5017194"/>
                <a:gd name="connsiteX13" fmla="*/ 2736487 w 5472973"/>
                <a:gd name="connsiteY13" fmla="*/ 4465717 h 5017194"/>
                <a:gd name="connsiteX14" fmla="*/ 1518648 w 5472973"/>
                <a:gd name="connsiteY14" fmla="*/ 5017194 h 5017194"/>
                <a:gd name="connsiteX15" fmla="*/ 1217860 w 5472973"/>
                <a:gd name="connsiteY15" fmla="*/ 3778045 h 5017194"/>
                <a:gd name="connsiteX16" fmla="*/ 0 w 5472973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9815"/>
                <a:gd name="connsiteY0" fmla="*/ 3226574 h 5017194"/>
                <a:gd name="connsiteX1" fmla="*/ 842783 w 5589815"/>
                <a:gd name="connsiteY1" fmla="*/ 2232863 h 5017194"/>
                <a:gd name="connsiteX2" fmla="*/ 542003 w 5589815"/>
                <a:gd name="connsiteY2" fmla="*/ 993716 h 5017194"/>
                <a:gd name="connsiteX3" fmla="*/ 1893718 w 5589815"/>
                <a:gd name="connsiteY3" fmla="*/ 993718 h 5017194"/>
                <a:gd name="connsiteX4" fmla="*/ 2736487 w 5589815"/>
                <a:gd name="connsiteY4" fmla="*/ 0 h 5017194"/>
                <a:gd name="connsiteX5" fmla="*/ 3567223 w 5589815"/>
                <a:gd name="connsiteY5" fmla="*/ 1499044 h 5017194"/>
                <a:gd name="connsiteX6" fmla="*/ 4930970 w 5589815"/>
                <a:gd name="connsiteY6" fmla="*/ 993716 h 5017194"/>
                <a:gd name="connsiteX7" fmla="*/ 4665552 w 5589815"/>
                <a:gd name="connsiteY7" fmla="*/ 1586581 h 5017194"/>
                <a:gd name="connsiteX8" fmla="*/ 4209085 w 5589815"/>
                <a:gd name="connsiteY8" fmla="*/ 2244894 h 5017194"/>
                <a:gd name="connsiteX9" fmla="*/ 4893022 w 5589815"/>
                <a:gd name="connsiteY9" fmla="*/ 2358729 h 5017194"/>
                <a:gd name="connsiteX10" fmla="*/ 5581589 w 5589815"/>
                <a:gd name="connsiteY10" fmla="*/ 2625394 h 5017194"/>
                <a:gd name="connsiteX11" fmla="*/ 4255113 w 5589815"/>
                <a:gd name="connsiteY11" fmla="*/ 3778045 h 5017194"/>
                <a:gd name="connsiteX12" fmla="*/ 3954325 w 5589815"/>
                <a:gd name="connsiteY12" fmla="*/ 5017194 h 5017194"/>
                <a:gd name="connsiteX13" fmla="*/ 2736487 w 5589815"/>
                <a:gd name="connsiteY13" fmla="*/ 4465717 h 5017194"/>
                <a:gd name="connsiteX14" fmla="*/ 1518648 w 5589815"/>
                <a:gd name="connsiteY14" fmla="*/ 5017194 h 5017194"/>
                <a:gd name="connsiteX15" fmla="*/ 1217860 w 5589815"/>
                <a:gd name="connsiteY15" fmla="*/ 3778045 h 5017194"/>
                <a:gd name="connsiteX16" fmla="*/ 0 w 5589815"/>
                <a:gd name="connsiteY16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55113 w 5588925"/>
                <a:gd name="connsiteY12" fmla="*/ 3778045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625394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4930970 w 5590393"/>
                <a:gd name="connsiteY6" fmla="*/ 993716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643002 w 5590393"/>
                <a:gd name="connsiteY5" fmla="*/ 1430843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3357875 w 5590393"/>
                <a:gd name="connsiteY4" fmla="*/ 0 h 4673663"/>
                <a:gd name="connsiteX5" fmla="*/ 3643002 w 5590393"/>
                <a:gd name="connsiteY5" fmla="*/ 1087312 h 4673663"/>
                <a:gd name="connsiteX6" fmla="*/ 5191145 w 5590393"/>
                <a:gd name="connsiteY6" fmla="*/ 384958 h 4673663"/>
                <a:gd name="connsiteX7" fmla="*/ 4665552 w 5590393"/>
                <a:gd name="connsiteY7" fmla="*/ 1243050 h 4673663"/>
                <a:gd name="connsiteX8" fmla="*/ 4209085 w 5590393"/>
                <a:gd name="connsiteY8" fmla="*/ 1901363 h 4673663"/>
                <a:gd name="connsiteX9" fmla="*/ 4887970 w 5590393"/>
                <a:gd name="connsiteY9" fmla="*/ 1974783 h 4673663"/>
                <a:gd name="connsiteX10" fmla="*/ 5581589 w 5590393"/>
                <a:gd name="connsiteY10" fmla="*/ 2147987 h 4673663"/>
                <a:gd name="connsiteX11" fmla="*/ 5117833 w 5590393"/>
                <a:gd name="connsiteY11" fmla="*/ 2414301 h 4673663"/>
                <a:gd name="connsiteX12" fmla="*/ 4287951 w 5590393"/>
                <a:gd name="connsiteY12" fmla="*/ 2621152 h 4673663"/>
                <a:gd name="connsiteX13" fmla="*/ 3954325 w 5590393"/>
                <a:gd name="connsiteY13" fmla="*/ 4673663 h 4673663"/>
                <a:gd name="connsiteX14" fmla="*/ 2736487 w 5590393"/>
                <a:gd name="connsiteY14" fmla="*/ 4122186 h 4673663"/>
                <a:gd name="connsiteX15" fmla="*/ 1518648 w 5590393"/>
                <a:gd name="connsiteY15" fmla="*/ 4673663 h 4673663"/>
                <a:gd name="connsiteX16" fmla="*/ 1217860 w 5590393"/>
                <a:gd name="connsiteY16" fmla="*/ 3434514 h 4673663"/>
                <a:gd name="connsiteX17" fmla="*/ 0 w 5590393"/>
                <a:gd name="connsiteY17" fmla="*/ 2883043 h 4673663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2988443 w 5590393"/>
                <a:gd name="connsiteY4" fmla="*/ 206606 h 4673663"/>
                <a:gd name="connsiteX5" fmla="*/ 3357875 w 5590393"/>
                <a:gd name="connsiteY5" fmla="*/ 0 h 4673663"/>
                <a:gd name="connsiteX6" fmla="*/ 3643002 w 5590393"/>
                <a:gd name="connsiteY6" fmla="*/ 1087312 h 4673663"/>
                <a:gd name="connsiteX7" fmla="*/ 5191145 w 5590393"/>
                <a:gd name="connsiteY7" fmla="*/ 384958 h 4673663"/>
                <a:gd name="connsiteX8" fmla="*/ 4665552 w 5590393"/>
                <a:gd name="connsiteY8" fmla="*/ 1243050 h 4673663"/>
                <a:gd name="connsiteX9" fmla="*/ 4209085 w 5590393"/>
                <a:gd name="connsiteY9" fmla="*/ 1901363 h 4673663"/>
                <a:gd name="connsiteX10" fmla="*/ 4887970 w 5590393"/>
                <a:gd name="connsiteY10" fmla="*/ 1974783 h 4673663"/>
                <a:gd name="connsiteX11" fmla="*/ 5581589 w 5590393"/>
                <a:gd name="connsiteY11" fmla="*/ 2147987 h 4673663"/>
                <a:gd name="connsiteX12" fmla="*/ 5117833 w 5590393"/>
                <a:gd name="connsiteY12" fmla="*/ 2414301 h 4673663"/>
                <a:gd name="connsiteX13" fmla="*/ 4287951 w 5590393"/>
                <a:gd name="connsiteY13" fmla="*/ 2621152 h 4673663"/>
                <a:gd name="connsiteX14" fmla="*/ 3954325 w 5590393"/>
                <a:gd name="connsiteY14" fmla="*/ 4673663 h 4673663"/>
                <a:gd name="connsiteX15" fmla="*/ 2736487 w 5590393"/>
                <a:gd name="connsiteY15" fmla="*/ 4122186 h 4673663"/>
                <a:gd name="connsiteX16" fmla="*/ 1518648 w 5590393"/>
                <a:gd name="connsiteY16" fmla="*/ 4673663 h 4673663"/>
                <a:gd name="connsiteX17" fmla="*/ 1217860 w 5590393"/>
                <a:gd name="connsiteY17" fmla="*/ 3434514 h 4673663"/>
                <a:gd name="connsiteX18" fmla="*/ 0 w 5590393"/>
                <a:gd name="connsiteY18" fmla="*/ 2883043 h 4673663"/>
                <a:gd name="connsiteX0" fmla="*/ 0 w 5590393"/>
                <a:gd name="connsiteY0" fmla="*/ 2889715 h 4680335"/>
                <a:gd name="connsiteX1" fmla="*/ 842783 w 5590393"/>
                <a:gd name="connsiteY1" fmla="*/ 1896004 h 4680335"/>
                <a:gd name="connsiteX2" fmla="*/ 542003 w 5590393"/>
                <a:gd name="connsiteY2" fmla="*/ 656857 h 4680335"/>
                <a:gd name="connsiteX3" fmla="*/ 1893718 w 5590393"/>
                <a:gd name="connsiteY3" fmla="*/ 656859 h 4680335"/>
                <a:gd name="connsiteX4" fmla="*/ 2988443 w 5590393"/>
                <a:gd name="connsiteY4" fmla="*/ 213278 h 4680335"/>
                <a:gd name="connsiteX5" fmla="*/ 3357875 w 5590393"/>
                <a:gd name="connsiteY5" fmla="*/ 6672 h 4680335"/>
                <a:gd name="connsiteX6" fmla="*/ 3643002 w 5590393"/>
                <a:gd name="connsiteY6" fmla="*/ 1093984 h 4680335"/>
                <a:gd name="connsiteX7" fmla="*/ 5191145 w 5590393"/>
                <a:gd name="connsiteY7" fmla="*/ 391630 h 4680335"/>
                <a:gd name="connsiteX8" fmla="*/ 4665552 w 5590393"/>
                <a:gd name="connsiteY8" fmla="*/ 1249722 h 4680335"/>
                <a:gd name="connsiteX9" fmla="*/ 4209085 w 5590393"/>
                <a:gd name="connsiteY9" fmla="*/ 1908035 h 4680335"/>
                <a:gd name="connsiteX10" fmla="*/ 4887970 w 5590393"/>
                <a:gd name="connsiteY10" fmla="*/ 1981455 h 4680335"/>
                <a:gd name="connsiteX11" fmla="*/ 5581589 w 5590393"/>
                <a:gd name="connsiteY11" fmla="*/ 2154659 h 4680335"/>
                <a:gd name="connsiteX12" fmla="*/ 5117833 w 5590393"/>
                <a:gd name="connsiteY12" fmla="*/ 2420973 h 4680335"/>
                <a:gd name="connsiteX13" fmla="*/ 4287951 w 5590393"/>
                <a:gd name="connsiteY13" fmla="*/ 2627824 h 4680335"/>
                <a:gd name="connsiteX14" fmla="*/ 3954325 w 5590393"/>
                <a:gd name="connsiteY14" fmla="*/ 4680335 h 4680335"/>
                <a:gd name="connsiteX15" fmla="*/ 2736487 w 5590393"/>
                <a:gd name="connsiteY15" fmla="*/ 4128858 h 4680335"/>
                <a:gd name="connsiteX16" fmla="*/ 1518648 w 5590393"/>
                <a:gd name="connsiteY16" fmla="*/ 4680335 h 4680335"/>
                <a:gd name="connsiteX17" fmla="*/ 1217860 w 5590393"/>
                <a:gd name="connsiteY17" fmla="*/ 3441186 h 4680335"/>
                <a:gd name="connsiteX18" fmla="*/ 0 w 5590393"/>
                <a:gd name="connsiteY18" fmla="*/ 2889715 h 4680335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5191145 w 5590393"/>
                <a:gd name="connsiteY7" fmla="*/ 505824 h 4794529"/>
                <a:gd name="connsiteX8" fmla="*/ 4665552 w 5590393"/>
                <a:gd name="connsiteY8" fmla="*/ 1363916 h 4794529"/>
                <a:gd name="connsiteX9" fmla="*/ 4209085 w 5590393"/>
                <a:gd name="connsiteY9" fmla="*/ 2022229 h 4794529"/>
                <a:gd name="connsiteX10" fmla="*/ 4887970 w 5590393"/>
                <a:gd name="connsiteY10" fmla="*/ 2095649 h 4794529"/>
                <a:gd name="connsiteX11" fmla="*/ 5581589 w 5590393"/>
                <a:gd name="connsiteY11" fmla="*/ 2268853 h 4794529"/>
                <a:gd name="connsiteX12" fmla="*/ 5117833 w 5590393"/>
                <a:gd name="connsiteY12" fmla="*/ 2535167 h 4794529"/>
                <a:gd name="connsiteX13" fmla="*/ 4287951 w 5590393"/>
                <a:gd name="connsiteY13" fmla="*/ 2742018 h 4794529"/>
                <a:gd name="connsiteX14" fmla="*/ 3954325 w 5590393"/>
                <a:gd name="connsiteY14" fmla="*/ 4794529 h 4794529"/>
                <a:gd name="connsiteX15" fmla="*/ 2736487 w 5590393"/>
                <a:gd name="connsiteY15" fmla="*/ 4243052 h 4794529"/>
                <a:gd name="connsiteX16" fmla="*/ 1518648 w 5590393"/>
                <a:gd name="connsiteY16" fmla="*/ 4794529 h 4794529"/>
                <a:gd name="connsiteX17" fmla="*/ 1217860 w 5590393"/>
                <a:gd name="connsiteY17" fmla="*/ 3555380 h 4794529"/>
                <a:gd name="connsiteX18" fmla="*/ 0 w 5590393"/>
                <a:gd name="connsiteY18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1364246 w 5590393"/>
                <a:gd name="connsiteY3" fmla="*/ 929496 h 4780217"/>
                <a:gd name="connsiteX4" fmla="*/ 2446905 w 5590393"/>
                <a:gd name="connsiteY4" fmla="*/ 1294772 h 4780217"/>
                <a:gd name="connsiteX5" fmla="*/ 2988443 w 5590393"/>
                <a:gd name="connsiteY5" fmla="*/ 313160 h 4780217"/>
                <a:gd name="connsiteX6" fmla="*/ 3357875 w 5590393"/>
                <a:gd name="connsiteY6" fmla="*/ 106554 h 4780217"/>
                <a:gd name="connsiteX7" fmla="*/ 3643002 w 5590393"/>
                <a:gd name="connsiteY7" fmla="*/ 1193866 h 4780217"/>
                <a:gd name="connsiteX8" fmla="*/ 4645477 w 5590393"/>
                <a:gd name="connsiteY8" fmla="*/ 570808 h 4780217"/>
                <a:gd name="connsiteX9" fmla="*/ 5191145 w 5590393"/>
                <a:gd name="connsiteY9" fmla="*/ 491512 h 4780217"/>
                <a:gd name="connsiteX10" fmla="*/ 4665552 w 5590393"/>
                <a:gd name="connsiteY10" fmla="*/ 1349604 h 4780217"/>
                <a:gd name="connsiteX11" fmla="*/ 4209085 w 5590393"/>
                <a:gd name="connsiteY11" fmla="*/ 2007917 h 4780217"/>
                <a:gd name="connsiteX12" fmla="*/ 4887970 w 5590393"/>
                <a:gd name="connsiteY12" fmla="*/ 2081337 h 4780217"/>
                <a:gd name="connsiteX13" fmla="*/ 5581589 w 5590393"/>
                <a:gd name="connsiteY13" fmla="*/ 2254541 h 4780217"/>
                <a:gd name="connsiteX14" fmla="*/ 5117833 w 5590393"/>
                <a:gd name="connsiteY14" fmla="*/ 2520855 h 4780217"/>
                <a:gd name="connsiteX15" fmla="*/ 4287951 w 5590393"/>
                <a:gd name="connsiteY15" fmla="*/ 2727706 h 4780217"/>
                <a:gd name="connsiteX16" fmla="*/ 3954325 w 5590393"/>
                <a:gd name="connsiteY16" fmla="*/ 4780217 h 4780217"/>
                <a:gd name="connsiteX17" fmla="*/ 2736487 w 5590393"/>
                <a:gd name="connsiteY17" fmla="*/ 4228740 h 4780217"/>
                <a:gd name="connsiteX18" fmla="*/ 1518648 w 5590393"/>
                <a:gd name="connsiteY18" fmla="*/ 4780217 h 4780217"/>
                <a:gd name="connsiteX19" fmla="*/ 1217860 w 5590393"/>
                <a:gd name="connsiteY19" fmla="*/ 3541068 h 4780217"/>
                <a:gd name="connsiteX20" fmla="*/ 0 w 5590393"/>
                <a:gd name="connsiteY20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542003 w 5590393"/>
                <a:gd name="connsiteY3" fmla="*/ 756739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710021 w 5590393"/>
                <a:gd name="connsiteY21" fmla="*/ 3000789 h 4780217"/>
                <a:gd name="connsiteX22" fmla="*/ 0 w 5590393"/>
                <a:gd name="connsiteY22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413768 w 5590393"/>
                <a:gd name="connsiteY17" fmla="*/ 4605925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413768 w 5590393"/>
                <a:gd name="connsiteY18" fmla="*/ 4605925 h 4780217"/>
                <a:gd name="connsiteX19" fmla="*/ 2928460 w 5590393"/>
                <a:gd name="connsiteY19" fmla="*/ 3713443 h 4780217"/>
                <a:gd name="connsiteX20" fmla="*/ 2074043 w 5590393"/>
                <a:gd name="connsiteY20" fmla="*/ 4427960 h 4780217"/>
                <a:gd name="connsiteX21" fmla="*/ 1518648 w 5590393"/>
                <a:gd name="connsiteY21" fmla="*/ 4780217 h 4780217"/>
                <a:gd name="connsiteX22" fmla="*/ 2056481 w 5590393"/>
                <a:gd name="connsiteY22" fmla="*/ 2896947 h 4780217"/>
                <a:gd name="connsiteX23" fmla="*/ 710021 w 5590393"/>
                <a:gd name="connsiteY23" fmla="*/ 3000789 h 4780217"/>
                <a:gd name="connsiteX24" fmla="*/ 0 w 5590393"/>
                <a:gd name="connsiteY24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746233 w 5590393"/>
                <a:gd name="connsiteY18" fmla="*/ 3422625 h 4780217"/>
                <a:gd name="connsiteX19" fmla="*/ 3413768 w 5590393"/>
                <a:gd name="connsiteY19" fmla="*/ 4605925 h 4780217"/>
                <a:gd name="connsiteX20" fmla="*/ 2928460 w 5590393"/>
                <a:gd name="connsiteY20" fmla="*/ 3713443 h 4780217"/>
                <a:gd name="connsiteX21" fmla="*/ 2074043 w 5590393"/>
                <a:gd name="connsiteY21" fmla="*/ 4427960 h 4780217"/>
                <a:gd name="connsiteX22" fmla="*/ 1518648 w 5590393"/>
                <a:gd name="connsiteY22" fmla="*/ 4780217 h 4780217"/>
                <a:gd name="connsiteX23" fmla="*/ 2056481 w 5590393"/>
                <a:gd name="connsiteY23" fmla="*/ 2896947 h 4780217"/>
                <a:gd name="connsiteX24" fmla="*/ 710021 w 5590393"/>
                <a:gd name="connsiteY24" fmla="*/ 3000789 h 4780217"/>
                <a:gd name="connsiteX25" fmla="*/ 0 w 5590393"/>
                <a:gd name="connsiteY25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413768 w 5590393"/>
                <a:gd name="connsiteY20" fmla="*/ 4605925 h 4780217"/>
                <a:gd name="connsiteX21" fmla="*/ 2928460 w 5590393"/>
                <a:gd name="connsiteY21" fmla="*/ 3713443 h 4780217"/>
                <a:gd name="connsiteX22" fmla="*/ 2074043 w 5590393"/>
                <a:gd name="connsiteY22" fmla="*/ 4427960 h 4780217"/>
                <a:gd name="connsiteX23" fmla="*/ 1518648 w 5590393"/>
                <a:gd name="connsiteY23" fmla="*/ 4780217 h 4780217"/>
                <a:gd name="connsiteX24" fmla="*/ 2056481 w 5590393"/>
                <a:gd name="connsiteY24" fmla="*/ 2896947 h 4780217"/>
                <a:gd name="connsiteX25" fmla="*/ 710021 w 5590393"/>
                <a:gd name="connsiteY25" fmla="*/ 3000789 h 4780217"/>
                <a:gd name="connsiteX26" fmla="*/ 0 w 5590393"/>
                <a:gd name="connsiteY26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413768 w 5590393"/>
                <a:gd name="connsiteY21" fmla="*/ 460592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190237 w 5590393"/>
                <a:gd name="connsiteY23" fmla="*/ 4266298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053365"/>
                <a:gd name="connsiteY0" fmla="*/ 2721083 h 4592249"/>
                <a:gd name="connsiteX1" fmla="*/ 1313616 w 5053365"/>
                <a:gd name="connsiteY1" fmla="*/ 2089346 h 4592249"/>
                <a:gd name="connsiteX2" fmla="*/ 541784 w 5053365"/>
                <a:gd name="connsiteY2" fmla="*/ 1300813 h 4592249"/>
                <a:gd name="connsiteX3" fmla="*/ 416707 w 5053365"/>
                <a:gd name="connsiteY3" fmla="*/ 951238 h 4592249"/>
                <a:gd name="connsiteX4" fmla="*/ 827218 w 5053365"/>
                <a:gd name="connsiteY4" fmla="*/ 929496 h 4592249"/>
                <a:gd name="connsiteX5" fmla="*/ 1909877 w 5053365"/>
                <a:gd name="connsiteY5" fmla="*/ 1294772 h 4592249"/>
                <a:gd name="connsiteX6" fmla="*/ 2451415 w 5053365"/>
                <a:gd name="connsiteY6" fmla="*/ 313160 h 4592249"/>
                <a:gd name="connsiteX7" fmla="*/ 2820847 w 5053365"/>
                <a:gd name="connsiteY7" fmla="*/ 106554 h 4592249"/>
                <a:gd name="connsiteX8" fmla="*/ 3105974 w 5053365"/>
                <a:gd name="connsiteY8" fmla="*/ 1193866 h 4592249"/>
                <a:gd name="connsiteX9" fmla="*/ 4108449 w 5053365"/>
                <a:gd name="connsiteY9" fmla="*/ 570808 h 4592249"/>
                <a:gd name="connsiteX10" fmla="*/ 4654117 w 5053365"/>
                <a:gd name="connsiteY10" fmla="*/ 491512 h 4592249"/>
                <a:gd name="connsiteX11" fmla="*/ 4128524 w 5053365"/>
                <a:gd name="connsiteY11" fmla="*/ 1349604 h 4592249"/>
                <a:gd name="connsiteX12" fmla="*/ 3672057 w 5053365"/>
                <a:gd name="connsiteY12" fmla="*/ 2007917 h 4592249"/>
                <a:gd name="connsiteX13" fmla="*/ 4350942 w 5053365"/>
                <a:gd name="connsiteY13" fmla="*/ 2081337 h 4592249"/>
                <a:gd name="connsiteX14" fmla="*/ 5044561 w 5053365"/>
                <a:gd name="connsiteY14" fmla="*/ 2254541 h 4592249"/>
                <a:gd name="connsiteX15" fmla="*/ 4580805 w 5053365"/>
                <a:gd name="connsiteY15" fmla="*/ 2520855 h 4592249"/>
                <a:gd name="connsiteX16" fmla="*/ 3781234 w 5053365"/>
                <a:gd name="connsiteY16" fmla="*/ 2715076 h 4592249"/>
                <a:gd name="connsiteX17" fmla="*/ 4439350 w 5053365"/>
                <a:gd name="connsiteY17" fmla="*/ 3685326 h 4592249"/>
                <a:gd name="connsiteX18" fmla="*/ 4232222 w 5053365"/>
                <a:gd name="connsiteY18" fmla="*/ 3846987 h 4592249"/>
                <a:gd name="connsiteX19" fmla="*/ 3209205 w 5053365"/>
                <a:gd name="connsiteY19" fmla="*/ 3422625 h 4592249"/>
                <a:gd name="connsiteX20" fmla="*/ 3082906 w 5053365"/>
                <a:gd name="connsiteY20" fmla="*/ 4460797 h 4592249"/>
                <a:gd name="connsiteX21" fmla="*/ 2750442 w 5053365"/>
                <a:gd name="connsiteY21" fmla="*/ 4512465 h 4592249"/>
                <a:gd name="connsiteX22" fmla="*/ 2391432 w 5053365"/>
                <a:gd name="connsiteY22" fmla="*/ 3713443 h 4592249"/>
                <a:gd name="connsiteX23" fmla="*/ 1653209 w 5053365"/>
                <a:gd name="connsiteY23" fmla="*/ 4266298 h 4592249"/>
                <a:gd name="connsiteX24" fmla="*/ 1135704 w 5053365"/>
                <a:gd name="connsiteY24" fmla="*/ 4216927 h 4592249"/>
                <a:gd name="connsiteX25" fmla="*/ 1519453 w 5053365"/>
                <a:gd name="connsiteY25" fmla="*/ 2896947 h 4592249"/>
                <a:gd name="connsiteX26" fmla="*/ 172993 w 5053365"/>
                <a:gd name="connsiteY26" fmla="*/ 3000789 h 4592249"/>
                <a:gd name="connsiteX27" fmla="*/ 0 w 5053365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40408 w 5093773"/>
                <a:gd name="connsiteY0" fmla="*/ 2721083 h 4592249"/>
                <a:gd name="connsiteX1" fmla="*/ 1354024 w 5093773"/>
                <a:gd name="connsiteY1" fmla="*/ 2089346 h 4592249"/>
                <a:gd name="connsiteX2" fmla="*/ 582192 w 5093773"/>
                <a:gd name="connsiteY2" fmla="*/ 1300813 h 4592249"/>
                <a:gd name="connsiteX3" fmla="*/ 457115 w 5093773"/>
                <a:gd name="connsiteY3" fmla="*/ 951238 h 4592249"/>
                <a:gd name="connsiteX4" fmla="*/ 867626 w 5093773"/>
                <a:gd name="connsiteY4" fmla="*/ 929496 h 4592249"/>
                <a:gd name="connsiteX5" fmla="*/ 1950285 w 5093773"/>
                <a:gd name="connsiteY5" fmla="*/ 1294772 h 4592249"/>
                <a:gd name="connsiteX6" fmla="*/ 2491823 w 5093773"/>
                <a:gd name="connsiteY6" fmla="*/ 313160 h 4592249"/>
                <a:gd name="connsiteX7" fmla="*/ 2861255 w 5093773"/>
                <a:gd name="connsiteY7" fmla="*/ 106554 h 4592249"/>
                <a:gd name="connsiteX8" fmla="*/ 3146382 w 5093773"/>
                <a:gd name="connsiteY8" fmla="*/ 1193866 h 4592249"/>
                <a:gd name="connsiteX9" fmla="*/ 4148857 w 5093773"/>
                <a:gd name="connsiteY9" fmla="*/ 570808 h 4592249"/>
                <a:gd name="connsiteX10" fmla="*/ 4694525 w 5093773"/>
                <a:gd name="connsiteY10" fmla="*/ 491512 h 4592249"/>
                <a:gd name="connsiteX11" fmla="*/ 4168932 w 5093773"/>
                <a:gd name="connsiteY11" fmla="*/ 1349604 h 4592249"/>
                <a:gd name="connsiteX12" fmla="*/ 3712465 w 5093773"/>
                <a:gd name="connsiteY12" fmla="*/ 2007917 h 4592249"/>
                <a:gd name="connsiteX13" fmla="*/ 4391350 w 5093773"/>
                <a:gd name="connsiteY13" fmla="*/ 2081337 h 4592249"/>
                <a:gd name="connsiteX14" fmla="*/ 5084969 w 5093773"/>
                <a:gd name="connsiteY14" fmla="*/ 2254541 h 4592249"/>
                <a:gd name="connsiteX15" fmla="*/ 4621213 w 5093773"/>
                <a:gd name="connsiteY15" fmla="*/ 2520855 h 4592249"/>
                <a:gd name="connsiteX16" fmla="*/ 3821642 w 5093773"/>
                <a:gd name="connsiteY16" fmla="*/ 2715076 h 4592249"/>
                <a:gd name="connsiteX17" fmla="*/ 4479758 w 5093773"/>
                <a:gd name="connsiteY17" fmla="*/ 3685326 h 4592249"/>
                <a:gd name="connsiteX18" fmla="*/ 4272630 w 5093773"/>
                <a:gd name="connsiteY18" fmla="*/ 3846987 h 4592249"/>
                <a:gd name="connsiteX19" fmla="*/ 3249613 w 5093773"/>
                <a:gd name="connsiteY19" fmla="*/ 3422625 h 4592249"/>
                <a:gd name="connsiteX20" fmla="*/ 3123314 w 5093773"/>
                <a:gd name="connsiteY20" fmla="*/ 4460797 h 4592249"/>
                <a:gd name="connsiteX21" fmla="*/ 2790850 w 5093773"/>
                <a:gd name="connsiteY21" fmla="*/ 4512465 h 4592249"/>
                <a:gd name="connsiteX22" fmla="*/ 2431840 w 5093773"/>
                <a:gd name="connsiteY22" fmla="*/ 3713443 h 4592249"/>
                <a:gd name="connsiteX23" fmla="*/ 1693617 w 5093773"/>
                <a:gd name="connsiteY23" fmla="*/ 4266298 h 4592249"/>
                <a:gd name="connsiteX24" fmla="*/ 1176112 w 5093773"/>
                <a:gd name="connsiteY24" fmla="*/ 4216927 h 4592249"/>
                <a:gd name="connsiteX25" fmla="*/ 1559861 w 5093773"/>
                <a:gd name="connsiteY25" fmla="*/ 2896947 h 4592249"/>
                <a:gd name="connsiteX26" fmla="*/ 213401 w 5093773"/>
                <a:gd name="connsiteY26" fmla="*/ 3000789 h 4592249"/>
                <a:gd name="connsiteX27" fmla="*/ 40408 w 5093773"/>
                <a:gd name="connsiteY27" fmla="*/ 2721083 h 4592249"/>
                <a:gd name="connsiteX0" fmla="*/ 21875 w 5075240"/>
                <a:gd name="connsiteY0" fmla="*/ 2721083 h 4592249"/>
                <a:gd name="connsiteX1" fmla="*/ 1335491 w 5075240"/>
                <a:gd name="connsiteY1" fmla="*/ 2089346 h 4592249"/>
                <a:gd name="connsiteX2" fmla="*/ 563659 w 5075240"/>
                <a:gd name="connsiteY2" fmla="*/ 1300813 h 4592249"/>
                <a:gd name="connsiteX3" fmla="*/ 438582 w 5075240"/>
                <a:gd name="connsiteY3" fmla="*/ 951238 h 4592249"/>
                <a:gd name="connsiteX4" fmla="*/ 849093 w 5075240"/>
                <a:gd name="connsiteY4" fmla="*/ 929496 h 4592249"/>
                <a:gd name="connsiteX5" fmla="*/ 1931752 w 5075240"/>
                <a:gd name="connsiteY5" fmla="*/ 1294772 h 4592249"/>
                <a:gd name="connsiteX6" fmla="*/ 2473290 w 5075240"/>
                <a:gd name="connsiteY6" fmla="*/ 313160 h 4592249"/>
                <a:gd name="connsiteX7" fmla="*/ 2842722 w 5075240"/>
                <a:gd name="connsiteY7" fmla="*/ 106554 h 4592249"/>
                <a:gd name="connsiteX8" fmla="*/ 3127849 w 5075240"/>
                <a:gd name="connsiteY8" fmla="*/ 1193866 h 4592249"/>
                <a:gd name="connsiteX9" fmla="*/ 4130324 w 5075240"/>
                <a:gd name="connsiteY9" fmla="*/ 570808 h 4592249"/>
                <a:gd name="connsiteX10" fmla="*/ 4675992 w 5075240"/>
                <a:gd name="connsiteY10" fmla="*/ 491512 h 4592249"/>
                <a:gd name="connsiteX11" fmla="*/ 4150399 w 5075240"/>
                <a:gd name="connsiteY11" fmla="*/ 1349604 h 4592249"/>
                <a:gd name="connsiteX12" fmla="*/ 3693932 w 5075240"/>
                <a:gd name="connsiteY12" fmla="*/ 2007917 h 4592249"/>
                <a:gd name="connsiteX13" fmla="*/ 4372817 w 5075240"/>
                <a:gd name="connsiteY13" fmla="*/ 2081337 h 4592249"/>
                <a:gd name="connsiteX14" fmla="*/ 5066436 w 5075240"/>
                <a:gd name="connsiteY14" fmla="*/ 2254541 h 4592249"/>
                <a:gd name="connsiteX15" fmla="*/ 4602680 w 5075240"/>
                <a:gd name="connsiteY15" fmla="*/ 2520855 h 4592249"/>
                <a:gd name="connsiteX16" fmla="*/ 3803109 w 5075240"/>
                <a:gd name="connsiteY16" fmla="*/ 2715076 h 4592249"/>
                <a:gd name="connsiteX17" fmla="*/ 4461225 w 5075240"/>
                <a:gd name="connsiteY17" fmla="*/ 3685326 h 4592249"/>
                <a:gd name="connsiteX18" fmla="*/ 4254097 w 5075240"/>
                <a:gd name="connsiteY18" fmla="*/ 3846987 h 4592249"/>
                <a:gd name="connsiteX19" fmla="*/ 3231080 w 5075240"/>
                <a:gd name="connsiteY19" fmla="*/ 3422625 h 4592249"/>
                <a:gd name="connsiteX20" fmla="*/ 3104781 w 5075240"/>
                <a:gd name="connsiteY20" fmla="*/ 4460797 h 4592249"/>
                <a:gd name="connsiteX21" fmla="*/ 2772317 w 5075240"/>
                <a:gd name="connsiteY21" fmla="*/ 4512465 h 4592249"/>
                <a:gd name="connsiteX22" fmla="*/ 2413307 w 5075240"/>
                <a:gd name="connsiteY22" fmla="*/ 3713443 h 4592249"/>
                <a:gd name="connsiteX23" fmla="*/ 1675084 w 5075240"/>
                <a:gd name="connsiteY23" fmla="*/ 4266298 h 4592249"/>
                <a:gd name="connsiteX24" fmla="*/ 1157579 w 5075240"/>
                <a:gd name="connsiteY24" fmla="*/ 4216927 h 4592249"/>
                <a:gd name="connsiteX25" fmla="*/ 1541328 w 5075240"/>
                <a:gd name="connsiteY25" fmla="*/ 2896947 h 4592249"/>
                <a:gd name="connsiteX26" fmla="*/ 369797 w 5075240"/>
                <a:gd name="connsiteY26" fmla="*/ 2992837 h 4592249"/>
                <a:gd name="connsiteX27" fmla="*/ 21875 w 5075240"/>
                <a:gd name="connsiteY27" fmla="*/ 2721083 h 4592249"/>
                <a:gd name="connsiteX0" fmla="*/ 25641 w 5079006"/>
                <a:gd name="connsiteY0" fmla="*/ 2721083 h 4592249"/>
                <a:gd name="connsiteX1" fmla="*/ 1339257 w 5079006"/>
                <a:gd name="connsiteY1" fmla="*/ 2089346 h 4592249"/>
                <a:gd name="connsiteX2" fmla="*/ 567425 w 5079006"/>
                <a:gd name="connsiteY2" fmla="*/ 1300813 h 4592249"/>
                <a:gd name="connsiteX3" fmla="*/ 442348 w 5079006"/>
                <a:gd name="connsiteY3" fmla="*/ 951238 h 4592249"/>
                <a:gd name="connsiteX4" fmla="*/ 852859 w 5079006"/>
                <a:gd name="connsiteY4" fmla="*/ 929496 h 4592249"/>
                <a:gd name="connsiteX5" fmla="*/ 1935518 w 5079006"/>
                <a:gd name="connsiteY5" fmla="*/ 1294772 h 4592249"/>
                <a:gd name="connsiteX6" fmla="*/ 2477056 w 5079006"/>
                <a:gd name="connsiteY6" fmla="*/ 313160 h 4592249"/>
                <a:gd name="connsiteX7" fmla="*/ 2846488 w 5079006"/>
                <a:gd name="connsiteY7" fmla="*/ 106554 h 4592249"/>
                <a:gd name="connsiteX8" fmla="*/ 3131615 w 5079006"/>
                <a:gd name="connsiteY8" fmla="*/ 1193866 h 4592249"/>
                <a:gd name="connsiteX9" fmla="*/ 4134090 w 5079006"/>
                <a:gd name="connsiteY9" fmla="*/ 570808 h 4592249"/>
                <a:gd name="connsiteX10" fmla="*/ 4679758 w 5079006"/>
                <a:gd name="connsiteY10" fmla="*/ 491512 h 4592249"/>
                <a:gd name="connsiteX11" fmla="*/ 4154165 w 5079006"/>
                <a:gd name="connsiteY11" fmla="*/ 1349604 h 4592249"/>
                <a:gd name="connsiteX12" fmla="*/ 3697698 w 5079006"/>
                <a:gd name="connsiteY12" fmla="*/ 2007917 h 4592249"/>
                <a:gd name="connsiteX13" fmla="*/ 4376583 w 5079006"/>
                <a:gd name="connsiteY13" fmla="*/ 2081337 h 4592249"/>
                <a:gd name="connsiteX14" fmla="*/ 5070202 w 5079006"/>
                <a:gd name="connsiteY14" fmla="*/ 2254541 h 4592249"/>
                <a:gd name="connsiteX15" fmla="*/ 4606446 w 5079006"/>
                <a:gd name="connsiteY15" fmla="*/ 2520855 h 4592249"/>
                <a:gd name="connsiteX16" fmla="*/ 3806875 w 5079006"/>
                <a:gd name="connsiteY16" fmla="*/ 2715076 h 4592249"/>
                <a:gd name="connsiteX17" fmla="*/ 4464991 w 5079006"/>
                <a:gd name="connsiteY17" fmla="*/ 3685326 h 4592249"/>
                <a:gd name="connsiteX18" fmla="*/ 4257863 w 5079006"/>
                <a:gd name="connsiteY18" fmla="*/ 3846987 h 4592249"/>
                <a:gd name="connsiteX19" fmla="*/ 3234846 w 5079006"/>
                <a:gd name="connsiteY19" fmla="*/ 3422625 h 4592249"/>
                <a:gd name="connsiteX20" fmla="*/ 3108547 w 5079006"/>
                <a:gd name="connsiteY20" fmla="*/ 4460797 h 4592249"/>
                <a:gd name="connsiteX21" fmla="*/ 2776083 w 5079006"/>
                <a:gd name="connsiteY21" fmla="*/ 4512465 h 4592249"/>
                <a:gd name="connsiteX22" fmla="*/ 2417073 w 5079006"/>
                <a:gd name="connsiteY22" fmla="*/ 3713443 h 4592249"/>
                <a:gd name="connsiteX23" fmla="*/ 1678850 w 5079006"/>
                <a:gd name="connsiteY23" fmla="*/ 4266298 h 4592249"/>
                <a:gd name="connsiteX24" fmla="*/ 1161345 w 5079006"/>
                <a:gd name="connsiteY24" fmla="*/ 4216927 h 4592249"/>
                <a:gd name="connsiteX25" fmla="*/ 1545094 w 5079006"/>
                <a:gd name="connsiteY25" fmla="*/ 2896947 h 4592249"/>
                <a:gd name="connsiteX26" fmla="*/ 373563 w 5079006"/>
                <a:gd name="connsiteY26" fmla="*/ 2992837 h 4592249"/>
                <a:gd name="connsiteX27" fmla="*/ 25641 w 5079006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961178 w 5093693"/>
                <a:gd name="connsiteY16" fmla="*/ 2781559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168852 w 5095972"/>
                <a:gd name="connsiteY11" fmla="*/ 1349604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247571 w 5095972"/>
                <a:gd name="connsiteY1" fmla="*/ 2076050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94445 w 5095972"/>
                <a:gd name="connsiteY10" fmla="*/ 477104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614529 h 4485695"/>
                <a:gd name="connsiteX1" fmla="*/ 1247571 w 5095972"/>
                <a:gd name="connsiteY1" fmla="*/ 1969496 h 4485695"/>
                <a:gd name="connsiteX2" fmla="*/ 582112 w 5095972"/>
                <a:gd name="connsiteY2" fmla="*/ 1194259 h 4485695"/>
                <a:gd name="connsiteX3" fmla="*/ 457035 w 5095972"/>
                <a:gd name="connsiteY3" fmla="*/ 844684 h 4485695"/>
                <a:gd name="connsiteX4" fmla="*/ 867546 w 5095972"/>
                <a:gd name="connsiteY4" fmla="*/ 822942 h 4485695"/>
                <a:gd name="connsiteX5" fmla="*/ 1966018 w 5095972"/>
                <a:gd name="connsiteY5" fmla="*/ 1088448 h 4485695"/>
                <a:gd name="connsiteX6" fmla="*/ 2861175 w 5095972"/>
                <a:gd name="connsiteY6" fmla="*/ 0 h 4485695"/>
                <a:gd name="connsiteX7" fmla="*/ 3146302 w 5095972"/>
                <a:gd name="connsiteY7" fmla="*/ 1087312 h 4485695"/>
                <a:gd name="connsiteX8" fmla="*/ 4148777 w 5095972"/>
                <a:gd name="connsiteY8" fmla="*/ 464254 h 4485695"/>
                <a:gd name="connsiteX9" fmla="*/ 4680372 w 5095972"/>
                <a:gd name="connsiteY9" fmla="*/ 519822 h 4485695"/>
                <a:gd name="connsiteX10" fmla="*/ 4255280 w 5095972"/>
                <a:gd name="connsiteY10" fmla="*/ 1289589 h 4485695"/>
                <a:gd name="connsiteX11" fmla="*/ 3905187 w 5095972"/>
                <a:gd name="connsiteY11" fmla="*/ 1821583 h 4485695"/>
                <a:gd name="connsiteX12" fmla="*/ 4477698 w 5095972"/>
                <a:gd name="connsiteY12" fmla="*/ 1928245 h 4485695"/>
                <a:gd name="connsiteX13" fmla="*/ 5084889 w 5095972"/>
                <a:gd name="connsiteY13" fmla="*/ 2147987 h 4485695"/>
                <a:gd name="connsiteX14" fmla="*/ 4694264 w 5095972"/>
                <a:gd name="connsiteY14" fmla="*/ 2440895 h 4485695"/>
                <a:gd name="connsiteX15" fmla="*/ 3961178 w 5095972"/>
                <a:gd name="connsiteY15" fmla="*/ 2675005 h 4485695"/>
                <a:gd name="connsiteX16" fmla="*/ 4479678 w 5095972"/>
                <a:gd name="connsiteY16" fmla="*/ 3578772 h 4485695"/>
                <a:gd name="connsiteX17" fmla="*/ 4272550 w 5095972"/>
                <a:gd name="connsiteY17" fmla="*/ 3740433 h 4485695"/>
                <a:gd name="connsiteX18" fmla="*/ 3249533 w 5095972"/>
                <a:gd name="connsiteY18" fmla="*/ 3316071 h 4485695"/>
                <a:gd name="connsiteX19" fmla="*/ 3123234 w 5095972"/>
                <a:gd name="connsiteY19" fmla="*/ 4354243 h 4485695"/>
                <a:gd name="connsiteX20" fmla="*/ 2790770 w 5095972"/>
                <a:gd name="connsiteY20" fmla="*/ 4405911 h 4485695"/>
                <a:gd name="connsiteX21" fmla="*/ 2431760 w 5095972"/>
                <a:gd name="connsiteY21" fmla="*/ 3606889 h 4485695"/>
                <a:gd name="connsiteX22" fmla="*/ 1693537 w 5095972"/>
                <a:gd name="connsiteY22" fmla="*/ 4159744 h 4485695"/>
                <a:gd name="connsiteX23" fmla="*/ 1176032 w 5095972"/>
                <a:gd name="connsiteY23" fmla="*/ 4110373 h 4485695"/>
                <a:gd name="connsiteX24" fmla="*/ 1559781 w 5095972"/>
                <a:gd name="connsiteY24" fmla="*/ 2790393 h 4485695"/>
                <a:gd name="connsiteX25" fmla="*/ 388250 w 5095972"/>
                <a:gd name="connsiteY25" fmla="*/ 2886283 h 4485695"/>
                <a:gd name="connsiteX26" fmla="*/ 40328 w 5095972"/>
                <a:gd name="connsiteY26" fmla="*/ 2614529 h 4485695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4477698 w 5095972"/>
                <a:gd name="connsiteY11" fmla="*/ 2119647 h 4677097"/>
                <a:gd name="connsiteX12" fmla="*/ 5084889 w 5095972"/>
                <a:gd name="connsiteY12" fmla="*/ 2339389 h 4677097"/>
                <a:gd name="connsiteX13" fmla="*/ 4694264 w 5095972"/>
                <a:gd name="connsiteY13" fmla="*/ 2632297 h 4677097"/>
                <a:gd name="connsiteX14" fmla="*/ 3961178 w 5095972"/>
                <a:gd name="connsiteY14" fmla="*/ 2866407 h 4677097"/>
                <a:gd name="connsiteX15" fmla="*/ 4479678 w 5095972"/>
                <a:gd name="connsiteY15" fmla="*/ 3770174 h 4677097"/>
                <a:gd name="connsiteX16" fmla="*/ 4272550 w 5095972"/>
                <a:gd name="connsiteY16" fmla="*/ 3931835 h 4677097"/>
                <a:gd name="connsiteX17" fmla="*/ 3249533 w 5095972"/>
                <a:gd name="connsiteY17" fmla="*/ 3507473 h 4677097"/>
                <a:gd name="connsiteX18" fmla="*/ 3123234 w 5095972"/>
                <a:gd name="connsiteY18" fmla="*/ 4545645 h 4677097"/>
                <a:gd name="connsiteX19" fmla="*/ 2790770 w 5095972"/>
                <a:gd name="connsiteY19" fmla="*/ 4597313 h 4677097"/>
                <a:gd name="connsiteX20" fmla="*/ 2431760 w 5095972"/>
                <a:gd name="connsiteY20" fmla="*/ 3798291 h 4677097"/>
                <a:gd name="connsiteX21" fmla="*/ 1693537 w 5095972"/>
                <a:gd name="connsiteY21" fmla="*/ 4351146 h 4677097"/>
                <a:gd name="connsiteX22" fmla="*/ 1176032 w 5095972"/>
                <a:gd name="connsiteY22" fmla="*/ 4301775 h 4677097"/>
                <a:gd name="connsiteX23" fmla="*/ 1559781 w 5095972"/>
                <a:gd name="connsiteY23" fmla="*/ 2981795 h 4677097"/>
                <a:gd name="connsiteX24" fmla="*/ 388250 w 5095972"/>
                <a:gd name="connsiteY24" fmla="*/ 3077685 h 4677097"/>
                <a:gd name="connsiteX25" fmla="*/ 40328 w 5095972"/>
                <a:gd name="connsiteY25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4272550 w 5095972"/>
                <a:gd name="connsiteY15" fmla="*/ 3931835 h 4677097"/>
                <a:gd name="connsiteX16" fmla="*/ 3249533 w 5095972"/>
                <a:gd name="connsiteY16" fmla="*/ 3507473 h 4677097"/>
                <a:gd name="connsiteX17" fmla="*/ 3123234 w 5095972"/>
                <a:gd name="connsiteY17" fmla="*/ 4545645 h 4677097"/>
                <a:gd name="connsiteX18" fmla="*/ 2790770 w 5095972"/>
                <a:gd name="connsiteY18" fmla="*/ 4597313 h 4677097"/>
                <a:gd name="connsiteX19" fmla="*/ 2431760 w 5095972"/>
                <a:gd name="connsiteY19" fmla="*/ 3798291 h 4677097"/>
                <a:gd name="connsiteX20" fmla="*/ 1693537 w 5095972"/>
                <a:gd name="connsiteY20" fmla="*/ 4351146 h 4677097"/>
                <a:gd name="connsiteX21" fmla="*/ 1176032 w 5095972"/>
                <a:gd name="connsiteY21" fmla="*/ 4301775 h 4677097"/>
                <a:gd name="connsiteX22" fmla="*/ 1559781 w 5095972"/>
                <a:gd name="connsiteY22" fmla="*/ 2981795 h 4677097"/>
                <a:gd name="connsiteX23" fmla="*/ 388250 w 5095972"/>
                <a:gd name="connsiteY23" fmla="*/ 3077685 h 4677097"/>
                <a:gd name="connsiteX24" fmla="*/ 40328 w 5095972"/>
                <a:gd name="connsiteY24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3249533 w 5095972"/>
                <a:gd name="connsiteY15" fmla="*/ 3507473 h 4677097"/>
                <a:gd name="connsiteX16" fmla="*/ 3123234 w 5095972"/>
                <a:gd name="connsiteY16" fmla="*/ 4545645 h 4677097"/>
                <a:gd name="connsiteX17" fmla="*/ 2790770 w 5095972"/>
                <a:gd name="connsiteY17" fmla="*/ 4597313 h 4677097"/>
                <a:gd name="connsiteX18" fmla="*/ 2431760 w 5095972"/>
                <a:gd name="connsiteY18" fmla="*/ 3798291 h 4677097"/>
                <a:gd name="connsiteX19" fmla="*/ 1693537 w 5095972"/>
                <a:gd name="connsiteY19" fmla="*/ 4351146 h 4677097"/>
                <a:gd name="connsiteX20" fmla="*/ 1176032 w 5095972"/>
                <a:gd name="connsiteY20" fmla="*/ 4301775 h 4677097"/>
                <a:gd name="connsiteX21" fmla="*/ 1559781 w 5095972"/>
                <a:gd name="connsiteY21" fmla="*/ 2981795 h 4677097"/>
                <a:gd name="connsiteX22" fmla="*/ 388250 w 5095972"/>
                <a:gd name="connsiteY22" fmla="*/ 3077685 h 4677097"/>
                <a:gd name="connsiteX23" fmla="*/ 40328 w 5095972"/>
                <a:gd name="connsiteY23" fmla="*/ 2805931 h 4677097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693537 w 5095972"/>
                <a:gd name="connsiteY18" fmla="*/ 4351146 h 4547858"/>
                <a:gd name="connsiteX19" fmla="*/ 1176032 w 5095972"/>
                <a:gd name="connsiteY19" fmla="*/ 4301775 h 4547858"/>
                <a:gd name="connsiteX20" fmla="*/ 1559781 w 5095972"/>
                <a:gd name="connsiteY20" fmla="*/ 2981795 h 4547858"/>
                <a:gd name="connsiteX21" fmla="*/ 388250 w 5095972"/>
                <a:gd name="connsiteY21" fmla="*/ 3077685 h 4547858"/>
                <a:gd name="connsiteX22" fmla="*/ 40328 w 5095972"/>
                <a:gd name="connsiteY22" fmla="*/ 2805931 h 4547858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176032 w 5095972"/>
                <a:gd name="connsiteY18" fmla="*/ 4301775 h 4547858"/>
                <a:gd name="connsiteX19" fmla="*/ 1559781 w 5095972"/>
                <a:gd name="connsiteY19" fmla="*/ 2981795 h 4547858"/>
                <a:gd name="connsiteX20" fmla="*/ 388250 w 5095972"/>
                <a:gd name="connsiteY20" fmla="*/ 3077685 h 4547858"/>
                <a:gd name="connsiteX21" fmla="*/ 40328 w 5095972"/>
                <a:gd name="connsiteY21" fmla="*/ 2805931 h 4547858"/>
                <a:gd name="connsiteX0" fmla="*/ 40328 w 5095972"/>
                <a:gd name="connsiteY0" fmla="*/ 2805931 h 4842127"/>
                <a:gd name="connsiteX1" fmla="*/ 1247571 w 5095972"/>
                <a:gd name="connsiteY1" fmla="*/ 2160898 h 4842127"/>
                <a:gd name="connsiteX2" fmla="*/ 582112 w 5095972"/>
                <a:gd name="connsiteY2" fmla="*/ 1385661 h 4842127"/>
                <a:gd name="connsiteX3" fmla="*/ 457035 w 5095972"/>
                <a:gd name="connsiteY3" fmla="*/ 1036086 h 4842127"/>
                <a:gd name="connsiteX4" fmla="*/ 867546 w 5095972"/>
                <a:gd name="connsiteY4" fmla="*/ 1014344 h 4842127"/>
                <a:gd name="connsiteX5" fmla="*/ 1966018 w 5095972"/>
                <a:gd name="connsiteY5" fmla="*/ 1279850 h 4842127"/>
                <a:gd name="connsiteX6" fmla="*/ 2749948 w 5095972"/>
                <a:gd name="connsiteY6" fmla="*/ 0 h 4842127"/>
                <a:gd name="connsiteX7" fmla="*/ 3146302 w 5095972"/>
                <a:gd name="connsiteY7" fmla="*/ 1278714 h 4842127"/>
                <a:gd name="connsiteX8" fmla="*/ 4680372 w 5095972"/>
                <a:gd name="connsiteY8" fmla="*/ 711224 h 4842127"/>
                <a:gd name="connsiteX9" fmla="*/ 4255280 w 5095972"/>
                <a:gd name="connsiteY9" fmla="*/ 1480991 h 4842127"/>
                <a:gd name="connsiteX10" fmla="*/ 3905187 w 5095972"/>
                <a:gd name="connsiteY10" fmla="*/ 2012985 h 4842127"/>
                <a:gd name="connsiteX11" fmla="*/ 5084889 w 5095972"/>
                <a:gd name="connsiteY11" fmla="*/ 2339389 h 4842127"/>
                <a:gd name="connsiteX12" fmla="*/ 4694264 w 5095972"/>
                <a:gd name="connsiteY12" fmla="*/ 2632297 h 4842127"/>
                <a:gd name="connsiteX13" fmla="*/ 3961178 w 5095972"/>
                <a:gd name="connsiteY13" fmla="*/ 2866407 h 4842127"/>
                <a:gd name="connsiteX14" fmla="*/ 4479678 w 5095972"/>
                <a:gd name="connsiteY14" fmla="*/ 3770174 h 4842127"/>
                <a:gd name="connsiteX15" fmla="*/ 3249533 w 5095972"/>
                <a:gd name="connsiteY15" fmla="*/ 3507473 h 4842127"/>
                <a:gd name="connsiteX16" fmla="*/ 3166568 w 5095972"/>
                <a:gd name="connsiteY16" fmla="*/ 4840512 h 4842127"/>
                <a:gd name="connsiteX17" fmla="*/ 2431760 w 5095972"/>
                <a:gd name="connsiteY17" fmla="*/ 3798291 h 4842127"/>
                <a:gd name="connsiteX18" fmla="*/ 1176032 w 5095972"/>
                <a:gd name="connsiteY18" fmla="*/ 4301775 h 4842127"/>
                <a:gd name="connsiteX19" fmla="*/ 1559781 w 5095972"/>
                <a:gd name="connsiteY19" fmla="*/ 2981795 h 4842127"/>
                <a:gd name="connsiteX20" fmla="*/ 388250 w 5095972"/>
                <a:gd name="connsiteY20" fmla="*/ 3077685 h 4842127"/>
                <a:gd name="connsiteX21" fmla="*/ 40328 w 5095972"/>
                <a:gd name="connsiteY21" fmla="*/ 2805931 h 4842127"/>
                <a:gd name="connsiteX0" fmla="*/ 40328 w 5095972"/>
                <a:gd name="connsiteY0" fmla="*/ 2805931 h 4842017"/>
                <a:gd name="connsiteX1" fmla="*/ 1247571 w 5095972"/>
                <a:gd name="connsiteY1" fmla="*/ 2160898 h 4842017"/>
                <a:gd name="connsiteX2" fmla="*/ 582112 w 5095972"/>
                <a:gd name="connsiteY2" fmla="*/ 1385661 h 4842017"/>
                <a:gd name="connsiteX3" fmla="*/ 457035 w 5095972"/>
                <a:gd name="connsiteY3" fmla="*/ 1036086 h 4842017"/>
                <a:gd name="connsiteX4" fmla="*/ 867546 w 5095972"/>
                <a:gd name="connsiteY4" fmla="*/ 1014344 h 4842017"/>
                <a:gd name="connsiteX5" fmla="*/ 1966018 w 5095972"/>
                <a:gd name="connsiteY5" fmla="*/ 1279850 h 4842017"/>
                <a:gd name="connsiteX6" fmla="*/ 2749948 w 5095972"/>
                <a:gd name="connsiteY6" fmla="*/ 0 h 4842017"/>
                <a:gd name="connsiteX7" fmla="*/ 3146302 w 5095972"/>
                <a:gd name="connsiteY7" fmla="*/ 1278714 h 4842017"/>
                <a:gd name="connsiteX8" fmla="*/ 4680372 w 5095972"/>
                <a:gd name="connsiteY8" fmla="*/ 711224 h 4842017"/>
                <a:gd name="connsiteX9" fmla="*/ 4255280 w 5095972"/>
                <a:gd name="connsiteY9" fmla="*/ 1480991 h 4842017"/>
                <a:gd name="connsiteX10" fmla="*/ 3905187 w 5095972"/>
                <a:gd name="connsiteY10" fmla="*/ 2012985 h 4842017"/>
                <a:gd name="connsiteX11" fmla="*/ 5084889 w 5095972"/>
                <a:gd name="connsiteY11" fmla="*/ 2339389 h 4842017"/>
                <a:gd name="connsiteX12" fmla="*/ 4694264 w 5095972"/>
                <a:gd name="connsiteY12" fmla="*/ 2632297 h 4842017"/>
                <a:gd name="connsiteX13" fmla="*/ 3961178 w 5095972"/>
                <a:gd name="connsiteY13" fmla="*/ 2866407 h 4842017"/>
                <a:gd name="connsiteX14" fmla="*/ 4479678 w 5095972"/>
                <a:gd name="connsiteY14" fmla="*/ 3770174 h 4842017"/>
                <a:gd name="connsiteX15" fmla="*/ 3249533 w 5095972"/>
                <a:gd name="connsiteY15" fmla="*/ 3507473 h 4842017"/>
                <a:gd name="connsiteX16" fmla="*/ 3166568 w 5095972"/>
                <a:gd name="connsiteY16" fmla="*/ 4840512 h 4842017"/>
                <a:gd name="connsiteX17" fmla="*/ 2404406 w 5095972"/>
                <a:gd name="connsiteY17" fmla="*/ 3718173 h 4842017"/>
                <a:gd name="connsiteX18" fmla="*/ 1176032 w 5095972"/>
                <a:gd name="connsiteY18" fmla="*/ 4301775 h 4842017"/>
                <a:gd name="connsiteX19" fmla="*/ 1559781 w 5095972"/>
                <a:gd name="connsiteY19" fmla="*/ 2981795 h 4842017"/>
                <a:gd name="connsiteX20" fmla="*/ 388250 w 5095972"/>
                <a:gd name="connsiteY20" fmla="*/ 3077685 h 4842017"/>
                <a:gd name="connsiteX21" fmla="*/ 40328 w 5095972"/>
                <a:gd name="connsiteY21" fmla="*/ 2805931 h 4842017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075419 w 5095972"/>
                <a:gd name="connsiteY18" fmla="*/ 4437056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0 w 5055644"/>
                <a:gd name="connsiteY0" fmla="*/ 2805931 h 4841960"/>
                <a:gd name="connsiteX1" fmla="*/ 1207243 w 5055644"/>
                <a:gd name="connsiteY1" fmla="*/ 2160898 h 4841960"/>
                <a:gd name="connsiteX2" fmla="*/ 541784 w 5055644"/>
                <a:gd name="connsiteY2" fmla="*/ 1385661 h 4841960"/>
                <a:gd name="connsiteX3" fmla="*/ 416707 w 5055644"/>
                <a:gd name="connsiteY3" fmla="*/ 1036086 h 4841960"/>
                <a:gd name="connsiteX4" fmla="*/ 827218 w 5055644"/>
                <a:gd name="connsiteY4" fmla="*/ 1014344 h 4841960"/>
                <a:gd name="connsiteX5" fmla="*/ 1925690 w 5055644"/>
                <a:gd name="connsiteY5" fmla="*/ 1279850 h 4841960"/>
                <a:gd name="connsiteX6" fmla="*/ 2709620 w 5055644"/>
                <a:gd name="connsiteY6" fmla="*/ 0 h 4841960"/>
                <a:gd name="connsiteX7" fmla="*/ 3105974 w 5055644"/>
                <a:gd name="connsiteY7" fmla="*/ 1278714 h 4841960"/>
                <a:gd name="connsiteX8" fmla="*/ 4640044 w 5055644"/>
                <a:gd name="connsiteY8" fmla="*/ 711224 h 4841960"/>
                <a:gd name="connsiteX9" fmla="*/ 4214952 w 5055644"/>
                <a:gd name="connsiteY9" fmla="*/ 1480991 h 4841960"/>
                <a:gd name="connsiteX10" fmla="*/ 3864859 w 5055644"/>
                <a:gd name="connsiteY10" fmla="*/ 2012985 h 4841960"/>
                <a:gd name="connsiteX11" fmla="*/ 5044561 w 5055644"/>
                <a:gd name="connsiteY11" fmla="*/ 2339389 h 4841960"/>
                <a:gd name="connsiteX12" fmla="*/ 4653936 w 5055644"/>
                <a:gd name="connsiteY12" fmla="*/ 2632297 h 4841960"/>
                <a:gd name="connsiteX13" fmla="*/ 3920850 w 5055644"/>
                <a:gd name="connsiteY13" fmla="*/ 2866407 h 4841960"/>
                <a:gd name="connsiteX14" fmla="*/ 4439350 w 5055644"/>
                <a:gd name="connsiteY14" fmla="*/ 3770174 h 4841960"/>
                <a:gd name="connsiteX15" fmla="*/ 3209205 w 5055644"/>
                <a:gd name="connsiteY15" fmla="*/ 3507473 h 4841960"/>
                <a:gd name="connsiteX16" fmla="*/ 3126240 w 5055644"/>
                <a:gd name="connsiteY16" fmla="*/ 4840512 h 4841960"/>
                <a:gd name="connsiteX17" fmla="*/ 2364078 w 5055644"/>
                <a:gd name="connsiteY17" fmla="*/ 3718173 h 4841960"/>
                <a:gd name="connsiteX18" fmla="*/ 1035091 w 5055644"/>
                <a:gd name="connsiteY18" fmla="*/ 4437056 h 4841960"/>
                <a:gd name="connsiteX19" fmla="*/ 1519453 w 5055644"/>
                <a:gd name="connsiteY19" fmla="*/ 2981795 h 4841960"/>
                <a:gd name="connsiteX20" fmla="*/ 0 w 5055644"/>
                <a:gd name="connsiteY20" fmla="*/ 2805931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599657 w 5113517"/>
                <a:gd name="connsiteY2" fmla="*/ 1385661 h 4841960"/>
                <a:gd name="connsiteX3" fmla="*/ 474580 w 5113517"/>
                <a:gd name="connsiteY3" fmla="*/ 1036086 h 4841960"/>
                <a:gd name="connsiteX4" fmla="*/ 885091 w 5113517"/>
                <a:gd name="connsiteY4" fmla="*/ 1014344 h 4841960"/>
                <a:gd name="connsiteX5" fmla="*/ 1983563 w 5113517"/>
                <a:gd name="connsiteY5" fmla="*/ 1279850 h 4841960"/>
                <a:gd name="connsiteX6" fmla="*/ 2767493 w 5113517"/>
                <a:gd name="connsiteY6" fmla="*/ 0 h 4841960"/>
                <a:gd name="connsiteX7" fmla="*/ 3163847 w 5113517"/>
                <a:gd name="connsiteY7" fmla="*/ 1278714 h 4841960"/>
                <a:gd name="connsiteX8" fmla="*/ 4697917 w 5113517"/>
                <a:gd name="connsiteY8" fmla="*/ 711224 h 4841960"/>
                <a:gd name="connsiteX9" fmla="*/ 4272825 w 5113517"/>
                <a:gd name="connsiteY9" fmla="*/ 1480991 h 4841960"/>
                <a:gd name="connsiteX10" fmla="*/ 3922732 w 5113517"/>
                <a:gd name="connsiteY10" fmla="*/ 2012985 h 4841960"/>
                <a:gd name="connsiteX11" fmla="*/ 5102434 w 5113517"/>
                <a:gd name="connsiteY11" fmla="*/ 2339389 h 4841960"/>
                <a:gd name="connsiteX12" fmla="*/ 4711809 w 5113517"/>
                <a:gd name="connsiteY12" fmla="*/ 2632297 h 4841960"/>
                <a:gd name="connsiteX13" fmla="*/ 3978723 w 5113517"/>
                <a:gd name="connsiteY13" fmla="*/ 2866407 h 4841960"/>
                <a:gd name="connsiteX14" fmla="*/ 4497223 w 5113517"/>
                <a:gd name="connsiteY14" fmla="*/ 3770174 h 4841960"/>
                <a:gd name="connsiteX15" fmla="*/ 3267078 w 5113517"/>
                <a:gd name="connsiteY15" fmla="*/ 3507473 h 4841960"/>
                <a:gd name="connsiteX16" fmla="*/ 3184113 w 5113517"/>
                <a:gd name="connsiteY16" fmla="*/ 4840512 h 4841960"/>
                <a:gd name="connsiteX17" fmla="*/ 2421951 w 5113517"/>
                <a:gd name="connsiteY17" fmla="*/ 3718173 h 4841960"/>
                <a:gd name="connsiteX18" fmla="*/ 1092964 w 5113517"/>
                <a:gd name="connsiteY18" fmla="*/ 4437056 h 4841960"/>
                <a:gd name="connsiteX19" fmla="*/ 1577326 w 5113517"/>
                <a:gd name="connsiteY19" fmla="*/ 2981795 h 4841960"/>
                <a:gd name="connsiteX20" fmla="*/ -1 w 5113517"/>
                <a:gd name="connsiteY20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599659 w 5113519"/>
                <a:gd name="connsiteY2" fmla="*/ 1385661 h 4841960"/>
                <a:gd name="connsiteX3" fmla="*/ 474582 w 5113519"/>
                <a:gd name="connsiteY3" fmla="*/ 1036086 h 4841960"/>
                <a:gd name="connsiteX4" fmla="*/ 885093 w 5113519"/>
                <a:gd name="connsiteY4" fmla="*/ 1014344 h 4841960"/>
                <a:gd name="connsiteX5" fmla="*/ 1983565 w 5113519"/>
                <a:gd name="connsiteY5" fmla="*/ 1279850 h 4841960"/>
                <a:gd name="connsiteX6" fmla="*/ 2767495 w 5113519"/>
                <a:gd name="connsiteY6" fmla="*/ 0 h 4841960"/>
                <a:gd name="connsiteX7" fmla="*/ 3163849 w 5113519"/>
                <a:gd name="connsiteY7" fmla="*/ 1278714 h 4841960"/>
                <a:gd name="connsiteX8" fmla="*/ 4697919 w 5113519"/>
                <a:gd name="connsiteY8" fmla="*/ 711224 h 4841960"/>
                <a:gd name="connsiteX9" fmla="*/ 4272827 w 5113519"/>
                <a:gd name="connsiteY9" fmla="*/ 1480991 h 4841960"/>
                <a:gd name="connsiteX10" fmla="*/ 3922734 w 5113519"/>
                <a:gd name="connsiteY10" fmla="*/ 2012985 h 4841960"/>
                <a:gd name="connsiteX11" fmla="*/ 5102436 w 5113519"/>
                <a:gd name="connsiteY11" fmla="*/ 2339389 h 4841960"/>
                <a:gd name="connsiteX12" fmla="*/ 4711811 w 5113519"/>
                <a:gd name="connsiteY12" fmla="*/ 2632297 h 4841960"/>
                <a:gd name="connsiteX13" fmla="*/ 3978725 w 5113519"/>
                <a:gd name="connsiteY13" fmla="*/ 2866407 h 4841960"/>
                <a:gd name="connsiteX14" fmla="*/ 4497225 w 5113519"/>
                <a:gd name="connsiteY14" fmla="*/ 3770174 h 4841960"/>
                <a:gd name="connsiteX15" fmla="*/ 3267080 w 5113519"/>
                <a:gd name="connsiteY15" fmla="*/ 3507473 h 4841960"/>
                <a:gd name="connsiteX16" fmla="*/ 3184115 w 5113519"/>
                <a:gd name="connsiteY16" fmla="*/ 4840512 h 4841960"/>
                <a:gd name="connsiteX17" fmla="*/ 2421953 w 5113519"/>
                <a:gd name="connsiteY17" fmla="*/ 3718173 h 4841960"/>
                <a:gd name="connsiteX18" fmla="*/ 1092966 w 5113519"/>
                <a:gd name="connsiteY18" fmla="*/ 4437056 h 4841960"/>
                <a:gd name="connsiteX19" fmla="*/ 1577328 w 5113519"/>
                <a:gd name="connsiteY19" fmla="*/ 2981795 h 4841960"/>
                <a:gd name="connsiteX20" fmla="*/ 1 w 5113519"/>
                <a:gd name="connsiteY20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74580 w 5113517"/>
                <a:gd name="connsiteY2" fmla="*/ 1036086 h 4841960"/>
                <a:gd name="connsiteX3" fmla="*/ 885091 w 5113517"/>
                <a:gd name="connsiteY3" fmla="*/ 1014344 h 4841960"/>
                <a:gd name="connsiteX4" fmla="*/ 1983563 w 5113517"/>
                <a:gd name="connsiteY4" fmla="*/ 1279850 h 4841960"/>
                <a:gd name="connsiteX5" fmla="*/ 2767493 w 5113517"/>
                <a:gd name="connsiteY5" fmla="*/ 0 h 4841960"/>
                <a:gd name="connsiteX6" fmla="*/ 3163847 w 5113517"/>
                <a:gd name="connsiteY6" fmla="*/ 1278714 h 4841960"/>
                <a:gd name="connsiteX7" fmla="*/ 4697917 w 5113517"/>
                <a:gd name="connsiteY7" fmla="*/ 711224 h 4841960"/>
                <a:gd name="connsiteX8" fmla="*/ 4272825 w 5113517"/>
                <a:gd name="connsiteY8" fmla="*/ 1480991 h 4841960"/>
                <a:gd name="connsiteX9" fmla="*/ 3922732 w 5113517"/>
                <a:gd name="connsiteY9" fmla="*/ 2012985 h 4841960"/>
                <a:gd name="connsiteX10" fmla="*/ 5102434 w 5113517"/>
                <a:gd name="connsiteY10" fmla="*/ 2339389 h 4841960"/>
                <a:gd name="connsiteX11" fmla="*/ 4711809 w 5113517"/>
                <a:gd name="connsiteY11" fmla="*/ 2632297 h 4841960"/>
                <a:gd name="connsiteX12" fmla="*/ 3978723 w 5113517"/>
                <a:gd name="connsiteY12" fmla="*/ 2866407 h 4841960"/>
                <a:gd name="connsiteX13" fmla="*/ 4497223 w 5113517"/>
                <a:gd name="connsiteY13" fmla="*/ 3770174 h 4841960"/>
                <a:gd name="connsiteX14" fmla="*/ 3267078 w 5113517"/>
                <a:gd name="connsiteY14" fmla="*/ 3507473 h 4841960"/>
                <a:gd name="connsiteX15" fmla="*/ 3184113 w 5113517"/>
                <a:gd name="connsiteY15" fmla="*/ 4840512 h 4841960"/>
                <a:gd name="connsiteX16" fmla="*/ 2421951 w 5113517"/>
                <a:gd name="connsiteY16" fmla="*/ 3718173 h 4841960"/>
                <a:gd name="connsiteX17" fmla="*/ 1092964 w 5113517"/>
                <a:gd name="connsiteY17" fmla="*/ 4437056 h 4841960"/>
                <a:gd name="connsiteX18" fmla="*/ 1577326 w 5113517"/>
                <a:gd name="connsiteY18" fmla="*/ 2981795 h 4841960"/>
                <a:gd name="connsiteX19" fmla="*/ -1 w 5113517"/>
                <a:gd name="connsiteY19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74582 w 5113519"/>
                <a:gd name="connsiteY2" fmla="*/ 103608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02498"/>
                <a:gd name="connsiteY0" fmla="*/ 2871567 h 4841960"/>
                <a:gd name="connsiteX1" fmla="*/ 1265118 w 5102498"/>
                <a:gd name="connsiteY1" fmla="*/ 2160898 h 4841960"/>
                <a:gd name="connsiteX2" fmla="*/ 485508 w 5102498"/>
                <a:gd name="connsiteY2" fmla="*/ 933726 h 4841960"/>
                <a:gd name="connsiteX3" fmla="*/ 1983565 w 5102498"/>
                <a:gd name="connsiteY3" fmla="*/ 1279850 h 4841960"/>
                <a:gd name="connsiteX4" fmla="*/ 2767495 w 5102498"/>
                <a:gd name="connsiteY4" fmla="*/ 0 h 4841960"/>
                <a:gd name="connsiteX5" fmla="*/ 3163849 w 5102498"/>
                <a:gd name="connsiteY5" fmla="*/ 1278714 h 4841960"/>
                <a:gd name="connsiteX6" fmla="*/ 4697919 w 5102498"/>
                <a:gd name="connsiteY6" fmla="*/ 711224 h 4841960"/>
                <a:gd name="connsiteX7" fmla="*/ 4272827 w 5102498"/>
                <a:gd name="connsiteY7" fmla="*/ 1480991 h 4841960"/>
                <a:gd name="connsiteX8" fmla="*/ 3922734 w 5102498"/>
                <a:gd name="connsiteY8" fmla="*/ 2012985 h 4841960"/>
                <a:gd name="connsiteX9" fmla="*/ 5102436 w 5102498"/>
                <a:gd name="connsiteY9" fmla="*/ 2339389 h 4841960"/>
                <a:gd name="connsiteX10" fmla="*/ 3978725 w 5102498"/>
                <a:gd name="connsiteY10" fmla="*/ 2866407 h 4841960"/>
                <a:gd name="connsiteX11" fmla="*/ 4497225 w 5102498"/>
                <a:gd name="connsiteY11" fmla="*/ 3770174 h 4841960"/>
                <a:gd name="connsiteX12" fmla="*/ 3267080 w 5102498"/>
                <a:gd name="connsiteY12" fmla="*/ 3507473 h 4841960"/>
                <a:gd name="connsiteX13" fmla="*/ 3184115 w 5102498"/>
                <a:gd name="connsiteY13" fmla="*/ 4840512 h 4841960"/>
                <a:gd name="connsiteX14" fmla="*/ 2421953 w 5102498"/>
                <a:gd name="connsiteY14" fmla="*/ 3718173 h 4841960"/>
                <a:gd name="connsiteX15" fmla="*/ 1092966 w 5102498"/>
                <a:gd name="connsiteY15" fmla="*/ 4437056 h 4841960"/>
                <a:gd name="connsiteX16" fmla="*/ 1577328 w 5102498"/>
                <a:gd name="connsiteY16" fmla="*/ 2981795 h 4841960"/>
                <a:gd name="connsiteX17" fmla="*/ 1 w 5102498"/>
                <a:gd name="connsiteY17" fmla="*/ 2871567 h 4841960"/>
                <a:gd name="connsiteX0" fmla="*/ -1 w 5102490"/>
                <a:gd name="connsiteY0" fmla="*/ 2871567 h 4841960"/>
                <a:gd name="connsiteX1" fmla="*/ 1265116 w 5102490"/>
                <a:gd name="connsiteY1" fmla="*/ 2160898 h 4841960"/>
                <a:gd name="connsiteX2" fmla="*/ 485506 w 5102490"/>
                <a:gd name="connsiteY2" fmla="*/ 933726 h 4841960"/>
                <a:gd name="connsiteX3" fmla="*/ 1983563 w 5102490"/>
                <a:gd name="connsiteY3" fmla="*/ 1279850 h 4841960"/>
                <a:gd name="connsiteX4" fmla="*/ 2767493 w 5102490"/>
                <a:gd name="connsiteY4" fmla="*/ 0 h 4841960"/>
                <a:gd name="connsiteX5" fmla="*/ 3163847 w 5102490"/>
                <a:gd name="connsiteY5" fmla="*/ 1278714 h 4841960"/>
                <a:gd name="connsiteX6" fmla="*/ 4697917 w 5102490"/>
                <a:gd name="connsiteY6" fmla="*/ 711224 h 4841960"/>
                <a:gd name="connsiteX7" fmla="*/ 4272825 w 5102490"/>
                <a:gd name="connsiteY7" fmla="*/ 1480991 h 4841960"/>
                <a:gd name="connsiteX8" fmla="*/ 3922732 w 5102490"/>
                <a:gd name="connsiteY8" fmla="*/ 2012985 h 4841960"/>
                <a:gd name="connsiteX9" fmla="*/ 5102434 w 5102490"/>
                <a:gd name="connsiteY9" fmla="*/ 2339389 h 4841960"/>
                <a:gd name="connsiteX10" fmla="*/ 3863684 w 5102490"/>
                <a:gd name="connsiteY10" fmla="*/ 2811641 h 4841960"/>
                <a:gd name="connsiteX11" fmla="*/ 4497223 w 5102490"/>
                <a:gd name="connsiteY11" fmla="*/ 3770174 h 4841960"/>
                <a:gd name="connsiteX12" fmla="*/ 3267078 w 5102490"/>
                <a:gd name="connsiteY12" fmla="*/ 3507473 h 4841960"/>
                <a:gd name="connsiteX13" fmla="*/ 3184113 w 5102490"/>
                <a:gd name="connsiteY13" fmla="*/ 4840512 h 4841960"/>
                <a:gd name="connsiteX14" fmla="*/ 2421951 w 5102490"/>
                <a:gd name="connsiteY14" fmla="*/ 3718173 h 4841960"/>
                <a:gd name="connsiteX15" fmla="*/ 1092964 w 5102490"/>
                <a:gd name="connsiteY15" fmla="*/ 4437056 h 4841960"/>
                <a:gd name="connsiteX16" fmla="*/ 1577326 w 5102490"/>
                <a:gd name="connsiteY16" fmla="*/ 2981795 h 4841960"/>
                <a:gd name="connsiteX17" fmla="*/ -1 w 5102490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265116 w 5102525"/>
                <a:gd name="connsiteY1" fmla="*/ 2160898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332556 w 5102525"/>
                <a:gd name="connsiteY1" fmla="*/ 2089701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17930 w 5102527"/>
                <a:gd name="connsiteY12" fmla="*/ 3356807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2320372 w 5102525"/>
                <a:gd name="connsiteY3" fmla="*/ 1553982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349200 w 5102525"/>
                <a:gd name="connsiteY12" fmla="*/ 3472552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2253600 w 5102525"/>
                <a:gd name="connsiteY3" fmla="*/ 1457047 h 4841960"/>
                <a:gd name="connsiteX4" fmla="*/ 2767493 w 5102525"/>
                <a:gd name="connsiteY4" fmla="*/ 0 h 4841960"/>
                <a:gd name="connsiteX5" fmla="*/ 3180840 w 5102525"/>
                <a:gd name="connsiteY5" fmla="*/ 1613401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349200 w 5102525"/>
                <a:gd name="connsiteY12" fmla="*/ 3472552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2253602 w 5102527"/>
                <a:gd name="connsiteY3" fmla="*/ 1457047 h 4841960"/>
                <a:gd name="connsiteX4" fmla="*/ 2767495 w 5102527"/>
                <a:gd name="connsiteY4" fmla="*/ 0 h 4841960"/>
                <a:gd name="connsiteX5" fmla="*/ 3180842 w 5102527"/>
                <a:gd name="connsiteY5" fmla="*/ 1613401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 w 5102527"/>
                <a:gd name="connsiteY0" fmla="*/ 2871943 h 4842336"/>
                <a:gd name="connsiteX1" fmla="*/ 1612943 w 5102527"/>
                <a:gd name="connsiteY1" fmla="*/ 2131971 h 4842336"/>
                <a:gd name="connsiteX2" fmla="*/ 485508 w 5102527"/>
                <a:gd name="connsiteY2" fmla="*/ 934102 h 4842336"/>
                <a:gd name="connsiteX3" fmla="*/ 2253602 w 5102527"/>
                <a:gd name="connsiteY3" fmla="*/ 1457423 h 4842336"/>
                <a:gd name="connsiteX4" fmla="*/ 2767495 w 5102527"/>
                <a:gd name="connsiteY4" fmla="*/ 376 h 4842336"/>
                <a:gd name="connsiteX5" fmla="*/ 3180842 w 5102527"/>
                <a:gd name="connsiteY5" fmla="*/ 1613777 h 4842336"/>
                <a:gd name="connsiteX6" fmla="*/ 4697919 w 5102527"/>
                <a:gd name="connsiteY6" fmla="*/ 711600 h 4842336"/>
                <a:gd name="connsiteX7" fmla="*/ 4272827 w 5102527"/>
                <a:gd name="connsiteY7" fmla="*/ 1481367 h 4842336"/>
                <a:gd name="connsiteX8" fmla="*/ 3922734 w 5102527"/>
                <a:gd name="connsiteY8" fmla="*/ 2013361 h 4842336"/>
                <a:gd name="connsiteX9" fmla="*/ 5102436 w 5102527"/>
                <a:gd name="connsiteY9" fmla="*/ 2339765 h 4842336"/>
                <a:gd name="connsiteX10" fmla="*/ 3863686 w 5102527"/>
                <a:gd name="connsiteY10" fmla="*/ 2812017 h 4842336"/>
                <a:gd name="connsiteX11" fmla="*/ 4828315 w 5102527"/>
                <a:gd name="connsiteY11" fmla="*/ 3987808 h 4842336"/>
                <a:gd name="connsiteX12" fmla="*/ 3349202 w 5102527"/>
                <a:gd name="connsiteY12" fmla="*/ 3472928 h 4842336"/>
                <a:gd name="connsiteX13" fmla="*/ 3184115 w 5102527"/>
                <a:gd name="connsiteY13" fmla="*/ 4840888 h 4842336"/>
                <a:gd name="connsiteX14" fmla="*/ 2421953 w 5102527"/>
                <a:gd name="connsiteY14" fmla="*/ 3718549 h 4842336"/>
                <a:gd name="connsiteX15" fmla="*/ 1092966 w 5102527"/>
                <a:gd name="connsiteY15" fmla="*/ 4437432 h 4842336"/>
                <a:gd name="connsiteX16" fmla="*/ 1577328 w 5102527"/>
                <a:gd name="connsiteY16" fmla="*/ 2982171 h 4842336"/>
                <a:gd name="connsiteX17" fmla="*/ 1 w 5102527"/>
                <a:gd name="connsiteY17" fmla="*/ 2871943 h 4842336"/>
                <a:gd name="connsiteX0" fmla="*/ 10941 w 5113467"/>
                <a:gd name="connsiteY0" fmla="*/ 2871943 h 4842336"/>
                <a:gd name="connsiteX1" fmla="*/ 1623883 w 5113467"/>
                <a:gd name="connsiteY1" fmla="*/ 2131971 h 4842336"/>
                <a:gd name="connsiteX2" fmla="*/ 496448 w 5113467"/>
                <a:gd name="connsiteY2" fmla="*/ 934102 h 4842336"/>
                <a:gd name="connsiteX3" fmla="*/ 2264542 w 5113467"/>
                <a:gd name="connsiteY3" fmla="*/ 1457423 h 4842336"/>
                <a:gd name="connsiteX4" fmla="*/ 2778435 w 5113467"/>
                <a:gd name="connsiteY4" fmla="*/ 376 h 4842336"/>
                <a:gd name="connsiteX5" fmla="*/ 3191782 w 5113467"/>
                <a:gd name="connsiteY5" fmla="*/ 1613777 h 4842336"/>
                <a:gd name="connsiteX6" fmla="*/ 4708859 w 5113467"/>
                <a:gd name="connsiteY6" fmla="*/ 711600 h 4842336"/>
                <a:gd name="connsiteX7" fmla="*/ 4283767 w 5113467"/>
                <a:gd name="connsiteY7" fmla="*/ 1481367 h 4842336"/>
                <a:gd name="connsiteX8" fmla="*/ 3933674 w 5113467"/>
                <a:gd name="connsiteY8" fmla="*/ 2013361 h 4842336"/>
                <a:gd name="connsiteX9" fmla="*/ 5113376 w 5113467"/>
                <a:gd name="connsiteY9" fmla="*/ 2339765 h 4842336"/>
                <a:gd name="connsiteX10" fmla="*/ 3874626 w 5113467"/>
                <a:gd name="connsiteY10" fmla="*/ 2812017 h 4842336"/>
                <a:gd name="connsiteX11" fmla="*/ 4839255 w 5113467"/>
                <a:gd name="connsiteY11" fmla="*/ 3987808 h 4842336"/>
                <a:gd name="connsiteX12" fmla="*/ 3360142 w 5113467"/>
                <a:gd name="connsiteY12" fmla="*/ 3472928 h 4842336"/>
                <a:gd name="connsiteX13" fmla="*/ 3195055 w 5113467"/>
                <a:gd name="connsiteY13" fmla="*/ 4840888 h 4842336"/>
                <a:gd name="connsiteX14" fmla="*/ 2432893 w 5113467"/>
                <a:gd name="connsiteY14" fmla="*/ 3718549 h 4842336"/>
                <a:gd name="connsiteX15" fmla="*/ 1103906 w 5113467"/>
                <a:gd name="connsiteY15" fmla="*/ 4437432 h 4842336"/>
                <a:gd name="connsiteX16" fmla="*/ 1588268 w 5113467"/>
                <a:gd name="connsiteY16" fmla="*/ 2982171 h 4842336"/>
                <a:gd name="connsiteX17" fmla="*/ 10941 w 5113467"/>
                <a:gd name="connsiteY17" fmla="*/ 2871943 h 4842336"/>
                <a:gd name="connsiteX0" fmla="*/ 10941 w 5113467"/>
                <a:gd name="connsiteY0" fmla="*/ 2871943 h 4842336"/>
                <a:gd name="connsiteX1" fmla="*/ 1623883 w 5113467"/>
                <a:gd name="connsiteY1" fmla="*/ 2131971 h 4842336"/>
                <a:gd name="connsiteX2" fmla="*/ 496448 w 5113467"/>
                <a:gd name="connsiteY2" fmla="*/ 934102 h 4842336"/>
                <a:gd name="connsiteX3" fmla="*/ 2264542 w 5113467"/>
                <a:gd name="connsiteY3" fmla="*/ 1457423 h 4842336"/>
                <a:gd name="connsiteX4" fmla="*/ 2778435 w 5113467"/>
                <a:gd name="connsiteY4" fmla="*/ 376 h 4842336"/>
                <a:gd name="connsiteX5" fmla="*/ 3191782 w 5113467"/>
                <a:gd name="connsiteY5" fmla="*/ 1613777 h 4842336"/>
                <a:gd name="connsiteX6" fmla="*/ 4708859 w 5113467"/>
                <a:gd name="connsiteY6" fmla="*/ 711600 h 4842336"/>
                <a:gd name="connsiteX7" fmla="*/ 4283767 w 5113467"/>
                <a:gd name="connsiteY7" fmla="*/ 1481367 h 4842336"/>
                <a:gd name="connsiteX8" fmla="*/ 3933674 w 5113467"/>
                <a:gd name="connsiteY8" fmla="*/ 2013361 h 4842336"/>
                <a:gd name="connsiteX9" fmla="*/ 5113376 w 5113467"/>
                <a:gd name="connsiteY9" fmla="*/ 2339765 h 4842336"/>
                <a:gd name="connsiteX10" fmla="*/ 3874626 w 5113467"/>
                <a:gd name="connsiteY10" fmla="*/ 2812017 h 4842336"/>
                <a:gd name="connsiteX11" fmla="*/ 4839255 w 5113467"/>
                <a:gd name="connsiteY11" fmla="*/ 3987808 h 4842336"/>
                <a:gd name="connsiteX12" fmla="*/ 3360142 w 5113467"/>
                <a:gd name="connsiteY12" fmla="*/ 3472928 h 4842336"/>
                <a:gd name="connsiteX13" fmla="*/ 3195055 w 5113467"/>
                <a:gd name="connsiteY13" fmla="*/ 4840888 h 4842336"/>
                <a:gd name="connsiteX14" fmla="*/ 2432893 w 5113467"/>
                <a:gd name="connsiteY14" fmla="*/ 3718549 h 4842336"/>
                <a:gd name="connsiteX15" fmla="*/ 1103906 w 5113467"/>
                <a:gd name="connsiteY15" fmla="*/ 4437432 h 4842336"/>
                <a:gd name="connsiteX16" fmla="*/ 1588268 w 5113467"/>
                <a:gd name="connsiteY16" fmla="*/ 2982171 h 4842336"/>
                <a:gd name="connsiteX17" fmla="*/ 10941 w 5113467"/>
                <a:gd name="connsiteY17" fmla="*/ 2871943 h 484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113467" h="4842336">
                  <a:moveTo>
                    <a:pt x="10941" y="2871943"/>
                  </a:moveTo>
                  <a:cubicBezTo>
                    <a:pt x="-133165" y="2864186"/>
                    <a:pt x="1186011" y="2342550"/>
                    <a:pt x="1623883" y="2131971"/>
                  </a:cubicBezTo>
                  <a:cubicBezTo>
                    <a:pt x="1463522" y="1944955"/>
                    <a:pt x="559785" y="1125194"/>
                    <a:pt x="496448" y="934102"/>
                  </a:cubicBezTo>
                  <a:cubicBezTo>
                    <a:pt x="496242" y="859702"/>
                    <a:pt x="2167940" y="1438559"/>
                    <a:pt x="2264542" y="1457423"/>
                  </a:cubicBezTo>
                  <a:cubicBezTo>
                    <a:pt x="2383985" y="1210092"/>
                    <a:pt x="2572744" y="370638"/>
                    <a:pt x="2778435" y="376"/>
                  </a:cubicBezTo>
                  <a:cubicBezTo>
                    <a:pt x="2864730" y="-25098"/>
                    <a:pt x="3096740" y="1251340"/>
                    <a:pt x="3191782" y="1613777"/>
                  </a:cubicBezTo>
                  <a:cubicBezTo>
                    <a:pt x="3846850" y="1216373"/>
                    <a:pt x="4524029" y="677887"/>
                    <a:pt x="4708859" y="711600"/>
                  </a:cubicBezTo>
                  <a:cubicBezTo>
                    <a:pt x="4682029" y="917420"/>
                    <a:pt x="4379632" y="1342752"/>
                    <a:pt x="4283767" y="1481367"/>
                  </a:cubicBezTo>
                  <a:lnTo>
                    <a:pt x="3933674" y="2013361"/>
                  </a:lnTo>
                  <a:cubicBezTo>
                    <a:pt x="4199296" y="2079989"/>
                    <a:pt x="4981863" y="2236546"/>
                    <a:pt x="5113376" y="2339765"/>
                  </a:cubicBezTo>
                  <a:cubicBezTo>
                    <a:pt x="5122708" y="2482002"/>
                    <a:pt x="4414109" y="2568301"/>
                    <a:pt x="3874626" y="2812017"/>
                  </a:cubicBezTo>
                  <a:cubicBezTo>
                    <a:pt x="4068985" y="3056194"/>
                    <a:pt x="4646826" y="3630712"/>
                    <a:pt x="4839255" y="3987808"/>
                  </a:cubicBezTo>
                  <a:cubicBezTo>
                    <a:pt x="4873795" y="4086399"/>
                    <a:pt x="3678757" y="3513942"/>
                    <a:pt x="3360142" y="3472928"/>
                  </a:cubicBezTo>
                  <a:cubicBezTo>
                    <a:pt x="3313766" y="3788235"/>
                    <a:pt x="3229978" y="4781903"/>
                    <a:pt x="3195055" y="4840888"/>
                  </a:cubicBezTo>
                  <a:cubicBezTo>
                    <a:pt x="3058760" y="4889358"/>
                    <a:pt x="2497162" y="3704868"/>
                    <a:pt x="2432893" y="3718549"/>
                  </a:cubicBezTo>
                  <a:cubicBezTo>
                    <a:pt x="2301511" y="3712882"/>
                    <a:pt x="1249236" y="4573515"/>
                    <a:pt x="1103906" y="4437432"/>
                  </a:cubicBezTo>
                  <a:cubicBezTo>
                    <a:pt x="1178777" y="3959550"/>
                    <a:pt x="1460352" y="3422164"/>
                    <a:pt x="1588268" y="2982171"/>
                  </a:cubicBezTo>
                  <a:cubicBezTo>
                    <a:pt x="1500275" y="2910840"/>
                    <a:pt x="14457" y="2978890"/>
                    <a:pt x="10941" y="287194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0E7251-7D68-ADE9-EBFD-8C96E6DB29F2}"/>
                </a:ext>
              </a:extLst>
            </p:cNvPr>
            <p:cNvSpPr/>
            <p:nvPr/>
          </p:nvSpPr>
          <p:spPr>
            <a:xfrm rot="858224">
              <a:off x="8185011" y="2434730"/>
              <a:ext cx="210018" cy="87150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E20D687-5676-A1DC-E1BD-3DCAC4F3E175}"/>
                </a:ext>
              </a:extLst>
            </p:cNvPr>
            <p:cNvSpPr/>
            <p:nvPr/>
          </p:nvSpPr>
          <p:spPr>
            <a:xfrm rot="586966" flipV="1">
              <a:off x="7983115" y="1904892"/>
              <a:ext cx="290765" cy="343049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8CEED0-7BD6-2475-DDE7-BE60DBDF11F6}"/>
                </a:ext>
              </a:extLst>
            </p:cNvPr>
            <p:cNvSpPr/>
            <p:nvPr/>
          </p:nvSpPr>
          <p:spPr>
            <a:xfrm rot="586966" flipV="1">
              <a:off x="8007746" y="2117205"/>
              <a:ext cx="222390" cy="129855"/>
            </a:xfrm>
            <a:custGeom>
              <a:avLst/>
              <a:gdLst>
                <a:gd name="connsiteX0" fmla="*/ 102196 w 191528"/>
                <a:gd name="connsiteY0" fmla="*/ 111835 h 111835"/>
                <a:gd name="connsiteX1" fmla="*/ 190731 w 191528"/>
                <a:gd name="connsiteY1" fmla="*/ 68568 h 111835"/>
                <a:gd name="connsiteX2" fmla="*/ 191528 w 191528"/>
                <a:gd name="connsiteY2" fmla="*/ 67173 h 111835"/>
                <a:gd name="connsiteX3" fmla="*/ 177867 w 191528"/>
                <a:gd name="connsiteY3" fmla="*/ 43267 h 111835"/>
                <a:gd name="connsiteX4" fmla="*/ 89332 w 191528"/>
                <a:gd name="connsiteY4" fmla="*/ 0 h 111835"/>
                <a:gd name="connsiteX5" fmla="*/ 797 w 191528"/>
                <a:gd name="connsiteY5" fmla="*/ 43267 h 111835"/>
                <a:gd name="connsiteX6" fmla="*/ 0 w 191528"/>
                <a:gd name="connsiteY6" fmla="*/ 44662 h 111835"/>
                <a:gd name="connsiteX7" fmla="*/ 13661 w 191528"/>
                <a:gd name="connsiteY7" fmla="*/ 68568 h 111835"/>
                <a:gd name="connsiteX8" fmla="*/ 102196 w 191528"/>
                <a:gd name="connsiteY8" fmla="*/ 111835 h 1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528" h="111835">
                  <a:moveTo>
                    <a:pt x="102196" y="111835"/>
                  </a:moveTo>
                  <a:cubicBezTo>
                    <a:pt x="136771" y="111835"/>
                    <a:pt x="168073" y="95301"/>
                    <a:pt x="190731" y="68568"/>
                  </a:cubicBezTo>
                  <a:lnTo>
                    <a:pt x="191528" y="67173"/>
                  </a:lnTo>
                  <a:lnTo>
                    <a:pt x="177867" y="43267"/>
                  </a:lnTo>
                  <a:cubicBezTo>
                    <a:pt x="155209" y="16534"/>
                    <a:pt x="123907" y="0"/>
                    <a:pt x="89332" y="0"/>
                  </a:cubicBezTo>
                  <a:cubicBezTo>
                    <a:pt x="54757" y="0"/>
                    <a:pt x="23455" y="16534"/>
                    <a:pt x="797" y="43267"/>
                  </a:cubicBezTo>
                  <a:lnTo>
                    <a:pt x="0" y="44662"/>
                  </a:lnTo>
                  <a:lnTo>
                    <a:pt x="13661" y="68568"/>
                  </a:lnTo>
                  <a:cubicBezTo>
                    <a:pt x="36319" y="95301"/>
                    <a:pt x="67621" y="111835"/>
                    <a:pt x="102196" y="111835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7C97EE4-DC55-00D0-5D5A-978D53496A18}"/>
                </a:ext>
              </a:extLst>
            </p:cNvPr>
            <p:cNvSpPr/>
            <p:nvPr/>
          </p:nvSpPr>
          <p:spPr>
            <a:xfrm rot="586966" flipV="1">
              <a:off x="8390223" y="1969784"/>
              <a:ext cx="290765" cy="343049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BD5328-36E0-8D3D-9AC5-7441BBBCFCC4}"/>
                </a:ext>
              </a:extLst>
            </p:cNvPr>
            <p:cNvSpPr/>
            <p:nvPr/>
          </p:nvSpPr>
          <p:spPr>
            <a:xfrm rot="586966" flipV="1">
              <a:off x="8414854" y="2182096"/>
              <a:ext cx="222390" cy="129855"/>
            </a:xfrm>
            <a:custGeom>
              <a:avLst/>
              <a:gdLst>
                <a:gd name="connsiteX0" fmla="*/ 102196 w 191528"/>
                <a:gd name="connsiteY0" fmla="*/ 111835 h 111835"/>
                <a:gd name="connsiteX1" fmla="*/ 190731 w 191528"/>
                <a:gd name="connsiteY1" fmla="*/ 68568 h 111835"/>
                <a:gd name="connsiteX2" fmla="*/ 191528 w 191528"/>
                <a:gd name="connsiteY2" fmla="*/ 67173 h 111835"/>
                <a:gd name="connsiteX3" fmla="*/ 177867 w 191528"/>
                <a:gd name="connsiteY3" fmla="*/ 43267 h 111835"/>
                <a:gd name="connsiteX4" fmla="*/ 89332 w 191528"/>
                <a:gd name="connsiteY4" fmla="*/ 0 h 111835"/>
                <a:gd name="connsiteX5" fmla="*/ 797 w 191528"/>
                <a:gd name="connsiteY5" fmla="*/ 43267 h 111835"/>
                <a:gd name="connsiteX6" fmla="*/ 0 w 191528"/>
                <a:gd name="connsiteY6" fmla="*/ 44662 h 111835"/>
                <a:gd name="connsiteX7" fmla="*/ 13661 w 191528"/>
                <a:gd name="connsiteY7" fmla="*/ 68568 h 111835"/>
                <a:gd name="connsiteX8" fmla="*/ 102196 w 191528"/>
                <a:gd name="connsiteY8" fmla="*/ 111835 h 1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528" h="111835">
                  <a:moveTo>
                    <a:pt x="102196" y="111835"/>
                  </a:moveTo>
                  <a:cubicBezTo>
                    <a:pt x="136771" y="111835"/>
                    <a:pt x="168073" y="95301"/>
                    <a:pt x="190731" y="68568"/>
                  </a:cubicBezTo>
                  <a:lnTo>
                    <a:pt x="191528" y="67173"/>
                  </a:lnTo>
                  <a:lnTo>
                    <a:pt x="177867" y="43267"/>
                  </a:lnTo>
                  <a:cubicBezTo>
                    <a:pt x="155209" y="16534"/>
                    <a:pt x="123907" y="0"/>
                    <a:pt x="89332" y="0"/>
                  </a:cubicBezTo>
                  <a:cubicBezTo>
                    <a:pt x="54757" y="0"/>
                    <a:pt x="23455" y="16534"/>
                    <a:pt x="797" y="43267"/>
                  </a:cubicBezTo>
                  <a:lnTo>
                    <a:pt x="0" y="44662"/>
                  </a:lnTo>
                  <a:lnTo>
                    <a:pt x="13661" y="68568"/>
                  </a:lnTo>
                  <a:cubicBezTo>
                    <a:pt x="36319" y="95301"/>
                    <a:pt x="67621" y="111835"/>
                    <a:pt x="102196" y="111835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0AD30B65-D9DC-054D-49C4-AE0D1ECCC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1981200"/>
            <a:ext cx="5893516" cy="2921253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Subtitle 2">
            <a:extLst>
              <a:ext uri="{FF2B5EF4-FFF2-40B4-BE49-F238E27FC236}">
                <a16:creationId xmlns:a16="http://schemas.microsoft.com/office/drawing/2014/main" id="{CC0B5DB4-20B0-BFB3-1DE8-15B9B681E2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659" y="4902454"/>
            <a:ext cx="4898036" cy="1243513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lang="en-US" sz="1600" cap="none" baseline="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1847"/>
            <a:ext cx="3256613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0790" y="6341919"/>
            <a:ext cx="1806461" cy="365125"/>
          </a:xfrm>
        </p:spPr>
        <p:txBody>
          <a:bodyPr/>
          <a:lstStyle>
            <a:lvl1pPr algn="l">
              <a:defRPr/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6C50597-E383-5995-45AF-46A4F39D2D38}"/>
              </a:ext>
            </a:extLst>
          </p:cNvPr>
          <p:cNvGrpSpPr/>
          <p:nvPr/>
        </p:nvGrpSpPr>
        <p:grpSpPr>
          <a:xfrm>
            <a:off x="8178315" y="4701550"/>
            <a:ext cx="2333558" cy="2005494"/>
            <a:chOff x="8384758" y="4742724"/>
            <a:chExt cx="2010773" cy="172808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E2C260-226F-0303-4884-7AAE48403FC6}"/>
                </a:ext>
              </a:extLst>
            </p:cNvPr>
            <p:cNvSpPr/>
            <p:nvPr/>
          </p:nvSpPr>
          <p:spPr>
            <a:xfrm rot="1071834" flipV="1">
              <a:off x="8384758" y="4742724"/>
              <a:ext cx="2010773" cy="1728088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97126 w 4783774"/>
                <a:gd name="connsiteY0" fmla="*/ 0 h 2992237"/>
                <a:gd name="connsiteX1" fmla="*/ 4695390 w 4783774"/>
                <a:gd name="connsiteY1" fmla="*/ 45125 h 2992237"/>
                <a:gd name="connsiteX2" fmla="*/ 4782904 w 4783774"/>
                <a:gd name="connsiteY2" fmla="*/ 728525 h 2992237"/>
                <a:gd name="connsiteX3" fmla="*/ 4485298 w 4783774"/>
                <a:gd name="connsiteY3" fmla="*/ 2021361 h 2992237"/>
                <a:gd name="connsiteX4" fmla="*/ 3821568 w 4783774"/>
                <a:gd name="connsiteY4" fmla="*/ 2709739 h 2992237"/>
                <a:gd name="connsiteX5" fmla="*/ 1148355 w 4783774"/>
                <a:gd name="connsiteY5" fmla="*/ 2845398 h 2992237"/>
                <a:gd name="connsiteX6" fmla="*/ 6818 w 4783774"/>
                <a:gd name="connsiteY6" fmla="*/ 595254 h 2992237"/>
                <a:gd name="connsiteX7" fmla="*/ 97126 w 4783774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35538 w 4706023"/>
                <a:gd name="connsiteY6" fmla="*/ 1148904 h 2992237"/>
                <a:gd name="connsiteX7" fmla="*/ 19375 w 4706023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236643 w 4706023"/>
                <a:gd name="connsiteY6" fmla="*/ 2036279 h 2992237"/>
                <a:gd name="connsiteX7" fmla="*/ 35538 w 4706023"/>
                <a:gd name="connsiteY7" fmla="*/ 1148904 h 2992237"/>
                <a:gd name="connsiteX8" fmla="*/ 19375 w 4706023"/>
                <a:gd name="connsiteY8" fmla="*/ 0 h 2992237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3002860"/>
                <a:gd name="connsiteX1" fmla="*/ 4617639 w 4706023"/>
                <a:gd name="connsiteY1" fmla="*/ 45125 h 3002860"/>
                <a:gd name="connsiteX2" fmla="*/ 4705153 w 4706023"/>
                <a:gd name="connsiteY2" fmla="*/ 728525 h 3002860"/>
                <a:gd name="connsiteX3" fmla="*/ 4407547 w 4706023"/>
                <a:gd name="connsiteY3" fmla="*/ 2021361 h 3002860"/>
                <a:gd name="connsiteX4" fmla="*/ 3475106 w 4706023"/>
                <a:gd name="connsiteY4" fmla="*/ 2859686 h 3002860"/>
                <a:gd name="connsiteX5" fmla="*/ 1095954 w 4706023"/>
                <a:gd name="connsiteY5" fmla="*/ 2783881 h 3002860"/>
                <a:gd name="connsiteX6" fmla="*/ 236643 w 4706023"/>
                <a:gd name="connsiteY6" fmla="*/ 2036279 h 3002860"/>
                <a:gd name="connsiteX7" fmla="*/ 35538 w 4706023"/>
                <a:gd name="connsiteY7" fmla="*/ 1148904 h 3002860"/>
                <a:gd name="connsiteX8" fmla="*/ 19375 w 4706023"/>
                <a:gd name="connsiteY8" fmla="*/ 0 h 3002860"/>
                <a:gd name="connsiteX0" fmla="*/ 19375 w 4706630"/>
                <a:gd name="connsiteY0" fmla="*/ 0 h 3002860"/>
                <a:gd name="connsiteX1" fmla="*/ 4617639 w 4706630"/>
                <a:gd name="connsiteY1" fmla="*/ 45125 h 3002860"/>
                <a:gd name="connsiteX2" fmla="*/ 4705153 w 4706630"/>
                <a:gd name="connsiteY2" fmla="*/ 728525 h 3002860"/>
                <a:gd name="connsiteX3" fmla="*/ 4478529 w 4706630"/>
                <a:gd name="connsiteY3" fmla="*/ 2009827 h 3002860"/>
                <a:gd name="connsiteX4" fmla="*/ 3475106 w 4706630"/>
                <a:gd name="connsiteY4" fmla="*/ 2859686 h 3002860"/>
                <a:gd name="connsiteX5" fmla="*/ 1095954 w 4706630"/>
                <a:gd name="connsiteY5" fmla="*/ 2783881 h 3002860"/>
                <a:gd name="connsiteX6" fmla="*/ 236643 w 4706630"/>
                <a:gd name="connsiteY6" fmla="*/ 2036279 h 3002860"/>
                <a:gd name="connsiteX7" fmla="*/ 35538 w 4706630"/>
                <a:gd name="connsiteY7" fmla="*/ 1148904 h 3002860"/>
                <a:gd name="connsiteX8" fmla="*/ 19375 w 4706630"/>
                <a:gd name="connsiteY8" fmla="*/ 0 h 3002860"/>
                <a:gd name="connsiteX0" fmla="*/ 19375 w 4641080"/>
                <a:gd name="connsiteY0" fmla="*/ 0 h 3002860"/>
                <a:gd name="connsiteX1" fmla="*/ 4617639 w 4641080"/>
                <a:gd name="connsiteY1" fmla="*/ 45125 h 3002860"/>
                <a:gd name="connsiteX2" fmla="*/ 4634174 w 4641080"/>
                <a:gd name="connsiteY2" fmla="*/ 851558 h 3002860"/>
                <a:gd name="connsiteX3" fmla="*/ 4478529 w 4641080"/>
                <a:gd name="connsiteY3" fmla="*/ 2009827 h 3002860"/>
                <a:gd name="connsiteX4" fmla="*/ 3475106 w 4641080"/>
                <a:gd name="connsiteY4" fmla="*/ 2859686 h 3002860"/>
                <a:gd name="connsiteX5" fmla="*/ 1095954 w 4641080"/>
                <a:gd name="connsiteY5" fmla="*/ 2783881 h 3002860"/>
                <a:gd name="connsiteX6" fmla="*/ 236643 w 4641080"/>
                <a:gd name="connsiteY6" fmla="*/ 2036279 h 3002860"/>
                <a:gd name="connsiteX7" fmla="*/ 35538 w 4641080"/>
                <a:gd name="connsiteY7" fmla="*/ 1148904 h 3002860"/>
                <a:gd name="connsiteX8" fmla="*/ 19375 w 4641080"/>
                <a:gd name="connsiteY8" fmla="*/ 0 h 3002860"/>
                <a:gd name="connsiteX0" fmla="*/ 19375 w 4648919"/>
                <a:gd name="connsiteY0" fmla="*/ 0 h 3002860"/>
                <a:gd name="connsiteX1" fmla="*/ 4627780 w 4648919"/>
                <a:gd name="connsiteY1" fmla="*/ 37435 h 3002860"/>
                <a:gd name="connsiteX2" fmla="*/ 4634174 w 4648919"/>
                <a:gd name="connsiteY2" fmla="*/ 851558 h 3002860"/>
                <a:gd name="connsiteX3" fmla="*/ 4478529 w 4648919"/>
                <a:gd name="connsiteY3" fmla="*/ 2009827 h 3002860"/>
                <a:gd name="connsiteX4" fmla="*/ 3475106 w 4648919"/>
                <a:gd name="connsiteY4" fmla="*/ 2859686 h 3002860"/>
                <a:gd name="connsiteX5" fmla="*/ 1095954 w 4648919"/>
                <a:gd name="connsiteY5" fmla="*/ 2783881 h 3002860"/>
                <a:gd name="connsiteX6" fmla="*/ 236643 w 4648919"/>
                <a:gd name="connsiteY6" fmla="*/ 2036279 h 3002860"/>
                <a:gd name="connsiteX7" fmla="*/ 35538 w 4648919"/>
                <a:gd name="connsiteY7" fmla="*/ 1148904 h 3002860"/>
                <a:gd name="connsiteX8" fmla="*/ 19375 w 4648919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475106 w 4650008"/>
                <a:gd name="connsiteY4" fmla="*/ 2859686 h 3002860"/>
                <a:gd name="connsiteX5" fmla="*/ 1095954 w 4650008"/>
                <a:gd name="connsiteY5" fmla="*/ 2783881 h 3002860"/>
                <a:gd name="connsiteX6" fmla="*/ 236643 w 4650008"/>
                <a:gd name="connsiteY6" fmla="*/ 2036279 h 3002860"/>
                <a:gd name="connsiteX7" fmla="*/ 35538 w 4650008"/>
                <a:gd name="connsiteY7" fmla="*/ 1148904 h 3002860"/>
                <a:gd name="connsiteX8" fmla="*/ 19375 w 4650008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937772 w 4650008"/>
                <a:gd name="connsiteY4" fmla="*/ 2578395 h 3002860"/>
                <a:gd name="connsiteX5" fmla="*/ 3475106 w 4650008"/>
                <a:gd name="connsiteY5" fmla="*/ 2859686 h 3002860"/>
                <a:gd name="connsiteX6" fmla="*/ 1095954 w 4650008"/>
                <a:gd name="connsiteY6" fmla="*/ 2783881 h 3002860"/>
                <a:gd name="connsiteX7" fmla="*/ 236643 w 4650008"/>
                <a:gd name="connsiteY7" fmla="*/ 2036279 h 3002860"/>
                <a:gd name="connsiteX8" fmla="*/ 35538 w 4650008"/>
                <a:gd name="connsiteY8" fmla="*/ 1148904 h 3002860"/>
                <a:gd name="connsiteX9" fmla="*/ 19375 w 4650008"/>
                <a:gd name="connsiteY9" fmla="*/ 0 h 3002860"/>
                <a:gd name="connsiteX0" fmla="*/ 19375 w 4650008"/>
                <a:gd name="connsiteY0" fmla="*/ 0 h 3014134"/>
                <a:gd name="connsiteX1" fmla="*/ 4627780 w 4650008"/>
                <a:gd name="connsiteY1" fmla="*/ 37435 h 3014134"/>
                <a:gd name="connsiteX2" fmla="*/ 4639245 w 4650008"/>
                <a:gd name="connsiteY2" fmla="*/ 843868 h 3014134"/>
                <a:gd name="connsiteX3" fmla="*/ 4478529 w 4650008"/>
                <a:gd name="connsiteY3" fmla="*/ 2009827 h 3014134"/>
                <a:gd name="connsiteX4" fmla="*/ 3937772 w 4650008"/>
                <a:gd name="connsiteY4" fmla="*/ 2578395 h 3014134"/>
                <a:gd name="connsiteX5" fmla="*/ 3008663 w 4650008"/>
                <a:gd name="connsiteY5" fmla="*/ 2882754 h 3014134"/>
                <a:gd name="connsiteX6" fmla="*/ 1095954 w 4650008"/>
                <a:gd name="connsiteY6" fmla="*/ 2783881 h 3014134"/>
                <a:gd name="connsiteX7" fmla="*/ 236643 w 4650008"/>
                <a:gd name="connsiteY7" fmla="*/ 2036279 h 3014134"/>
                <a:gd name="connsiteX8" fmla="*/ 35538 w 4650008"/>
                <a:gd name="connsiteY8" fmla="*/ 1148904 h 3014134"/>
                <a:gd name="connsiteX9" fmla="*/ 19375 w 4650008"/>
                <a:gd name="connsiteY9" fmla="*/ 0 h 3014134"/>
                <a:gd name="connsiteX0" fmla="*/ 19375 w 4650008"/>
                <a:gd name="connsiteY0" fmla="*/ 0 h 2995745"/>
                <a:gd name="connsiteX1" fmla="*/ 4627780 w 4650008"/>
                <a:gd name="connsiteY1" fmla="*/ 37435 h 2995745"/>
                <a:gd name="connsiteX2" fmla="*/ 4639245 w 4650008"/>
                <a:gd name="connsiteY2" fmla="*/ 843868 h 2995745"/>
                <a:gd name="connsiteX3" fmla="*/ 4478529 w 4650008"/>
                <a:gd name="connsiteY3" fmla="*/ 2009827 h 2995745"/>
                <a:gd name="connsiteX4" fmla="*/ 3937772 w 4650008"/>
                <a:gd name="connsiteY4" fmla="*/ 2578395 h 2995745"/>
                <a:gd name="connsiteX5" fmla="*/ 3008663 w 4650008"/>
                <a:gd name="connsiteY5" fmla="*/ 2882754 h 2995745"/>
                <a:gd name="connsiteX6" fmla="*/ 1095954 w 4650008"/>
                <a:gd name="connsiteY6" fmla="*/ 2783881 h 2995745"/>
                <a:gd name="connsiteX7" fmla="*/ 236643 w 4650008"/>
                <a:gd name="connsiteY7" fmla="*/ 2036279 h 2995745"/>
                <a:gd name="connsiteX8" fmla="*/ 35538 w 4650008"/>
                <a:gd name="connsiteY8" fmla="*/ 1148904 h 2995745"/>
                <a:gd name="connsiteX9" fmla="*/ 19375 w 4650008"/>
                <a:gd name="connsiteY9" fmla="*/ 0 h 2995745"/>
                <a:gd name="connsiteX0" fmla="*/ 19375 w 4650008"/>
                <a:gd name="connsiteY0" fmla="*/ 0 h 2952526"/>
                <a:gd name="connsiteX1" fmla="*/ 4627780 w 4650008"/>
                <a:gd name="connsiteY1" fmla="*/ 37435 h 2952526"/>
                <a:gd name="connsiteX2" fmla="*/ 4639245 w 4650008"/>
                <a:gd name="connsiteY2" fmla="*/ 843868 h 2952526"/>
                <a:gd name="connsiteX3" fmla="*/ 4478529 w 4650008"/>
                <a:gd name="connsiteY3" fmla="*/ 2009827 h 2952526"/>
                <a:gd name="connsiteX4" fmla="*/ 3937772 w 4650008"/>
                <a:gd name="connsiteY4" fmla="*/ 2578395 h 2952526"/>
                <a:gd name="connsiteX5" fmla="*/ 3008663 w 4650008"/>
                <a:gd name="connsiteY5" fmla="*/ 2882754 h 2952526"/>
                <a:gd name="connsiteX6" fmla="*/ 1095954 w 4650008"/>
                <a:gd name="connsiteY6" fmla="*/ 2783881 h 2952526"/>
                <a:gd name="connsiteX7" fmla="*/ 236643 w 4650008"/>
                <a:gd name="connsiteY7" fmla="*/ 2036279 h 2952526"/>
                <a:gd name="connsiteX8" fmla="*/ 35538 w 4650008"/>
                <a:gd name="connsiteY8" fmla="*/ 1148904 h 2952526"/>
                <a:gd name="connsiteX9" fmla="*/ 19375 w 4650008"/>
                <a:gd name="connsiteY9" fmla="*/ 0 h 2952526"/>
                <a:gd name="connsiteX0" fmla="*/ 19375 w 4650008"/>
                <a:gd name="connsiteY0" fmla="*/ 0 h 2974598"/>
                <a:gd name="connsiteX1" fmla="*/ 4627780 w 4650008"/>
                <a:gd name="connsiteY1" fmla="*/ 37435 h 2974598"/>
                <a:gd name="connsiteX2" fmla="*/ 4639245 w 4650008"/>
                <a:gd name="connsiteY2" fmla="*/ 843868 h 2974598"/>
                <a:gd name="connsiteX3" fmla="*/ 4478529 w 4650008"/>
                <a:gd name="connsiteY3" fmla="*/ 2009827 h 2974598"/>
                <a:gd name="connsiteX4" fmla="*/ 3937772 w 4650008"/>
                <a:gd name="connsiteY4" fmla="*/ 2578395 h 2974598"/>
                <a:gd name="connsiteX5" fmla="*/ 3044153 w 4650008"/>
                <a:gd name="connsiteY5" fmla="*/ 2917357 h 2974598"/>
                <a:gd name="connsiteX6" fmla="*/ 1095954 w 4650008"/>
                <a:gd name="connsiteY6" fmla="*/ 2783881 h 2974598"/>
                <a:gd name="connsiteX7" fmla="*/ 236643 w 4650008"/>
                <a:gd name="connsiteY7" fmla="*/ 2036279 h 2974598"/>
                <a:gd name="connsiteX8" fmla="*/ 35538 w 4650008"/>
                <a:gd name="connsiteY8" fmla="*/ 1148904 h 2974598"/>
                <a:gd name="connsiteX9" fmla="*/ 19375 w 4650008"/>
                <a:gd name="connsiteY9" fmla="*/ 0 h 2974598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236643 w 4650008"/>
                <a:gd name="connsiteY8" fmla="*/ 2036279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176807 w 4650008"/>
                <a:gd name="connsiteY8" fmla="*/ 1997386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3039921"/>
                <a:gd name="connsiteX1" fmla="*/ 4627780 w 4650008"/>
                <a:gd name="connsiteY1" fmla="*/ 37435 h 3039921"/>
                <a:gd name="connsiteX2" fmla="*/ 4639245 w 4650008"/>
                <a:gd name="connsiteY2" fmla="*/ 843868 h 3039921"/>
                <a:gd name="connsiteX3" fmla="*/ 4478529 w 4650008"/>
                <a:gd name="connsiteY3" fmla="*/ 2009827 h 3039921"/>
                <a:gd name="connsiteX4" fmla="*/ 3937772 w 4650008"/>
                <a:gd name="connsiteY4" fmla="*/ 2578395 h 3039921"/>
                <a:gd name="connsiteX5" fmla="*/ 3044153 w 4650008"/>
                <a:gd name="connsiteY5" fmla="*/ 2917357 h 3039921"/>
                <a:gd name="connsiteX6" fmla="*/ 1467798 w 4650008"/>
                <a:gd name="connsiteY6" fmla="*/ 2936216 h 3039921"/>
                <a:gd name="connsiteX7" fmla="*/ 666509 w 4650008"/>
                <a:gd name="connsiteY7" fmla="*/ 2501530 h 3039921"/>
                <a:gd name="connsiteX8" fmla="*/ 176807 w 4650008"/>
                <a:gd name="connsiteY8" fmla="*/ 1997386 h 3039921"/>
                <a:gd name="connsiteX9" fmla="*/ 35538 w 4650008"/>
                <a:gd name="connsiteY9" fmla="*/ 1148904 h 3039921"/>
                <a:gd name="connsiteX10" fmla="*/ 19375 w 4650008"/>
                <a:gd name="connsiteY10" fmla="*/ 0 h 3039921"/>
                <a:gd name="connsiteX0" fmla="*/ 19375 w 4650008"/>
                <a:gd name="connsiteY0" fmla="*/ 0 h 3044824"/>
                <a:gd name="connsiteX1" fmla="*/ 4627780 w 4650008"/>
                <a:gd name="connsiteY1" fmla="*/ 37435 h 3044824"/>
                <a:gd name="connsiteX2" fmla="*/ 4639245 w 4650008"/>
                <a:gd name="connsiteY2" fmla="*/ 843868 h 3044824"/>
                <a:gd name="connsiteX3" fmla="*/ 4478529 w 4650008"/>
                <a:gd name="connsiteY3" fmla="*/ 2009827 h 3044824"/>
                <a:gd name="connsiteX4" fmla="*/ 3937772 w 4650008"/>
                <a:gd name="connsiteY4" fmla="*/ 2578395 h 3044824"/>
                <a:gd name="connsiteX5" fmla="*/ 3044153 w 4650008"/>
                <a:gd name="connsiteY5" fmla="*/ 2917357 h 3044824"/>
                <a:gd name="connsiteX6" fmla="*/ 1467798 w 4650008"/>
                <a:gd name="connsiteY6" fmla="*/ 2936216 h 3044824"/>
                <a:gd name="connsiteX7" fmla="*/ 666509 w 4650008"/>
                <a:gd name="connsiteY7" fmla="*/ 2501530 h 3044824"/>
                <a:gd name="connsiteX8" fmla="*/ 176807 w 4650008"/>
                <a:gd name="connsiteY8" fmla="*/ 1997386 h 3044824"/>
                <a:gd name="connsiteX9" fmla="*/ 35538 w 4650008"/>
                <a:gd name="connsiteY9" fmla="*/ 1148904 h 3044824"/>
                <a:gd name="connsiteX10" fmla="*/ 19375 w 4650008"/>
                <a:gd name="connsiteY10" fmla="*/ 0 h 3044824"/>
                <a:gd name="connsiteX0" fmla="*/ 19375 w 4650008"/>
                <a:gd name="connsiteY0" fmla="*/ 0 h 3049540"/>
                <a:gd name="connsiteX1" fmla="*/ 4627780 w 4650008"/>
                <a:gd name="connsiteY1" fmla="*/ 37435 h 3049540"/>
                <a:gd name="connsiteX2" fmla="*/ 4639245 w 4650008"/>
                <a:gd name="connsiteY2" fmla="*/ 843868 h 3049540"/>
                <a:gd name="connsiteX3" fmla="*/ 4478529 w 4650008"/>
                <a:gd name="connsiteY3" fmla="*/ 2009827 h 3049540"/>
                <a:gd name="connsiteX4" fmla="*/ 3937772 w 4650008"/>
                <a:gd name="connsiteY4" fmla="*/ 2578395 h 3049540"/>
                <a:gd name="connsiteX5" fmla="*/ 3044153 w 4650008"/>
                <a:gd name="connsiteY5" fmla="*/ 2917357 h 3049540"/>
                <a:gd name="connsiteX6" fmla="*/ 2269281 w 4650008"/>
                <a:gd name="connsiteY6" fmla="*/ 3049287 h 3049540"/>
                <a:gd name="connsiteX7" fmla="*/ 1467798 w 4650008"/>
                <a:gd name="connsiteY7" fmla="*/ 2936216 h 3049540"/>
                <a:gd name="connsiteX8" fmla="*/ 666509 w 4650008"/>
                <a:gd name="connsiteY8" fmla="*/ 2501530 h 3049540"/>
                <a:gd name="connsiteX9" fmla="*/ 176807 w 4650008"/>
                <a:gd name="connsiteY9" fmla="*/ 1997386 h 3049540"/>
                <a:gd name="connsiteX10" fmla="*/ 35538 w 4650008"/>
                <a:gd name="connsiteY10" fmla="*/ 1148904 h 3049540"/>
                <a:gd name="connsiteX11" fmla="*/ 19375 w 4650008"/>
                <a:gd name="connsiteY11" fmla="*/ 0 h 3049540"/>
                <a:gd name="connsiteX0" fmla="*/ 19375 w 4650008"/>
                <a:gd name="connsiteY0" fmla="*/ 0 h 3049516"/>
                <a:gd name="connsiteX1" fmla="*/ 4627780 w 4650008"/>
                <a:gd name="connsiteY1" fmla="*/ 37435 h 3049516"/>
                <a:gd name="connsiteX2" fmla="*/ 4639245 w 4650008"/>
                <a:gd name="connsiteY2" fmla="*/ 843868 h 3049516"/>
                <a:gd name="connsiteX3" fmla="*/ 4478529 w 4650008"/>
                <a:gd name="connsiteY3" fmla="*/ 2009827 h 3049516"/>
                <a:gd name="connsiteX4" fmla="*/ 3937772 w 4650008"/>
                <a:gd name="connsiteY4" fmla="*/ 2578395 h 3049516"/>
                <a:gd name="connsiteX5" fmla="*/ 3044153 w 4650008"/>
                <a:gd name="connsiteY5" fmla="*/ 2917357 h 3049516"/>
                <a:gd name="connsiteX6" fmla="*/ 2269281 w 4650008"/>
                <a:gd name="connsiteY6" fmla="*/ 3049287 h 3049516"/>
                <a:gd name="connsiteX7" fmla="*/ 1416509 w 4650008"/>
                <a:gd name="connsiteY7" fmla="*/ 2932975 h 3049516"/>
                <a:gd name="connsiteX8" fmla="*/ 666509 w 4650008"/>
                <a:gd name="connsiteY8" fmla="*/ 2501530 h 3049516"/>
                <a:gd name="connsiteX9" fmla="*/ 176807 w 4650008"/>
                <a:gd name="connsiteY9" fmla="*/ 1997386 h 3049516"/>
                <a:gd name="connsiteX10" fmla="*/ 35538 w 4650008"/>
                <a:gd name="connsiteY10" fmla="*/ 1148904 h 3049516"/>
                <a:gd name="connsiteX11" fmla="*/ 19375 w 4650008"/>
                <a:gd name="connsiteY11" fmla="*/ 0 h 3049516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6783"/>
                <a:gd name="connsiteY0" fmla="*/ 7942 h 3057374"/>
                <a:gd name="connsiteX1" fmla="*/ 4636329 w 4656783"/>
                <a:gd name="connsiteY1" fmla="*/ 0 h 3057374"/>
                <a:gd name="connsiteX2" fmla="*/ 4639245 w 4656783"/>
                <a:gd name="connsiteY2" fmla="*/ 851810 h 3057374"/>
                <a:gd name="connsiteX3" fmla="*/ 4478529 w 4656783"/>
                <a:gd name="connsiteY3" fmla="*/ 2017769 h 3057374"/>
                <a:gd name="connsiteX4" fmla="*/ 3937772 w 4656783"/>
                <a:gd name="connsiteY4" fmla="*/ 2586337 h 3057374"/>
                <a:gd name="connsiteX5" fmla="*/ 3193745 w 4656783"/>
                <a:gd name="connsiteY5" fmla="*/ 2928540 h 3057374"/>
                <a:gd name="connsiteX6" fmla="*/ 2269281 w 4656783"/>
                <a:gd name="connsiteY6" fmla="*/ 3057229 h 3057374"/>
                <a:gd name="connsiteX7" fmla="*/ 1416509 w 4656783"/>
                <a:gd name="connsiteY7" fmla="*/ 2940917 h 3057374"/>
                <a:gd name="connsiteX8" fmla="*/ 666509 w 4656783"/>
                <a:gd name="connsiteY8" fmla="*/ 2509472 h 3057374"/>
                <a:gd name="connsiteX9" fmla="*/ 176807 w 4656783"/>
                <a:gd name="connsiteY9" fmla="*/ 2005328 h 3057374"/>
                <a:gd name="connsiteX10" fmla="*/ 35538 w 4656783"/>
                <a:gd name="connsiteY10" fmla="*/ 1156846 h 3057374"/>
                <a:gd name="connsiteX11" fmla="*/ 19375 w 4656783"/>
                <a:gd name="connsiteY11" fmla="*/ 7942 h 3057374"/>
                <a:gd name="connsiteX0" fmla="*/ 20790 w 4653925"/>
                <a:gd name="connsiteY0" fmla="*/ 0 h 3062398"/>
                <a:gd name="connsiteX1" fmla="*/ 4633471 w 4653925"/>
                <a:gd name="connsiteY1" fmla="*/ 5024 h 3062398"/>
                <a:gd name="connsiteX2" fmla="*/ 4636387 w 4653925"/>
                <a:gd name="connsiteY2" fmla="*/ 856834 h 3062398"/>
                <a:gd name="connsiteX3" fmla="*/ 4475671 w 4653925"/>
                <a:gd name="connsiteY3" fmla="*/ 2022793 h 3062398"/>
                <a:gd name="connsiteX4" fmla="*/ 3934914 w 4653925"/>
                <a:gd name="connsiteY4" fmla="*/ 2591361 h 3062398"/>
                <a:gd name="connsiteX5" fmla="*/ 3190887 w 4653925"/>
                <a:gd name="connsiteY5" fmla="*/ 2933564 h 3062398"/>
                <a:gd name="connsiteX6" fmla="*/ 2266423 w 4653925"/>
                <a:gd name="connsiteY6" fmla="*/ 3062253 h 3062398"/>
                <a:gd name="connsiteX7" fmla="*/ 1413651 w 4653925"/>
                <a:gd name="connsiteY7" fmla="*/ 2945941 h 3062398"/>
                <a:gd name="connsiteX8" fmla="*/ 663651 w 4653925"/>
                <a:gd name="connsiteY8" fmla="*/ 2514496 h 3062398"/>
                <a:gd name="connsiteX9" fmla="*/ 173949 w 4653925"/>
                <a:gd name="connsiteY9" fmla="*/ 2010352 h 3062398"/>
                <a:gd name="connsiteX10" fmla="*/ 32680 w 4653925"/>
                <a:gd name="connsiteY10" fmla="*/ 1161870 h 3062398"/>
                <a:gd name="connsiteX11" fmla="*/ 20790 w 4653925"/>
                <a:gd name="connsiteY11" fmla="*/ 0 h 3062398"/>
                <a:gd name="connsiteX0" fmla="*/ 1932 w 4635067"/>
                <a:gd name="connsiteY0" fmla="*/ 0 h 3062398"/>
                <a:gd name="connsiteX1" fmla="*/ 4614613 w 4635067"/>
                <a:gd name="connsiteY1" fmla="*/ 5024 h 3062398"/>
                <a:gd name="connsiteX2" fmla="*/ 4617529 w 4635067"/>
                <a:gd name="connsiteY2" fmla="*/ 856834 h 3062398"/>
                <a:gd name="connsiteX3" fmla="*/ 4456813 w 4635067"/>
                <a:gd name="connsiteY3" fmla="*/ 2022793 h 3062398"/>
                <a:gd name="connsiteX4" fmla="*/ 3916056 w 4635067"/>
                <a:gd name="connsiteY4" fmla="*/ 2591361 h 3062398"/>
                <a:gd name="connsiteX5" fmla="*/ 3172029 w 4635067"/>
                <a:gd name="connsiteY5" fmla="*/ 2933564 h 3062398"/>
                <a:gd name="connsiteX6" fmla="*/ 2247565 w 4635067"/>
                <a:gd name="connsiteY6" fmla="*/ 3062253 h 3062398"/>
                <a:gd name="connsiteX7" fmla="*/ 1394793 w 4635067"/>
                <a:gd name="connsiteY7" fmla="*/ 2945941 h 3062398"/>
                <a:gd name="connsiteX8" fmla="*/ 644793 w 4635067"/>
                <a:gd name="connsiteY8" fmla="*/ 2514496 h 3062398"/>
                <a:gd name="connsiteX9" fmla="*/ 155091 w 4635067"/>
                <a:gd name="connsiteY9" fmla="*/ 2010352 h 3062398"/>
                <a:gd name="connsiteX10" fmla="*/ 13822 w 4635067"/>
                <a:gd name="connsiteY10" fmla="*/ 1161870 h 3062398"/>
                <a:gd name="connsiteX11" fmla="*/ 1932 w 4635067"/>
                <a:gd name="connsiteY11" fmla="*/ 0 h 3062398"/>
                <a:gd name="connsiteX0" fmla="*/ 1931 w 4635066"/>
                <a:gd name="connsiteY0" fmla="*/ 0 h 3062398"/>
                <a:gd name="connsiteX1" fmla="*/ 4614612 w 4635066"/>
                <a:gd name="connsiteY1" fmla="*/ 5024 h 3062398"/>
                <a:gd name="connsiteX2" fmla="*/ 4617528 w 4635066"/>
                <a:gd name="connsiteY2" fmla="*/ 856834 h 3062398"/>
                <a:gd name="connsiteX3" fmla="*/ 4456812 w 4635066"/>
                <a:gd name="connsiteY3" fmla="*/ 2022793 h 3062398"/>
                <a:gd name="connsiteX4" fmla="*/ 3916055 w 4635066"/>
                <a:gd name="connsiteY4" fmla="*/ 2591361 h 3062398"/>
                <a:gd name="connsiteX5" fmla="*/ 3172028 w 4635066"/>
                <a:gd name="connsiteY5" fmla="*/ 2933564 h 3062398"/>
                <a:gd name="connsiteX6" fmla="*/ 2247564 w 4635066"/>
                <a:gd name="connsiteY6" fmla="*/ 3062253 h 3062398"/>
                <a:gd name="connsiteX7" fmla="*/ 1394792 w 4635066"/>
                <a:gd name="connsiteY7" fmla="*/ 2945941 h 3062398"/>
                <a:gd name="connsiteX8" fmla="*/ 644792 w 4635066"/>
                <a:gd name="connsiteY8" fmla="*/ 2514496 h 3062398"/>
                <a:gd name="connsiteX9" fmla="*/ 155090 w 4635066"/>
                <a:gd name="connsiteY9" fmla="*/ 2010352 h 3062398"/>
                <a:gd name="connsiteX10" fmla="*/ 13821 w 4635066"/>
                <a:gd name="connsiteY10" fmla="*/ 1161870 h 3062398"/>
                <a:gd name="connsiteX11" fmla="*/ 1931 w 4635066"/>
                <a:gd name="connsiteY11" fmla="*/ 0 h 3062398"/>
                <a:gd name="connsiteX0" fmla="*/ 1931 w 4806179"/>
                <a:gd name="connsiteY0" fmla="*/ 0 h 3062398"/>
                <a:gd name="connsiteX1" fmla="*/ 4798553 w 4806179"/>
                <a:gd name="connsiteY1" fmla="*/ 119992 h 3062398"/>
                <a:gd name="connsiteX2" fmla="*/ 4617528 w 4806179"/>
                <a:gd name="connsiteY2" fmla="*/ 856834 h 3062398"/>
                <a:gd name="connsiteX3" fmla="*/ 4456812 w 4806179"/>
                <a:gd name="connsiteY3" fmla="*/ 2022793 h 3062398"/>
                <a:gd name="connsiteX4" fmla="*/ 3916055 w 4806179"/>
                <a:gd name="connsiteY4" fmla="*/ 2591361 h 3062398"/>
                <a:gd name="connsiteX5" fmla="*/ 3172028 w 4806179"/>
                <a:gd name="connsiteY5" fmla="*/ 2933564 h 3062398"/>
                <a:gd name="connsiteX6" fmla="*/ 2247564 w 4806179"/>
                <a:gd name="connsiteY6" fmla="*/ 3062253 h 3062398"/>
                <a:gd name="connsiteX7" fmla="*/ 1394792 w 4806179"/>
                <a:gd name="connsiteY7" fmla="*/ 2945941 h 3062398"/>
                <a:gd name="connsiteX8" fmla="*/ 644792 w 4806179"/>
                <a:gd name="connsiteY8" fmla="*/ 2514496 h 3062398"/>
                <a:gd name="connsiteX9" fmla="*/ 155090 w 4806179"/>
                <a:gd name="connsiteY9" fmla="*/ 2010352 h 3062398"/>
                <a:gd name="connsiteX10" fmla="*/ 13821 w 4806179"/>
                <a:gd name="connsiteY10" fmla="*/ 1161870 h 3062398"/>
                <a:gd name="connsiteX11" fmla="*/ 1931 w 4806179"/>
                <a:gd name="connsiteY11" fmla="*/ 0 h 3062398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644792 w 4806180"/>
                <a:gd name="connsiteY8" fmla="*/ 2514496 h 3353180"/>
                <a:gd name="connsiteX9" fmla="*/ 155090 w 4806180"/>
                <a:gd name="connsiteY9" fmla="*/ 2010352 h 3353180"/>
                <a:gd name="connsiteX10" fmla="*/ 13821 w 4806180"/>
                <a:gd name="connsiteY10" fmla="*/ 1161870 h 3353180"/>
                <a:gd name="connsiteX11" fmla="*/ 1931 w 4806180"/>
                <a:gd name="connsiteY11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694383 w 4806180"/>
                <a:gd name="connsiteY7" fmla="*/ 3026148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71637"/>
                <a:gd name="connsiteX1" fmla="*/ 4798553 w 4806180"/>
                <a:gd name="connsiteY1" fmla="*/ 119992 h 3371637"/>
                <a:gd name="connsiteX2" fmla="*/ 4617528 w 4806180"/>
                <a:gd name="connsiteY2" fmla="*/ 856834 h 3371637"/>
                <a:gd name="connsiteX3" fmla="*/ 4456812 w 4806180"/>
                <a:gd name="connsiteY3" fmla="*/ 2022793 h 3371637"/>
                <a:gd name="connsiteX4" fmla="*/ 3916055 w 4806180"/>
                <a:gd name="connsiteY4" fmla="*/ 2591361 h 3371637"/>
                <a:gd name="connsiteX5" fmla="*/ 3052098 w 4806180"/>
                <a:gd name="connsiteY5" fmla="*/ 3342938 h 3371637"/>
                <a:gd name="connsiteX6" fmla="*/ 2083888 w 4806180"/>
                <a:gd name="connsiteY6" fmla="*/ 3325681 h 3371637"/>
                <a:gd name="connsiteX7" fmla="*/ 694383 w 4806180"/>
                <a:gd name="connsiteY7" fmla="*/ 3026148 h 3371637"/>
                <a:gd name="connsiteX8" fmla="*/ 155090 w 4806180"/>
                <a:gd name="connsiteY8" fmla="*/ 2010352 h 3371637"/>
                <a:gd name="connsiteX9" fmla="*/ 13821 w 4806180"/>
                <a:gd name="connsiteY9" fmla="*/ 1161870 h 3371637"/>
                <a:gd name="connsiteX10" fmla="*/ 1931 w 4806180"/>
                <a:gd name="connsiteY10" fmla="*/ 0 h 3371637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456812 w 4806180"/>
                <a:gd name="connsiteY3" fmla="*/ 2022793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272451 w 4806180"/>
                <a:gd name="connsiteY3" fmla="*/ 2145315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458876 w 4799215"/>
                <a:gd name="connsiteY0" fmla="*/ 0 h 3264725"/>
                <a:gd name="connsiteX1" fmla="*/ 4786137 w 4799215"/>
                <a:gd name="connsiteY1" fmla="*/ 13081 h 3264725"/>
                <a:gd name="connsiteX2" fmla="*/ 4605112 w 4799215"/>
                <a:gd name="connsiteY2" fmla="*/ 749923 h 3264725"/>
                <a:gd name="connsiteX3" fmla="*/ 4260035 w 4799215"/>
                <a:gd name="connsiteY3" fmla="*/ 2038404 h 3264725"/>
                <a:gd name="connsiteX4" fmla="*/ 3614301 w 4799215"/>
                <a:gd name="connsiteY4" fmla="*/ 3015209 h 3264725"/>
                <a:gd name="connsiteX5" fmla="*/ 3039682 w 4799215"/>
                <a:gd name="connsiteY5" fmla="*/ 3236027 h 3264725"/>
                <a:gd name="connsiteX6" fmla="*/ 2071472 w 4799215"/>
                <a:gd name="connsiteY6" fmla="*/ 3218770 h 3264725"/>
                <a:gd name="connsiteX7" fmla="*/ 681967 w 4799215"/>
                <a:gd name="connsiteY7" fmla="*/ 2919237 h 3264725"/>
                <a:gd name="connsiteX8" fmla="*/ 142674 w 4799215"/>
                <a:gd name="connsiteY8" fmla="*/ 1903441 h 3264725"/>
                <a:gd name="connsiteX9" fmla="*/ 1405 w 4799215"/>
                <a:gd name="connsiteY9" fmla="*/ 1054959 h 3264725"/>
                <a:gd name="connsiteX10" fmla="*/ 458876 w 4799215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258034 w 4598373"/>
                <a:gd name="connsiteY0" fmla="*/ 0 h 3264725"/>
                <a:gd name="connsiteX1" fmla="*/ 4585295 w 4598373"/>
                <a:gd name="connsiteY1" fmla="*/ 13081 h 3264725"/>
                <a:gd name="connsiteX2" fmla="*/ 4404270 w 4598373"/>
                <a:gd name="connsiteY2" fmla="*/ 749923 h 3264725"/>
                <a:gd name="connsiteX3" fmla="*/ 4059193 w 4598373"/>
                <a:gd name="connsiteY3" fmla="*/ 2038404 h 3264725"/>
                <a:gd name="connsiteX4" fmla="*/ 3413459 w 4598373"/>
                <a:gd name="connsiteY4" fmla="*/ 3015209 h 3264725"/>
                <a:gd name="connsiteX5" fmla="*/ 2838840 w 4598373"/>
                <a:gd name="connsiteY5" fmla="*/ 3236027 h 3264725"/>
                <a:gd name="connsiteX6" fmla="*/ 1870630 w 4598373"/>
                <a:gd name="connsiteY6" fmla="*/ 3218770 h 3264725"/>
                <a:gd name="connsiteX7" fmla="*/ 481125 w 4598373"/>
                <a:gd name="connsiteY7" fmla="*/ 2919237 h 3264725"/>
                <a:gd name="connsiteX8" fmla="*/ 6310 w 4598373"/>
                <a:gd name="connsiteY8" fmla="*/ 1161492 h 3264725"/>
                <a:gd name="connsiteX9" fmla="*/ 258034 w 4598373"/>
                <a:gd name="connsiteY9" fmla="*/ 0 h 3264725"/>
                <a:gd name="connsiteX0" fmla="*/ 258034 w 4798051"/>
                <a:gd name="connsiteY0" fmla="*/ 0 h 3264725"/>
                <a:gd name="connsiteX1" fmla="*/ 4585295 w 4798051"/>
                <a:gd name="connsiteY1" fmla="*/ 13081 h 3264725"/>
                <a:gd name="connsiteX2" fmla="*/ 4059193 w 4798051"/>
                <a:gd name="connsiteY2" fmla="*/ 2038404 h 3264725"/>
                <a:gd name="connsiteX3" fmla="*/ 3413459 w 4798051"/>
                <a:gd name="connsiteY3" fmla="*/ 3015209 h 3264725"/>
                <a:gd name="connsiteX4" fmla="*/ 2838840 w 4798051"/>
                <a:gd name="connsiteY4" fmla="*/ 3236027 h 3264725"/>
                <a:gd name="connsiteX5" fmla="*/ 1870630 w 4798051"/>
                <a:gd name="connsiteY5" fmla="*/ 3218770 h 3264725"/>
                <a:gd name="connsiteX6" fmla="*/ 481125 w 4798051"/>
                <a:gd name="connsiteY6" fmla="*/ 2919237 h 3264725"/>
                <a:gd name="connsiteX7" fmla="*/ 6310 w 4798051"/>
                <a:gd name="connsiteY7" fmla="*/ 1161492 h 3264725"/>
                <a:gd name="connsiteX8" fmla="*/ 258034 w 4798051"/>
                <a:gd name="connsiteY8" fmla="*/ 0 h 3264725"/>
                <a:gd name="connsiteX0" fmla="*/ 258034 w 4585296"/>
                <a:gd name="connsiteY0" fmla="*/ 0 h 3264725"/>
                <a:gd name="connsiteX1" fmla="*/ 4585295 w 4585296"/>
                <a:gd name="connsiteY1" fmla="*/ 13081 h 3264725"/>
                <a:gd name="connsiteX2" fmla="*/ 4059193 w 4585296"/>
                <a:gd name="connsiteY2" fmla="*/ 2038404 h 3264725"/>
                <a:gd name="connsiteX3" fmla="*/ 3413459 w 4585296"/>
                <a:gd name="connsiteY3" fmla="*/ 3015209 h 3264725"/>
                <a:gd name="connsiteX4" fmla="*/ 2838840 w 4585296"/>
                <a:gd name="connsiteY4" fmla="*/ 3236027 h 3264725"/>
                <a:gd name="connsiteX5" fmla="*/ 1870630 w 4585296"/>
                <a:gd name="connsiteY5" fmla="*/ 3218770 h 3264725"/>
                <a:gd name="connsiteX6" fmla="*/ 481125 w 4585296"/>
                <a:gd name="connsiteY6" fmla="*/ 2919237 h 3264725"/>
                <a:gd name="connsiteX7" fmla="*/ 6310 w 4585296"/>
                <a:gd name="connsiteY7" fmla="*/ 1161492 h 3264725"/>
                <a:gd name="connsiteX8" fmla="*/ 258034 w 4585296"/>
                <a:gd name="connsiteY8" fmla="*/ 0 h 3264725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181940 w 4594182"/>
                <a:gd name="connsiteY0" fmla="*/ 0 h 3557030"/>
                <a:gd name="connsiteX1" fmla="*/ 4594182 w 4594182"/>
                <a:gd name="connsiteY1" fmla="*/ 278024 h 3557030"/>
                <a:gd name="connsiteX2" fmla="*/ 4068080 w 4594182"/>
                <a:gd name="connsiteY2" fmla="*/ 2303347 h 3557030"/>
                <a:gd name="connsiteX3" fmla="*/ 3422346 w 4594182"/>
                <a:gd name="connsiteY3" fmla="*/ 3280152 h 3557030"/>
                <a:gd name="connsiteX4" fmla="*/ 2847727 w 4594182"/>
                <a:gd name="connsiteY4" fmla="*/ 3500970 h 3557030"/>
                <a:gd name="connsiteX5" fmla="*/ 1908870 w 4594182"/>
                <a:gd name="connsiteY5" fmla="*/ 3556118 h 3557030"/>
                <a:gd name="connsiteX6" fmla="*/ 490012 w 4594182"/>
                <a:gd name="connsiteY6" fmla="*/ 3184180 h 3557030"/>
                <a:gd name="connsiteX7" fmla="*/ 15197 w 4594182"/>
                <a:gd name="connsiteY7" fmla="*/ 1426435 h 3557030"/>
                <a:gd name="connsiteX8" fmla="*/ 181940 w 4594182"/>
                <a:gd name="connsiteY8" fmla="*/ 0 h 355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94182" h="3557030">
                  <a:moveTo>
                    <a:pt x="181940" y="0"/>
                  </a:moveTo>
                  <a:lnTo>
                    <a:pt x="4594182" y="278024"/>
                  </a:lnTo>
                  <a:cubicBezTo>
                    <a:pt x="4458665" y="1334125"/>
                    <a:pt x="4263386" y="1802992"/>
                    <a:pt x="4068080" y="2303347"/>
                  </a:cubicBezTo>
                  <a:cubicBezTo>
                    <a:pt x="4043469" y="2399936"/>
                    <a:pt x="3563939" y="3154715"/>
                    <a:pt x="3422346" y="3280152"/>
                  </a:cubicBezTo>
                  <a:cubicBezTo>
                    <a:pt x="3310672" y="3373178"/>
                    <a:pt x="3030354" y="3432752"/>
                    <a:pt x="2847727" y="3500970"/>
                  </a:cubicBezTo>
                  <a:cubicBezTo>
                    <a:pt x="2472767" y="3575671"/>
                    <a:pt x="2171596" y="3552975"/>
                    <a:pt x="1908870" y="3556118"/>
                  </a:cubicBezTo>
                  <a:cubicBezTo>
                    <a:pt x="1646144" y="3559261"/>
                    <a:pt x="728648" y="3255485"/>
                    <a:pt x="490012" y="3184180"/>
                  </a:cubicBezTo>
                  <a:cubicBezTo>
                    <a:pt x="11986" y="2501181"/>
                    <a:pt x="52379" y="1912974"/>
                    <a:pt x="15197" y="1426435"/>
                  </a:cubicBezTo>
                  <a:cubicBezTo>
                    <a:pt x="-16128" y="1155428"/>
                    <a:pt x="-15596" y="539629"/>
                    <a:pt x="181940" y="0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DA8EDD3-4B3C-3DCD-30D4-480C309DCFD7}"/>
                </a:ext>
              </a:extLst>
            </p:cNvPr>
            <p:cNvGrpSpPr/>
            <p:nvPr/>
          </p:nvGrpSpPr>
          <p:grpSpPr>
            <a:xfrm flipH="1">
              <a:off x="9013279" y="5202737"/>
              <a:ext cx="753730" cy="404031"/>
              <a:chOff x="5447388" y="3100610"/>
              <a:chExt cx="1500891" cy="80454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70E2107-B25C-7D66-0A22-2D3F858CCA5C}"/>
                  </a:ext>
                </a:extLst>
              </p:cNvPr>
              <p:cNvSpPr/>
              <p:nvPr/>
            </p:nvSpPr>
            <p:spPr>
              <a:xfrm>
                <a:off x="5447388" y="3266522"/>
                <a:ext cx="541294" cy="638628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B357750C-FE1E-96E9-9035-CE1F425D94CC}"/>
                  </a:ext>
                </a:extLst>
              </p:cNvPr>
              <p:cNvSpPr/>
              <p:nvPr/>
            </p:nvSpPr>
            <p:spPr>
              <a:xfrm>
                <a:off x="5648906" y="3266522"/>
                <a:ext cx="325836" cy="289179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AFE9603-9748-1035-C828-C59E183C57DE}"/>
                  </a:ext>
                </a:extLst>
              </p:cNvPr>
              <p:cNvSpPr/>
              <p:nvPr/>
            </p:nvSpPr>
            <p:spPr>
              <a:xfrm>
                <a:off x="6406985" y="3100610"/>
                <a:ext cx="541294" cy="638628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52D3419-4F1B-0681-7E92-D953FA8569EE}"/>
                  </a:ext>
                </a:extLst>
              </p:cNvPr>
              <p:cNvSpPr/>
              <p:nvPr/>
            </p:nvSpPr>
            <p:spPr>
              <a:xfrm>
                <a:off x="6611291" y="3100610"/>
                <a:ext cx="325836" cy="289179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1271D20E-EB91-A613-FA0E-F7EC22C70693}"/>
                  </a:ext>
                </a:extLst>
              </p:cNvPr>
              <p:cNvSpPr/>
              <p:nvPr/>
            </p:nvSpPr>
            <p:spPr>
              <a:xfrm>
                <a:off x="6134392" y="3650520"/>
                <a:ext cx="202239" cy="91643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239" h="91643">
                    <a:moveTo>
                      <a:pt x="0" y="6914"/>
                    </a:moveTo>
                    <a:cubicBezTo>
                      <a:pt x="25926" y="61795"/>
                      <a:pt x="73464" y="92764"/>
                      <a:pt x="107170" y="91612"/>
                    </a:cubicBezTo>
                    <a:cubicBezTo>
                      <a:pt x="140876" y="90460"/>
                      <a:pt x="196335" y="69070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35884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7B1CF-2791-AE81-4CE4-265E61111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02920"/>
            <a:ext cx="10515600" cy="9784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628F3-BE4E-C904-CB09-2ED57B3D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660" y="1511748"/>
            <a:ext cx="10515600" cy="45994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EE4F20-0666-E738-7D6B-45FE53B2D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5C0C3-F29F-DD22-4617-DF238580D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8DB3A-BD63-171C-60F7-DEDCA8FFE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9723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93C0CD0-29CC-DED1-1E10-04F9310124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A626A3F4-4399-C1D0-2100-F8E7625C9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1133061"/>
            <a:ext cx="4576888" cy="3588027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52F83225-AEA2-08E6-5367-5F7DD64A5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659" y="4721088"/>
            <a:ext cx="4298593" cy="1003852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lang="en-US" sz="1600" cap="none" baseline="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6032"/>
            <a:ext cx="3256613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0790" y="6341919"/>
            <a:ext cx="1806461" cy="365125"/>
          </a:xfrm>
        </p:spPr>
        <p:txBody>
          <a:bodyPr/>
          <a:lstStyle>
            <a:lvl1pPr algn="l">
              <a:defRPr/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B399B5B8-EAB1-4A35-8C7E-A842926B740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02083" y="1542762"/>
            <a:ext cx="5707601" cy="5315238"/>
          </a:xfrm>
          <a:custGeom>
            <a:avLst/>
            <a:gdLst>
              <a:gd name="connsiteX0" fmla="*/ 2576006 w 5441943"/>
              <a:gd name="connsiteY0" fmla="*/ 41 h 5067842"/>
              <a:gd name="connsiteX1" fmla="*/ 2988480 w 5441943"/>
              <a:gd name="connsiteY1" fmla="*/ 43413 h 5067842"/>
              <a:gd name="connsiteX2" fmla="*/ 4955377 w 5441943"/>
              <a:gd name="connsiteY2" fmla="*/ 1075549 h 5067842"/>
              <a:gd name="connsiteX3" fmla="*/ 5037577 w 5441943"/>
              <a:gd name="connsiteY3" fmla="*/ 4123286 h 5067842"/>
              <a:gd name="connsiteX4" fmla="*/ 3951424 w 5441943"/>
              <a:gd name="connsiteY4" fmla="*/ 5012975 h 5067842"/>
              <a:gd name="connsiteX5" fmla="*/ 3820826 w 5441943"/>
              <a:gd name="connsiteY5" fmla="*/ 5067842 h 5067842"/>
              <a:gd name="connsiteX6" fmla="*/ 2092196 w 5441943"/>
              <a:gd name="connsiteY6" fmla="*/ 5067842 h 5067842"/>
              <a:gd name="connsiteX7" fmla="*/ 2013774 w 5441943"/>
              <a:gd name="connsiteY7" fmla="*/ 5044835 h 5067842"/>
              <a:gd name="connsiteX8" fmla="*/ 34896 w 5441943"/>
              <a:gd name="connsiteY8" fmla="*/ 2881395 h 5067842"/>
              <a:gd name="connsiteX9" fmla="*/ 940110 w 5441943"/>
              <a:gd name="connsiteY9" fmla="*/ 624396 h 5067842"/>
              <a:gd name="connsiteX10" fmla="*/ 2576006 w 5441943"/>
              <a:gd name="connsiteY10" fmla="*/ 41 h 5067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441943" h="5067842">
                <a:moveTo>
                  <a:pt x="2576006" y="41"/>
                </a:moveTo>
                <a:cubicBezTo>
                  <a:pt x="2715826" y="887"/>
                  <a:pt x="2854358" y="14907"/>
                  <a:pt x="2988480" y="43413"/>
                </a:cubicBezTo>
                <a:cubicBezTo>
                  <a:pt x="3703795" y="195445"/>
                  <a:pt x="4521652" y="487778"/>
                  <a:pt x="4955377" y="1075549"/>
                </a:cubicBezTo>
                <a:cubicBezTo>
                  <a:pt x="5389103" y="1663321"/>
                  <a:pt x="5750950" y="3145931"/>
                  <a:pt x="5037577" y="4123286"/>
                </a:cubicBezTo>
                <a:cubicBezTo>
                  <a:pt x="4673616" y="4553014"/>
                  <a:pt x="4315864" y="4840448"/>
                  <a:pt x="3951424" y="5012975"/>
                </a:cubicBezTo>
                <a:lnTo>
                  <a:pt x="3820826" y="5067842"/>
                </a:lnTo>
                <a:lnTo>
                  <a:pt x="2092196" y="5067842"/>
                </a:lnTo>
                <a:lnTo>
                  <a:pt x="2013774" y="5044835"/>
                </a:lnTo>
                <a:cubicBezTo>
                  <a:pt x="886942" y="4686371"/>
                  <a:pt x="221525" y="3784382"/>
                  <a:pt x="34896" y="2881395"/>
                </a:cubicBezTo>
                <a:cubicBezTo>
                  <a:pt x="-151733" y="1978408"/>
                  <a:pt x="447846" y="1097393"/>
                  <a:pt x="940110" y="624396"/>
                </a:cubicBezTo>
                <a:cubicBezTo>
                  <a:pt x="1340074" y="240086"/>
                  <a:pt x="1970121" y="-3625"/>
                  <a:pt x="2576006" y="4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90C4FB2-5AD5-51CC-1A4F-72EF27566590}"/>
              </a:ext>
            </a:extLst>
          </p:cNvPr>
          <p:cNvSpPr/>
          <p:nvPr/>
        </p:nvSpPr>
        <p:spPr>
          <a:xfrm>
            <a:off x="8166776" y="0"/>
            <a:ext cx="4025224" cy="2166290"/>
          </a:xfrm>
          <a:custGeom>
            <a:avLst/>
            <a:gdLst>
              <a:gd name="csX0" fmla="*/ 0 w 4025224"/>
              <a:gd name="csY0" fmla="*/ 0 h 2166290"/>
              <a:gd name="csX1" fmla="*/ 1171925 w 4025224"/>
              <a:gd name="csY1" fmla="*/ 0 h 2166290"/>
              <a:gd name="csX2" fmla="*/ 1194569 w 4025224"/>
              <a:gd name="csY2" fmla="*/ 50285 h 2166290"/>
              <a:gd name="csX3" fmla="*/ 1616851 w 4025224"/>
              <a:gd name="csY3" fmla="*/ 585873 h 2166290"/>
              <a:gd name="csX4" fmla="*/ 2897449 w 4025224"/>
              <a:gd name="csY4" fmla="*/ 999115 h 2166290"/>
              <a:gd name="csX5" fmla="*/ 3639922 w 4025224"/>
              <a:gd name="csY5" fmla="*/ 748153 h 2166290"/>
              <a:gd name="csX6" fmla="*/ 4008437 w 4025224"/>
              <a:gd name="csY6" fmla="*/ 379803 h 2166290"/>
              <a:gd name="csX7" fmla="*/ 4025224 w 4025224"/>
              <a:gd name="csY7" fmla="*/ 353041 h 2166290"/>
              <a:gd name="csX8" fmla="*/ 4025224 w 4025224"/>
              <a:gd name="csY8" fmla="*/ 1866594 h 2166290"/>
              <a:gd name="csX9" fmla="*/ 3945842 w 4025224"/>
              <a:gd name="csY9" fmla="*/ 1913593 h 2166290"/>
              <a:gd name="csX10" fmla="*/ 3108626 w 4025224"/>
              <a:gd name="csY10" fmla="*/ 2153724 h 2166290"/>
              <a:gd name="csX11" fmla="*/ 564359 w 4025224"/>
              <a:gd name="csY11" fmla="*/ 1326027 h 2166290"/>
              <a:gd name="csX12" fmla="*/ 9289 w 4025224"/>
              <a:gd name="csY12" fmla="*/ 63825 h 216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025224" h="2166290">
                <a:moveTo>
                  <a:pt x="0" y="0"/>
                </a:moveTo>
                <a:lnTo>
                  <a:pt x="1171925" y="0"/>
                </a:lnTo>
                <a:lnTo>
                  <a:pt x="1194569" y="50285"/>
                </a:lnTo>
                <a:cubicBezTo>
                  <a:pt x="1305628" y="262859"/>
                  <a:pt x="1462822" y="448910"/>
                  <a:pt x="1616851" y="585873"/>
                </a:cubicBezTo>
                <a:cubicBezTo>
                  <a:pt x="1924912" y="859800"/>
                  <a:pt x="2480917" y="996418"/>
                  <a:pt x="2897449" y="999115"/>
                </a:cubicBezTo>
                <a:cubicBezTo>
                  <a:pt x="3185803" y="971118"/>
                  <a:pt x="3455687" y="888716"/>
                  <a:pt x="3639922" y="748153"/>
                </a:cubicBezTo>
                <a:cubicBezTo>
                  <a:pt x="3766788" y="653840"/>
                  <a:pt x="3909535" y="520978"/>
                  <a:pt x="4008437" y="379803"/>
                </a:cubicBezTo>
                <a:lnTo>
                  <a:pt x="4025224" y="353041"/>
                </a:lnTo>
                <a:lnTo>
                  <a:pt x="4025224" y="1866594"/>
                </a:lnTo>
                <a:lnTo>
                  <a:pt x="3945842" y="1913593"/>
                </a:lnTo>
                <a:cubicBezTo>
                  <a:pt x="3703090" y="2042861"/>
                  <a:pt x="3424499" y="2132939"/>
                  <a:pt x="3108626" y="2153724"/>
                </a:cubicBezTo>
                <a:cubicBezTo>
                  <a:pt x="2240288" y="2247380"/>
                  <a:pt x="1263092" y="1802283"/>
                  <a:pt x="564359" y="1326027"/>
                </a:cubicBezTo>
                <a:cubicBezTo>
                  <a:pt x="211176" y="961314"/>
                  <a:pt x="67059" y="428127"/>
                  <a:pt x="9289" y="6382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99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40411C6-28F6-8585-91B7-03FC170B45C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855167 w 12192000"/>
              <a:gd name="connsiteY0" fmla="*/ 6129871 h 6858000"/>
              <a:gd name="connsiteX1" fmla="*/ 9418143 w 12192000"/>
              <a:gd name="connsiteY1" fmla="*/ 6214139 h 6858000"/>
              <a:gd name="connsiteX2" fmla="*/ 9940232 w 12192000"/>
              <a:gd name="connsiteY2" fmla="*/ 6580765 h 6858000"/>
              <a:gd name="connsiteX3" fmla="*/ 10003724 w 12192000"/>
              <a:gd name="connsiteY3" fmla="*/ 6723989 h 6858000"/>
              <a:gd name="connsiteX4" fmla="*/ 10046063 w 12192000"/>
              <a:gd name="connsiteY4" fmla="*/ 6858000 h 6858000"/>
              <a:gd name="connsiteX5" fmla="*/ 7595601 w 12192000"/>
              <a:gd name="connsiteY5" fmla="*/ 6858000 h 6858000"/>
              <a:gd name="connsiteX6" fmla="*/ 7645247 w 12192000"/>
              <a:gd name="connsiteY6" fmla="*/ 6757511 h 6858000"/>
              <a:gd name="connsiteX7" fmla="*/ 8305226 w 12192000"/>
              <a:gd name="connsiteY7" fmla="*/ 6218074 h 6858000"/>
              <a:gd name="connsiteX8" fmla="*/ 8855167 w 12192000"/>
              <a:gd name="connsiteY8" fmla="*/ 6129871 h 6858000"/>
              <a:gd name="connsiteX9" fmla="*/ 11660333 w 12192000"/>
              <a:gd name="connsiteY9" fmla="*/ 739228 h 6858000"/>
              <a:gd name="connsiteX10" fmla="*/ 6228080 w 12192000"/>
              <a:gd name="connsiteY10" fmla="*/ 915837 h 6858000"/>
              <a:gd name="connsiteX11" fmla="*/ 6385355 w 12192000"/>
              <a:gd name="connsiteY11" fmla="*/ 2733681 h 6858000"/>
              <a:gd name="connsiteX12" fmla="*/ 7145125 w 12192000"/>
              <a:gd name="connsiteY12" fmla="*/ 4559224 h 6858000"/>
              <a:gd name="connsiteX13" fmla="*/ 7941628 w 12192000"/>
              <a:gd name="connsiteY13" fmla="*/ 5097598 h 6858000"/>
              <a:gd name="connsiteX14" fmla="*/ 9033448 w 12192000"/>
              <a:gd name="connsiteY14" fmla="*/ 5224198 h 6858000"/>
              <a:gd name="connsiteX15" fmla="*/ 10238924 w 12192000"/>
              <a:gd name="connsiteY15" fmla="*/ 5154274 h 6858000"/>
              <a:gd name="connsiteX16" fmla="*/ 11483653 w 12192000"/>
              <a:gd name="connsiteY16" fmla="*/ 3710684 h 6858000"/>
              <a:gd name="connsiteX17" fmla="*/ 11646617 w 12192000"/>
              <a:gd name="connsiteY17" fmla="*/ 2471509 h 6858000"/>
              <a:gd name="connsiteX18" fmla="*/ 11660333 w 12192000"/>
              <a:gd name="connsiteY18" fmla="*/ 739228 h 6858000"/>
              <a:gd name="connsiteX19" fmla="*/ 0 w 12192000"/>
              <a:gd name="connsiteY19" fmla="*/ 0 h 6858000"/>
              <a:gd name="connsiteX20" fmla="*/ 12192000 w 12192000"/>
              <a:gd name="connsiteY20" fmla="*/ 0 h 6858000"/>
              <a:gd name="connsiteX21" fmla="*/ 12192000 w 12192000"/>
              <a:gd name="connsiteY21" fmla="*/ 6858000 h 6858000"/>
              <a:gd name="connsiteX22" fmla="*/ 11062506 w 12192000"/>
              <a:gd name="connsiteY22" fmla="*/ 6858000 h 6858000"/>
              <a:gd name="connsiteX23" fmla="*/ 11047856 w 12192000"/>
              <a:gd name="connsiteY23" fmla="*/ 6794231 h 6858000"/>
              <a:gd name="connsiteX24" fmla="*/ 9892865 w 12192000"/>
              <a:gd name="connsiteY24" fmla="*/ 5335072 h 6858000"/>
              <a:gd name="connsiteX25" fmla="*/ 9004162 w 12192000"/>
              <a:gd name="connsiteY25" fmla="*/ 5223527 h 6858000"/>
              <a:gd name="connsiteX26" fmla="*/ 7713673 w 12192000"/>
              <a:gd name="connsiteY26" fmla="*/ 5425100 h 6858000"/>
              <a:gd name="connsiteX27" fmla="*/ 6806707 w 12192000"/>
              <a:gd name="connsiteY27" fmla="*/ 6439693 h 6858000"/>
              <a:gd name="connsiteX28" fmla="*/ 6654677 w 12192000"/>
              <a:gd name="connsiteY28" fmla="*/ 6796868 h 6858000"/>
              <a:gd name="connsiteX29" fmla="*/ 6646736 w 12192000"/>
              <a:gd name="connsiteY29" fmla="*/ 6858000 h 6858000"/>
              <a:gd name="connsiteX30" fmla="*/ 0 w 12192000"/>
              <a:gd name="connsiteY3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192000" h="6858000">
                <a:moveTo>
                  <a:pt x="8855167" y="6129871"/>
                </a:moveTo>
                <a:cubicBezTo>
                  <a:pt x="9053338" y="6133189"/>
                  <a:pt x="9253682" y="6165252"/>
                  <a:pt x="9418143" y="6214139"/>
                </a:cubicBezTo>
                <a:cubicBezTo>
                  <a:pt x="9601693" y="6336993"/>
                  <a:pt x="9830339" y="6430915"/>
                  <a:pt x="9940232" y="6580765"/>
                </a:cubicBezTo>
                <a:cubicBezTo>
                  <a:pt x="9963593" y="6627091"/>
                  <a:pt x="9985058" y="6675159"/>
                  <a:pt x="10003724" y="6723989"/>
                </a:cubicBezTo>
                <a:lnTo>
                  <a:pt x="10046063" y="6858000"/>
                </a:lnTo>
                <a:lnTo>
                  <a:pt x="7595601" y="6858000"/>
                </a:lnTo>
                <a:lnTo>
                  <a:pt x="7645247" y="6757511"/>
                </a:lnTo>
                <a:cubicBezTo>
                  <a:pt x="7793439" y="6505265"/>
                  <a:pt x="8066704" y="6319280"/>
                  <a:pt x="8305226" y="6218074"/>
                </a:cubicBezTo>
                <a:cubicBezTo>
                  <a:pt x="8460996" y="6151980"/>
                  <a:pt x="8656995" y="6126553"/>
                  <a:pt x="8855167" y="6129871"/>
                </a:cubicBezTo>
                <a:close/>
                <a:moveTo>
                  <a:pt x="11660333" y="739228"/>
                </a:moveTo>
                <a:lnTo>
                  <a:pt x="6228080" y="915837"/>
                </a:lnTo>
                <a:cubicBezTo>
                  <a:pt x="6164868" y="939348"/>
                  <a:pt x="6329236" y="2252394"/>
                  <a:pt x="6385355" y="2733681"/>
                </a:cubicBezTo>
                <a:cubicBezTo>
                  <a:pt x="6547431" y="3460984"/>
                  <a:pt x="6706573" y="4143793"/>
                  <a:pt x="7145125" y="4559224"/>
                </a:cubicBezTo>
                <a:cubicBezTo>
                  <a:pt x="7273948" y="4695085"/>
                  <a:pt x="7730955" y="4997969"/>
                  <a:pt x="7941628" y="5097598"/>
                </a:cubicBezTo>
                <a:cubicBezTo>
                  <a:pt x="8374170" y="5206696"/>
                  <a:pt x="8650564" y="5214752"/>
                  <a:pt x="9033448" y="5224198"/>
                </a:cubicBezTo>
                <a:cubicBezTo>
                  <a:pt x="9416330" y="5233645"/>
                  <a:pt x="9963641" y="5258412"/>
                  <a:pt x="10238924" y="5154274"/>
                </a:cubicBezTo>
                <a:cubicBezTo>
                  <a:pt x="10641226" y="4898231"/>
                  <a:pt x="11218146" y="4144944"/>
                  <a:pt x="11483653" y="3710684"/>
                </a:cubicBezTo>
                <a:cubicBezTo>
                  <a:pt x="11522790" y="3500572"/>
                  <a:pt x="11603870" y="2971840"/>
                  <a:pt x="11646617" y="2471509"/>
                </a:cubicBezTo>
                <a:cubicBezTo>
                  <a:pt x="11682752" y="2075714"/>
                  <a:pt x="11643767" y="1543520"/>
                  <a:pt x="11660333" y="739228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11062506" y="6858000"/>
                </a:lnTo>
                <a:lnTo>
                  <a:pt x="11047856" y="6794231"/>
                </a:lnTo>
                <a:cubicBezTo>
                  <a:pt x="10932983" y="6327966"/>
                  <a:pt x="10635396" y="5613294"/>
                  <a:pt x="9892865" y="5335072"/>
                </a:cubicBezTo>
                <a:cubicBezTo>
                  <a:pt x="9608195" y="5260686"/>
                  <a:pt x="9302261" y="5226558"/>
                  <a:pt x="9004162" y="5223527"/>
                </a:cubicBezTo>
                <a:cubicBezTo>
                  <a:pt x="8507330" y="5218476"/>
                  <a:pt x="8032263" y="5299806"/>
                  <a:pt x="7713673" y="5425100"/>
                </a:cubicBezTo>
                <a:cubicBezTo>
                  <a:pt x="7220482" y="5677966"/>
                  <a:pt x="6988215" y="6163608"/>
                  <a:pt x="6806707" y="6439693"/>
                </a:cubicBezTo>
                <a:cubicBezTo>
                  <a:pt x="6715953" y="6577735"/>
                  <a:pt x="6675151" y="6693338"/>
                  <a:pt x="6654677" y="6796868"/>
                </a:cubicBezTo>
                <a:lnTo>
                  <a:pt x="6646736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74818CC-FA8B-22A1-D41B-AE54C0DF6720}"/>
              </a:ext>
            </a:extLst>
          </p:cNvPr>
          <p:cNvSpPr/>
          <p:nvPr/>
        </p:nvSpPr>
        <p:spPr>
          <a:xfrm rot="10800000" flipV="1">
            <a:off x="6213837" y="739228"/>
            <a:ext cx="5448722" cy="4494463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77429"/>
              <a:gd name="connsiteX1" fmla="*/ 4711018 w 4723365"/>
              <a:gd name="connsiteY1" fmla="*/ 120927 h 3077429"/>
              <a:gd name="connsiteX2" fmla="*/ 4574680 w 4723365"/>
              <a:gd name="connsiteY2" fmla="*/ 1365633 h 3077429"/>
              <a:gd name="connsiteX3" fmla="*/ 3916054 w 4723365"/>
              <a:gd name="connsiteY3" fmla="*/ 2615611 h 3077429"/>
              <a:gd name="connsiteX4" fmla="*/ 3225585 w 4723365"/>
              <a:gd name="connsiteY4" fmla="*/ 2984244 h 3077429"/>
              <a:gd name="connsiteX5" fmla="*/ 2279113 w 4723365"/>
              <a:gd name="connsiteY5" fmla="*/ 3070929 h 3077429"/>
              <a:gd name="connsiteX6" fmla="*/ 1234115 w 4723365"/>
              <a:gd name="connsiteY6" fmla="*/ 3023051 h 3077429"/>
              <a:gd name="connsiteX7" fmla="*/ 155089 w 4723365"/>
              <a:gd name="connsiteY7" fmla="*/ 2034602 h 3077429"/>
              <a:gd name="connsiteX8" fmla="*/ 13820 w 4723365"/>
              <a:gd name="connsiteY8" fmla="*/ 1186120 h 3077429"/>
              <a:gd name="connsiteX9" fmla="*/ 1930 w 4723365"/>
              <a:gd name="connsiteY9" fmla="*/ 0 h 30774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723365" h="3077429">
                <a:moveTo>
                  <a:pt x="1930" y="0"/>
                </a:moveTo>
                <a:lnTo>
                  <a:pt x="4711018" y="120927"/>
                </a:lnTo>
                <a:cubicBezTo>
                  <a:pt x="4765815" y="137025"/>
                  <a:pt x="4623328" y="1036088"/>
                  <a:pt x="4574680" y="1365633"/>
                </a:cubicBezTo>
                <a:cubicBezTo>
                  <a:pt x="4434180" y="1863629"/>
                  <a:pt x="4296224" y="2331159"/>
                  <a:pt x="3916054" y="2615611"/>
                </a:cubicBezTo>
                <a:cubicBezTo>
                  <a:pt x="3804380" y="2708637"/>
                  <a:pt x="3408212" y="2916026"/>
                  <a:pt x="3225585" y="2984244"/>
                </a:cubicBezTo>
                <a:cubicBezTo>
                  <a:pt x="2850625" y="3058945"/>
                  <a:pt x="2611025" y="3064461"/>
                  <a:pt x="2279113" y="3070929"/>
                </a:cubicBezTo>
                <a:cubicBezTo>
                  <a:pt x="1947201" y="3077397"/>
                  <a:pt x="1472751" y="3094356"/>
                  <a:pt x="1234115" y="3023051"/>
                </a:cubicBezTo>
                <a:cubicBezTo>
                  <a:pt x="885369" y="2847734"/>
                  <a:pt x="385251" y="2331947"/>
                  <a:pt x="155089" y="2034602"/>
                </a:cubicBezTo>
                <a:cubicBezTo>
                  <a:pt x="121162" y="1890735"/>
                  <a:pt x="50876" y="1528704"/>
                  <a:pt x="13820" y="1186120"/>
                </a:cubicBezTo>
                <a:cubicBezTo>
                  <a:pt x="-17505" y="915113"/>
                  <a:pt x="16290" y="550711"/>
                  <a:pt x="19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24DBE0-203A-0714-DC99-07DF75B9C3DA}"/>
              </a:ext>
            </a:extLst>
          </p:cNvPr>
          <p:cNvSpPr/>
          <p:nvPr/>
        </p:nvSpPr>
        <p:spPr>
          <a:xfrm rot="10800000" flipH="1">
            <a:off x="6644615" y="5223305"/>
            <a:ext cx="4421642" cy="1651023"/>
          </a:xfrm>
          <a:custGeom>
            <a:avLst/>
            <a:gdLst>
              <a:gd name="connsiteX0" fmla="*/ 2359547 w 4421642"/>
              <a:gd name="connsiteY0" fmla="*/ 1650801 h 1651023"/>
              <a:gd name="connsiteX1" fmla="*/ 3248250 w 4421642"/>
              <a:gd name="connsiteY1" fmla="*/ 1539256 h 1651023"/>
              <a:gd name="connsiteX2" fmla="*/ 4403241 w 4421642"/>
              <a:gd name="connsiteY2" fmla="*/ 80097 h 1651023"/>
              <a:gd name="connsiteX3" fmla="*/ 4421642 w 4421642"/>
              <a:gd name="connsiteY3" fmla="*/ 0 h 1651023"/>
              <a:gd name="connsiteX4" fmla="*/ 3406227 w 4421642"/>
              <a:gd name="connsiteY4" fmla="*/ 0 h 1651023"/>
              <a:gd name="connsiteX5" fmla="*/ 3405801 w 4421642"/>
              <a:gd name="connsiteY5" fmla="*/ 2549 h 1651023"/>
              <a:gd name="connsiteX6" fmla="*/ 3295617 w 4421642"/>
              <a:gd name="connsiteY6" fmla="*/ 293563 h 1651023"/>
              <a:gd name="connsiteX7" fmla="*/ 2773528 w 4421642"/>
              <a:gd name="connsiteY7" fmla="*/ 660189 h 1651023"/>
              <a:gd name="connsiteX8" fmla="*/ 1660611 w 4421642"/>
              <a:gd name="connsiteY8" fmla="*/ 656254 h 1651023"/>
              <a:gd name="connsiteX9" fmla="*/ 945245 w 4421642"/>
              <a:gd name="connsiteY9" fmla="*/ 4709 h 1651023"/>
              <a:gd name="connsiteX10" fmla="*/ 943844 w 4421642"/>
              <a:gd name="connsiteY10" fmla="*/ 0 h 1651023"/>
              <a:gd name="connsiteX11" fmla="*/ 0 w 4421642"/>
              <a:gd name="connsiteY11" fmla="*/ 0 h 1651023"/>
              <a:gd name="connsiteX12" fmla="*/ 10062 w 4421642"/>
              <a:gd name="connsiteY12" fmla="*/ 77460 h 1651023"/>
              <a:gd name="connsiteX13" fmla="*/ 162092 w 4421642"/>
              <a:gd name="connsiteY13" fmla="*/ 434635 h 1651023"/>
              <a:gd name="connsiteX14" fmla="*/ 1069058 w 4421642"/>
              <a:gd name="connsiteY14" fmla="*/ 1449228 h 1651023"/>
              <a:gd name="connsiteX15" fmla="*/ 2359547 w 4421642"/>
              <a:gd name="connsiteY15" fmla="*/ 1650801 h 16510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21642" h="1651023">
                <a:moveTo>
                  <a:pt x="2359547" y="1650801"/>
                </a:moveTo>
                <a:cubicBezTo>
                  <a:pt x="2657646" y="1647770"/>
                  <a:pt x="2963580" y="1613642"/>
                  <a:pt x="3248250" y="1539256"/>
                </a:cubicBezTo>
                <a:cubicBezTo>
                  <a:pt x="3990781" y="1261034"/>
                  <a:pt x="4288368" y="546362"/>
                  <a:pt x="4403241" y="80097"/>
                </a:cubicBezTo>
                <a:lnTo>
                  <a:pt x="4421642" y="0"/>
                </a:lnTo>
                <a:lnTo>
                  <a:pt x="3406227" y="0"/>
                </a:lnTo>
                <a:lnTo>
                  <a:pt x="3405801" y="2549"/>
                </a:lnTo>
                <a:cubicBezTo>
                  <a:pt x="3381478" y="101291"/>
                  <a:pt x="3342339" y="200911"/>
                  <a:pt x="3295617" y="293563"/>
                </a:cubicBezTo>
                <a:cubicBezTo>
                  <a:pt x="3185724" y="443413"/>
                  <a:pt x="2957078" y="537335"/>
                  <a:pt x="2773528" y="660189"/>
                </a:cubicBezTo>
                <a:cubicBezTo>
                  <a:pt x="2444607" y="757963"/>
                  <a:pt x="1972152" y="788442"/>
                  <a:pt x="1660611" y="656254"/>
                </a:cubicBezTo>
                <a:cubicBezTo>
                  <a:pt x="1388014" y="540590"/>
                  <a:pt x="1070039" y="314194"/>
                  <a:pt x="945245" y="4709"/>
                </a:cubicBezTo>
                <a:lnTo>
                  <a:pt x="943844" y="0"/>
                </a:lnTo>
                <a:lnTo>
                  <a:pt x="0" y="0"/>
                </a:lnTo>
                <a:lnTo>
                  <a:pt x="10062" y="77460"/>
                </a:lnTo>
                <a:cubicBezTo>
                  <a:pt x="30536" y="180990"/>
                  <a:pt x="71338" y="296593"/>
                  <a:pt x="162092" y="434635"/>
                </a:cubicBezTo>
                <a:cubicBezTo>
                  <a:pt x="343600" y="710720"/>
                  <a:pt x="575867" y="1196362"/>
                  <a:pt x="1069058" y="1449228"/>
                </a:cubicBezTo>
                <a:cubicBezTo>
                  <a:pt x="1387648" y="1574522"/>
                  <a:pt x="1862715" y="1655852"/>
                  <a:pt x="2359547" y="1650801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9AA69D-4CFD-D1F4-52D9-CA213F676E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2503" y="1335635"/>
            <a:ext cx="4010358" cy="2396362"/>
          </a:xfrm>
        </p:spPr>
        <p:txBody>
          <a:bodyPr anchor="ctr">
            <a:normAutofit/>
          </a:bodyPr>
          <a:lstStyle>
            <a:lvl1pPr algn="ctr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FA269-7CD0-B50B-0D2E-66E0E812D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4704" y="3850055"/>
            <a:ext cx="3042459" cy="100385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4ACD6-E7C3-5888-56A4-A5758B74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BC67A-8ACB-271C-C3F7-FCA06B61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7E34A-F1F5-10C0-05F1-52EBC543E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712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B1B45C-C751-7073-07E7-A6F87BE783E1}"/>
              </a:ext>
            </a:extLst>
          </p:cNvPr>
          <p:cNvSpPr/>
          <p:nvPr/>
        </p:nvSpPr>
        <p:spPr>
          <a:xfrm rot="5400000">
            <a:off x="-649554" y="649107"/>
            <a:ext cx="6879229" cy="5580115"/>
          </a:xfrm>
          <a:custGeom>
            <a:avLst/>
            <a:gdLst>
              <a:gd name="connsiteX0" fmla="*/ 0 w 6879229"/>
              <a:gd name="connsiteY0" fmla="*/ 5580115 h 5580115"/>
              <a:gd name="connsiteX1" fmla="*/ 0 w 6879229"/>
              <a:gd name="connsiteY1" fmla="*/ 336408 h 5580115"/>
              <a:gd name="connsiteX2" fmla="*/ 14600 w 6879229"/>
              <a:gd name="connsiteY2" fmla="*/ 341265 h 5580115"/>
              <a:gd name="connsiteX3" fmla="*/ 407674 w 6879229"/>
              <a:gd name="connsiteY3" fmla="*/ 406739 h 5580115"/>
              <a:gd name="connsiteX4" fmla="*/ 1396779 w 6879229"/>
              <a:gd name="connsiteY4" fmla="*/ 33767 h 5580115"/>
              <a:gd name="connsiteX5" fmla="*/ 2329167 w 6879229"/>
              <a:gd name="connsiteY5" fmla="*/ 406739 h 5580115"/>
              <a:gd name="connsiteX6" fmla="*/ 3293063 w 6879229"/>
              <a:gd name="connsiteY6" fmla="*/ 113574 h 5580115"/>
              <a:gd name="connsiteX7" fmla="*/ 4250658 w 6879229"/>
              <a:gd name="connsiteY7" fmla="*/ 406739 h 5580115"/>
              <a:gd name="connsiteX8" fmla="*/ 5205103 w 6879229"/>
              <a:gd name="connsiteY8" fmla="*/ 0 h 5580115"/>
              <a:gd name="connsiteX9" fmla="*/ 6178027 w 6879229"/>
              <a:gd name="connsiteY9" fmla="*/ 406740 h 5580115"/>
              <a:gd name="connsiteX10" fmla="*/ 6842247 w 6879229"/>
              <a:gd name="connsiteY10" fmla="*/ 151396 h 5580115"/>
              <a:gd name="connsiteX11" fmla="*/ 6879229 w 6879229"/>
              <a:gd name="connsiteY11" fmla="*/ 141992 h 5580115"/>
              <a:gd name="connsiteX12" fmla="*/ 6866459 w 6879229"/>
              <a:gd name="connsiteY12" fmla="*/ 5580115 h 5580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79229" h="5580115">
                <a:moveTo>
                  <a:pt x="0" y="5580115"/>
                </a:moveTo>
                <a:lnTo>
                  <a:pt x="0" y="336408"/>
                </a:lnTo>
                <a:lnTo>
                  <a:pt x="14600" y="341265"/>
                </a:lnTo>
                <a:cubicBezTo>
                  <a:pt x="140883" y="379552"/>
                  <a:pt x="272568" y="406739"/>
                  <a:pt x="407674" y="406739"/>
                </a:cubicBezTo>
                <a:cubicBezTo>
                  <a:pt x="888043" y="406739"/>
                  <a:pt x="916401" y="33767"/>
                  <a:pt x="1396779" y="33767"/>
                </a:cubicBezTo>
                <a:cubicBezTo>
                  <a:pt x="1877148" y="33767"/>
                  <a:pt x="2013120" y="393437"/>
                  <a:pt x="2329167" y="406739"/>
                </a:cubicBezTo>
                <a:cubicBezTo>
                  <a:pt x="2645214" y="420040"/>
                  <a:pt x="2812686" y="113574"/>
                  <a:pt x="3293063" y="113574"/>
                </a:cubicBezTo>
                <a:cubicBezTo>
                  <a:pt x="3773430" y="113574"/>
                  <a:pt x="3931985" y="425667"/>
                  <a:pt x="4250658" y="406739"/>
                </a:cubicBezTo>
                <a:cubicBezTo>
                  <a:pt x="4569331" y="387810"/>
                  <a:pt x="4724725" y="0"/>
                  <a:pt x="5205103" y="0"/>
                </a:cubicBezTo>
                <a:cubicBezTo>
                  <a:pt x="5526330" y="0"/>
                  <a:pt x="5853648" y="389857"/>
                  <a:pt x="6178027" y="406740"/>
                </a:cubicBezTo>
                <a:cubicBezTo>
                  <a:pt x="6421312" y="419401"/>
                  <a:pt x="6576966" y="241259"/>
                  <a:pt x="6842247" y="151396"/>
                </a:cubicBezTo>
                <a:lnTo>
                  <a:pt x="6879229" y="141992"/>
                </a:lnTo>
                <a:lnTo>
                  <a:pt x="6866459" y="55801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653" y="2351727"/>
            <a:ext cx="3887763" cy="2646660"/>
          </a:xfrm>
        </p:spPr>
        <p:txBody>
          <a:bodyPr anchor="ctr">
            <a:normAutofit/>
          </a:bodyPr>
          <a:lstStyle>
            <a:lvl1pPr algn="ctr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2264" y="948906"/>
            <a:ext cx="4331108" cy="505507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0972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C01885-66BA-780E-B5EB-88DA4ADE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4310" y="1070670"/>
            <a:ext cx="4488575" cy="1453080"/>
          </a:xfrm>
        </p:spPr>
        <p:txBody>
          <a:bodyPr/>
          <a:lstStyle>
            <a:lvl1pPr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54310" y="256032"/>
            <a:ext cx="3256613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310" y="2545730"/>
            <a:ext cx="4488575" cy="356902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54310" y="6356350"/>
            <a:ext cx="288061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B5B43A2-3F72-21BD-F8B0-B5E66ED78C4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048132">
            <a:off x="1031694" y="796632"/>
            <a:ext cx="3725672" cy="3664445"/>
          </a:xfrm>
          <a:custGeom>
            <a:avLst/>
            <a:gdLst>
              <a:gd name="connsiteX0" fmla="*/ 1608654 w 2955473"/>
              <a:gd name="connsiteY0" fmla="*/ 1 h 2975231"/>
              <a:gd name="connsiteX1" fmla="*/ 1907042 w 2955473"/>
              <a:gd name="connsiteY1" fmla="*/ 40268 h 2975231"/>
              <a:gd name="connsiteX2" fmla="*/ 2955473 w 2955473"/>
              <a:gd name="connsiteY2" fmla="*/ 1389745 h 2975231"/>
              <a:gd name="connsiteX3" fmla="*/ 1894542 w 2955473"/>
              <a:gd name="connsiteY3" fmla="*/ 2940652 h 2975231"/>
              <a:gd name="connsiteX4" fmla="*/ 215597 w 2955473"/>
              <a:gd name="connsiteY4" fmla="*/ 2314973 h 2975231"/>
              <a:gd name="connsiteX5" fmla="*/ 51635 w 2955473"/>
              <a:gd name="connsiteY5" fmla="*/ 1085943 h 2975231"/>
              <a:gd name="connsiteX6" fmla="*/ 663171 w 2955473"/>
              <a:gd name="connsiteY6" fmla="*/ 240863 h 2975231"/>
              <a:gd name="connsiteX7" fmla="*/ 1608654 w 2955473"/>
              <a:gd name="connsiteY7" fmla="*/ 1 h 2975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55473" h="2975231">
                <a:moveTo>
                  <a:pt x="1608654" y="1"/>
                </a:moveTo>
                <a:cubicBezTo>
                  <a:pt x="1717499" y="45"/>
                  <a:pt x="1819623" y="12356"/>
                  <a:pt x="1907042" y="40268"/>
                </a:cubicBezTo>
                <a:cubicBezTo>
                  <a:pt x="2256716" y="151916"/>
                  <a:pt x="2944472" y="714411"/>
                  <a:pt x="2955473" y="1389745"/>
                </a:cubicBezTo>
                <a:cubicBezTo>
                  <a:pt x="2909399" y="2225557"/>
                  <a:pt x="2351188" y="2786448"/>
                  <a:pt x="1894542" y="2940652"/>
                </a:cubicBezTo>
                <a:cubicBezTo>
                  <a:pt x="1437897" y="3094857"/>
                  <a:pt x="495451" y="2705978"/>
                  <a:pt x="215597" y="2314973"/>
                </a:cubicBezTo>
                <a:cubicBezTo>
                  <a:pt x="-64257" y="1923967"/>
                  <a:pt x="-14818" y="1411172"/>
                  <a:pt x="51635" y="1085943"/>
                </a:cubicBezTo>
                <a:cubicBezTo>
                  <a:pt x="118088" y="760713"/>
                  <a:pt x="353937" y="415142"/>
                  <a:pt x="663171" y="240863"/>
                </a:cubicBezTo>
                <a:cubicBezTo>
                  <a:pt x="895097" y="110154"/>
                  <a:pt x="1282120" y="-129"/>
                  <a:pt x="1608654" y="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25" name="Freeform: Shape 5">
            <a:extLst>
              <a:ext uri="{FF2B5EF4-FFF2-40B4-BE49-F238E27FC236}">
                <a16:creationId xmlns:a16="http://schemas.microsoft.com/office/drawing/2014/main" id="{9C072A2D-8BD7-161B-9291-1E23B1E9F132}"/>
              </a:ext>
            </a:extLst>
          </p:cNvPr>
          <p:cNvSpPr/>
          <p:nvPr/>
        </p:nvSpPr>
        <p:spPr>
          <a:xfrm rot="10800000" flipH="1" flipV="1">
            <a:off x="1769839" y="4353227"/>
            <a:ext cx="2448883" cy="1230417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189833 w 4444077"/>
              <a:gd name="connsiteY3" fmla="*/ 1575178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14306 w 4444077"/>
              <a:gd name="connsiteY2" fmla="*/ 1264899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985176 w 4444077"/>
              <a:gd name="connsiteY2" fmla="*/ 1274845 h 1723714"/>
              <a:gd name="connsiteX3" fmla="*/ 3273590 w 4444077"/>
              <a:gd name="connsiteY3" fmla="*/ 1600046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378232" y="890922"/>
                  <a:pt x="3985176" y="1274845"/>
                </a:cubicBezTo>
                <a:cubicBezTo>
                  <a:pt x="3751091" y="1462369"/>
                  <a:pt x="3456217" y="1531828"/>
                  <a:pt x="3273590" y="1600046"/>
                </a:cubicBezTo>
                <a:cubicBezTo>
                  <a:pt x="2898630" y="1674747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C66BF687-18B3-B4D9-3829-54B304012400}"/>
              </a:ext>
            </a:extLst>
          </p:cNvPr>
          <p:cNvSpPr/>
          <p:nvPr/>
        </p:nvSpPr>
        <p:spPr>
          <a:xfrm rot="11640837" flipH="1">
            <a:off x="1581156" y="5591494"/>
            <a:ext cx="2315009" cy="1266376"/>
          </a:xfrm>
          <a:custGeom>
            <a:avLst/>
            <a:gdLst>
              <a:gd name="connsiteX0" fmla="*/ 735845 w 2315009"/>
              <a:gd name="connsiteY0" fmla="*/ 1198094 h 1266376"/>
              <a:gd name="connsiteX1" fmla="*/ 1706063 w 2315009"/>
              <a:gd name="connsiteY1" fmla="*/ 1198581 h 1266376"/>
              <a:gd name="connsiteX2" fmla="*/ 2290513 w 2315009"/>
              <a:gd name="connsiteY2" fmla="*/ 429320 h 1266376"/>
              <a:gd name="connsiteX3" fmla="*/ 2315009 w 2315009"/>
              <a:gd name="connsiteY3" fmla="*/ 266726 h 1266376"/>
              <a:gd name="connsiteX4" fmla="*/ 1828072 w 2315009"/>
              <a:gd name="connsiteY4" fmla="*/ 145194 h 1266376"/>
              <a:gd name="connsiteX5" fmla="*/ 1824945 w 2315009"/>
              <a:gd name="connsiteY5" fmla="*/ 166186 h 1266376"/>
              <a:gd name="connsiteX6" fmla="*/ 1574870 w 2315009"/>
              <a:gd name="connsiteY6" fmla="*/ 686358 h 1266376"/>
              <a:gd name="connsiteX7" fmla="*/ 780663 w 2315009"/>
              <a:gd name="connsiteY7" fmla="*/ 642497 h 1266376"/>
              <a:gd name="connsiteX8" fmla="*/ 485404 w 2315009"/>
              <a:gd name="connsiteY8" fmla="*/ 0 h 1266376"/>
              <a:gd name="connsiteX9" fmla="*/ 0 w 2315009"/>
              <a:gd name="connsiteY9" fmla="*/ 76647 h 1266376"/>
              <a:gd name="connsiteX10" fmla="*/ 87283 w 2315009"/>
              <a:gd name="connsiteY10" fmla="*/ 504176 h 1266376"/>
              <a:gd name="connsiteX11" fmla="*/ 511250 w 2315009"/>
              <a:gd name="connsiteY11" fmla="*/ 1122860 h 1266376"/>
              <a:gd name="connsiteX12" fmla="*/ 735845 w 2315009"/>
              <a:gd name="connsiteY12" fmla="*/ 1198094 h 1266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315009" h="1266376">
                <a:moveTo>
                  <a:pt x="735845" y="1198094"/>
                </a:moveTo>
                <a:cubicBezTo>
                  <a:pt x="1010251" y="1267877"/>
                  <a:pt x="1408984" y="1307991"/>
                  <a:pt x="1706063" y="1198581"/>
                </a:cubicBezTo>
                <a:cubicBezTo>
                  <a:pt x="2088905" y="1025678"/>
                  <a:pt x="2230788" y="730915"/>
                  <a:pt x="2290513" y="429320"/>
                </a:cubicBezTo>
                <a:lnTo>
                  <a:pt x="2315009" y="266726"/>
                </a:lnTo>
                <a:lnTo>
                  <a:pt x="1828072" y="145194"/>
                </a:lnTo>
                <a:lnTo>
                  <a:pt x="1824945" y="166186"/>
                </a:lnTo>
                <a:cubicBezTo>
                  <a:pt x="1787301" y="421216"/>
                  <a:pt x="1755260" y="595210"/>
                  <a:pt x="1574870" y="686358"/>
                </a:cubicBezTo>
                <a:cubicBezTo>
                  <a:pt x="1373457" y="817883"/>
                  <a:pt x="962240" y="756891"/>
                  <a:pt x="780663" y="642497"/>
                </a:cubicBezTo>
                <a:cubicBezTo>
                  <a:pt x="599085" y="528104"/>
                  <a:pt x="524005" y="279592"/>
                  <a:pt x="485404" y="0"/>
                </a:cubicBezTo>
                <a:lnTo>
                  <a:pt x="0" y="76647"/>
                </a:lnTo>
                <a:cubicBezTo>
                  <a:pt x="9850" y="208657"/>
                  <a:pt x="37847" y="312521"/>
                  <a:pt x="87283" y="504176"/>
                </a:cubicBezTo>
                <a:cubicBezTo>
                  <a:pt x="136719" y="695831"/>
                  <a:pt x="253906" y="936898"/>
                  <a:pt x="511250" y="1122860"/>
                </a:cubicBezTo>
                <a:cubicBezTo>
                  <a:pt x="566721" y="1148275"/>
                  <a:pt x="644376" y="1174833"/>
                  <a:pt x="735845" y="119809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89B83F-DED1-4FF1-8795-D66BE073A1FC}"/>
              </a:ext>
            </a:extLst>
          </p:cNvPr>
          <p:cNvGrpSpPr/>
          <p:nvPr/>
        </p:nvGrpSpPr>
        <p:grpSpPr>
          <a:xfrm flipH="1">
            <a:off x="2581419" y="4775542"/>
            <a:ext cx="626222" cy="449746"/>
            <a:chOff x="10056508" y="3477013"/>
            <a:chExt cx="713092" cy="512135"/>
          </a:xfrm>
        </p:grpSpPr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DE610B33-E292-9F11-4A6E-0FF88920F876}"/>
                </a:ext>
              </a:extLst>
            </p:cNvPr>
            <p:cNvSpPr/>
            <p:nvPr/>
          </p:nvSpPr>
          <p:spPr>
            <a:xfrm>
              <a:off x="10056508" y="3890827"/>
              <a:ext cx="713092" cy="98321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2C3431"/>
                  </a:solidFill>
                </a:ln>
                <a:solidFill>
                  <a:schemeClr val="tx2"/>
                </a:solidFill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7165388-148A-221C-3FA3-50B9A61BDE7D}"/>
                </a:ext>
              </a:extLst>
            </p:cNvPr>
            <p:cNvSpPr/>
            <p:nvPr/>
          </p:nvSpPr>
          <p:spPr>
            <a:xfrm flipH="1">
              <a:off x="10462097" y="3477013"/>
              <a:ext cx="250414" cy="295443"/>
            </a:xfrm>
            <a:prstGeom prst="ellipse">
              <a:avLst/>
            </a:prstGeom>
            <a:solidFill>
              <a:srgbClr val="F7F5F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1F069273-C2A7-3D8B-5203-4527BC8B3039}"/>
                </a:ext>
              </a:extLst>
            </p:cNvPr>
            <p:cNvSpPr/>
            <p:nvPr/>
          </p:nvSpPr>
          <p:spPr>
            <a:xfrm flipH="1">
              <a:off x="10468546" y="3477013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0AA5136-A18C-C2B6-E9C2-10452AF62273}"/>
                </a:ext>
              </a:extLst>
            </p:cNvPr>
            <p:cNvSpPr/>
            <p:nvPr/>
          </p:nvSpPr>
          <p:spPr>
            <a:xfrm flipH="1">
              <a:off x="10108996" y="3520306"/>
              <a:ext cx="250414" cy="295443"/>
            </a:xfrm>
            <a:prstGeom prst="ellipse">
              <a:avLst/>
            </a:prstGeom>
            <a:solidFill>
              <a:srgbClr val="F7F5F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32" name="Freeform: Shape 17">
              <a:extLst>
                <a:ext uri="{FF2B5EF4-FFF2-40B4-BE49-F238E27FC236}">
                  <a16:creationId xmlns:a16="http://schemas.microsoft.com/office/drawing/2014/main" id="{9DF0C0FE-A9B3-F4DB-36E8-A044451CC18F}"/>
                </a:ext>
              </a:extLst>
            </p:cNvPr>
            <p:cNvSpPr/>
            <p:nvPr/>
          </p:nvSpPr>
          <p:spPr>
            <a:xfrm flipH="1">
              <a:off x="10114155" y="3520306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0465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714BF7F-4D9A-6724-4323-AA2D7D6D9DF7}"/>
              </a:ext>
            </a:extLst>
          </p:cNvPr>
          <p:cNvSpPr/>
          <p:nvPr/>
        </p:nvSpPr>
        <p:spPr>
          <a:xfrm rot="968660">
            <a:off x="-905498" y="1677624"/>
            <a:ext cx="12803897" cy="5197757"/>
          </a:xfrm>
          <a:custGeom>
            <a:avLst/>
            <a:gdLst>
              <a:gd name="connsiteX0" fmla="*/ 0 w 12803897"/>
              <a:gd name="connsiteY0" fmla="*/ 215826 h 5197757"/>
              <a:gd name="connsiteX1" fmla="*/ 7265655 w 12803897"/>
              <a:gd name="connsiteY1" fmla="*/ 186960 h 5197757"/>
              <a:gd name="connsiteX2" fmla="*/ 7010816 w 12803897"/>
              <a:gd name="connsiteY2" fmla="*/ 1624595 h 5197757"/>
              <a:gd name="connsiteX3" fmla="*/ 6977045 w 12803897"/>
              <a:gd name="connsiteY3" fmla="*/ 1720315 h 5197757"/>
              <a:gd name="connsiteX4" fmla="*/ 7021935 w 12803897"/>
              <a:gd name="connsiteY4" fmla="*/ 1659818 h 5197757"/>
              <a:gd name="connsiteX5" fmla="*/ 9081366 w 12803897"/>
              <a:gd name="connsiteY5" fmla="*/ 191287 h 5197757"/>
              <a:gd name="connsiteX6" fmla="*/ 12803897 w 12803897"/>
              <a:gd name="connsiteY6" fmla="*/ 1329451 h 5197757"/>
              <a:gd name="connsiteX7" fmla="*/ 11646289 w 12803897"/>
              <a:gd name="connsiteY7" fmla="*/ 2444351 h 5197757"/>
              <a:gd name="connsiteX8" fmla="*/ 10703071 w 12803897"/>
              <a:gd name="connsiteY8" fmla="*/ 1801280 h 5197757"/>
              <a:gd name="connsiteX9" fmla="*/ 9611631 w 12803897"/>
              <a:gd name="connsiteY9" fmla="*/ 1844412 h 5197757"/>
              <a:gd name="connsiteX10" fmla="*/ 8242239 w 12803897"/>
              <a:gd name="connsiteY10" fmla="*/ 3063993 h 5197757"/>
              <a:gd name="connsiteX11" fmla="*/ 8285777 w 12803897"/>
              <a:gd name="connsiteY11" fmla="*/ 4735422 h 5197757"/>
              <a:gd name="connsiteX12" fmla="*/ 8288961 w 12803897"/>
              <a:gd name="connsiteY12" fmla="*/ 4740118 h 5197757"/>
              <a:gd name="connsiteX13" fmla="*/ 6708028 w 12803897"/>
              <a:gd name="connsiteY13" fmla="*/ 5197757 h 5197757"/>
              <a:gd name="connsiteX14" fmla="*/ 6590215 w 12803897"/>
              <a:gd name="connsiteY14" fmla="*/ 5015394 h 5197757"/>
              <a:gd name="connsiteX15" fmla="*/ 6381330 w 12803897"/>
              <a:gd name="connsiteY15" fmla="*/ 4559771 h 5197757"/>
              <a:gd name="connsiteX16" fmla="*/ 6446023 w 12803897"/>
              <a:gd name="connsiteY16" fmla="*/ 2638685 h 5197757"/>
              <a:gd name="connsiteX17" fmla="*/ 6579563 w 12803897"/>
              <a:gd name="connsiteY17" fmla="*/ 2344774 h 5197757"/>
              <a:gd name="connsiteX18" fmla="*/ 6581210 w 12803897"/>
              <a:gd name="connsiteY18" fmla="*/ 2341768 h 5197757"/>
              <a:gd name="connsiteX19" fmla="*/ 6390775 w 12803897"/>
              <a:gd name="connsiteY19" fmla="*/ 2558036 h 5197757"/>
              <a:gd name="connsiteX20" fmla="*/ 5091615 w 12803897"/>
              <a:gd name="connsiteY20" fmla="*/ 3522488 h 5197757"/>
              <a:gd name="connsiteX21" fmla="*/ 1850877 w 12803897"/>
              <a:gd name="connsiteY21" fmla="*/ 3321467 h 5197757"/>
              <a:gd name="connsiteX22" fmla="*/ 436663 w 12803897"/>
              <a:gd name="connsiteY22" fmla="*/ 1564029 h 5197757"/>
              <a:gd name="connsiteX23" fmla="*/ 0 w 12803897"/>
              <a:gd name="connsiteY23" fmla="*/ 215826 h 51977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2803897" h="5197757">
                <a:moveTo>
                  <a:pt x="0" y="215826"/>
                </a:moveTo>
                <a:cubicBezTo>
                  <a:pt x="2348676" y="46033"/>
                  <a:pt x="4889223" y="185711"/>
                  <a:pt x="7265655" y="186960"/>
                </a:cubicBezTo>
                <a:cubicBezTo>
                  <a:pt x="7338978" y="202764"/>
                  <a:pt x="7199484" y="1058103"/>
                  <a:pt x="7010816" y="1624595"/>
                </a:cubicBezTo>
                <a:lnTo>
                  <a:pt x="6977045" y="1720315"/>
                </a:lnTo>
                <a:lnTo>
                  <a:pt x="7021935" y="1659818"/>
                </a:lnTo>
                <a:cubicBezTo>
                  <a:pt x="7485497" y="1064003"/>
                  <a:pt x="8182247" y="453886"/>
                  <a:pt x="9081366" y="191287"/>
                </a:cubicBezTo>
                <a:cubicBezTo>
                  <a:pt x="11123560" y="-313606"/>
                  <a:pt x="11383778" y="220443"/>
                  <a:pt x="12803897" y="1329451"/>
                </a:cubicBezTo>
                <a:lnTo>
                  <a:pt x="11646289" y="2444351"/>
                </a:lnTo>
                <a:cubicBezTo>
                  <a:pt x="11284679" y="2199999"/>
                  <a:pt x="11054493" y="1963438"/>
                  <a:pt x="10703071" y="1801280"/>
                </a:cubicBezTo>
                <a:cubicBezTo>
                  <a:pt x="10378558" y="1707199"/>
                  <a:pt x="9981450" y="1777345"/>
                  <a:pt x="9611631" y="1844412"/>
                </a:cubicBezTo>
                <a:cubicBezTo>
                  <a:pt x="9097720" y="2060654"/>
                  <a:pt x="8463216" y="2582157"/>
                  <a:pt x="8242239" y="3063993"/>
                </a:cubicBezTo>
                <a:cubicBezTo>
                  <a:pt x="8021263" y="3545828"/>
                  <a:pt x="7876899" y="4115955"/>
                  <a:pt x="8285777" y="4735422"/>
                </a:cubicBezTo>
                <a:lnTo>
                  <a:pt x="8288961" y="4740118"/>
                </a:lnTo>
                <a:lnTo>
                  <a:pt x="6708028" y="5197757"/>
                </a:lnTo>
                <a:lnTo>
                  <a:pt x="6590215" y="5015394"/>
                </a:lnTo>
                <a:cubicBezTo>
                  <a:pt x="6498240" y="4860843"/>
                  <a:pt x="6423367" y="4705884"/>
                  <a:pt x="6381330" y="4559771"/>
                </a:cubicBezTo>
                <a:cubicBezTo>
                  <a:pt x="6213182" y="3975320"/>
                  <a:pt x="6196391" y="3529915"/>
                  <a:pt x="6446023" y="2638685"/>
                </a:cubicBezTo>
                <a:cubicBezTo>
                  <a:pt x="6480551" y="2549005"/>
                  <a:pt x="6525147" y="2450070"/>
                  <a:pt x="6579563" y="2344774"/>
                </a:cubicBezTo>
                <a:lnTo>
                  <a:pt x="6581210" y="2341768"/>
                </a:lnTo>
                <a:lnTo>
                  <a:pt x="6390775" y="2558036"/>
                </a:lnTo>
                <a:cubicBezTo>
                  <a:pt x="6006743" y="2965774"/>
                  <a:pt x="5514858" y="3354069"/>
                  <a:pt x="5091615" y="3522488"/>
                </a:cubicBezTo>
                <a:cubicBezTo>
                  <a:pt x="4315803" y="3679339"/>
                  <a:pt x="2736973" y="3646373"/>
                  <a:pt x="1850877" y="3321467"/>
                </a:cubicBezTo>
                <a:cubicBezTo>
                  <a:pt x="1022674" y="2895235"/>
                  <a:pt x="734136" y="2091994"/>
                  <a:pt x="436663" y="1564029"/>
                </a:cubicBezTo>
                <a:cubicBezTo>
                  <a:pt x="316759" y="1197444"/>
                  <a:pt x="278132" y="1047856"/>
                  <a:pt x="0" y="215826"/>
                </a:cubicBezTo>
                <a:close/>
              </a:path>
            </a:pathLst>
          </a:custGeom>
          <a:solidFill>
            <a:schemeClr val="bg2"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786A1A-F56A-1CFB-EBA5-B8B2AF1FB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790" y="2880794"/>
            <a:ext cx="7813623" cy="3702571"/>
          </a:xfrm>
        </p:spPr>
        <p:txBody>
          <a:bodyPr anchor="b">
            <a:normAutofit/>
          </a:bodyPr>
          <a:lstStyle>
            <a:lvl1pPr>
              <a:defRPr sz="800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7C5F7-587C-87C6-CAF8-A612BCDB2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256032"/>
            <a:ext cx="3256613" cy="365125"/>
          </a:xfrm>
        </p:spPr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89F01-23DF-7F47-AE88-C42313662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47014-48DE-DE03-E331-DB15BAA2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011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834373"/>
            <a:ext cx="4451073" cy="144731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6439" y="1834374"/>
            <a:ext cx="4566440" cy="37228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76439" y="6356350"/>
            <a:ext cx="3172685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1F306B8-9596-E7B4-B1A3-AEE40DF47EE5}"/>
              </a:ext>
            </a:extLst>
          </p:cNvPr>
          <p:cNvSpPr/>
          <p:nvPr/>
        </p:nvSpPr>
        <p:spPr>
          <a:xfrm rot="20531603" flipH="1" flipV="1">
            <a:off x="572309" y="5403881"/>
            <a:ext cx="2210866" cy="1146496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8" name="Star: 7 Points 2">
            <a:extLst>
              <a:ext uri="{FF2B5EF4-FFF2-40B4-BE49-F238E27FC236}">
                <a16:creationId xmlns:a16="http://schemas.microsoft.com/office/drawing/2014/main" id="{F82C3035-0D94-8ADF-0DE8-0556DA540FF6}"/>
              </a:ext>
            </a:extLst>
          </p:cNvPr>
          <p:cNvSpPr/>
          <p:nvPr/>
        </p:nvSpPr>
        <p:spPr>
          <a:xfrm rot="18062601">
            <a:off x="1686615" y="3570969"/>
            <a:ext cx="1886784" cy="1900950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FBA6A1D-A642-FFEA-C959-A64BD06A6A6C}"/>
              </a:ext>
            </a:extLst>
          </p:cNvPr>
          <p:cNvSpPr/>
          <p:nvPr/>
        </p:nvSpPr>
        <p:spPr>
          <a:xfrm rot="17755581">
            <a:off x="2689157" y="5224197"/>
            <a:ext cx="2003020" cy="1096769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660758"/>
              <a:gd name="connsiteY0" fmla="*/ 1967436 h 1967436"/>
              <a:gd name="connsiteX1" fmla="*/ 103200 w 3660758"/>
              <a:gd name="connsiteY1" fmla="*/ 1967436 h 1967436"/>
              <a:gd name="connsiteX2" fmla="*/ 96094 w 3660758"/>
              <a:gd name="connsiteY2" fmla="*/ 1904172 h 1967436"/>
              <a:gd name="connsiteX3" fmla="*/ 30923 w 3660758"/>
              <a:gd name="connsiteY3" fmla="*/ 873691 h 1967436"/>
              <a:gd name="connsiteX4" fmla="*/ 12232 w 3660758"/>
              <a:gd name="connsiteY4" fmla="*/ 0 h 1967436"/>
              <a:gd name="connsiteX5" fmla="*/ 3416309 w 3660758"/>
              <a:gd name="connsiteY5" fmla="*/ 4176 h 1967436"/>
              <a:gd name="connsiteX6" fmla="*/ 3389093 w 3660758"/>
              <a:gd name="connsiteY6" fmla="*/ 1921570 h 1967436"/>
              <a:gd name="connsiteX7" fmla="*/ 3383099 w 3660758"/>
              <a:gd name="connsiteY7" fmla="*/ 1967436 h 1967436"/>
              <a:gd name="connsiteX0" fmla="*/ 3383099 w 3431409"/>
              <a:gd name="connsiteY0" fmla="*/ 1967436 h 1967436"/>
              <a:gd name="connsiteX1" fmla="*/ 103200 w 3431409"/>
              <a:gd name="connsiteY1" fmla="*/ 1967436 h 1967436"/>
              <a:gd name="connsiteX2" fmla="*/ 96094 w 3431409"/>
              <a:gd name="connsiteY2" fmla="*/ 1904172 h 1967436"/>
              <a:gd name="connsiteX3" fmla="*/ 30923 w 3431409"/>
              <a:gd name="connsiteY3" fmla="*/ 873691 h 1967436"/>
              <a:gd name="connsiteX4" fmla="*/ 12232 w 3431409"/>
              <a:gd name="connsiteY4" fmla="*/ 0 h 1967436"/>
              <a:gd name="connsiteX5" fmla="*/ 3416309 w 3431409"/>
              <a:gd name="connsiteY5" fmla="*/ 4176 h 1967436"/>
              <a:gd name="connsiteX6" fmla="*/ 3389093 w 3431409"/>
              <a:gd name="connsiteY6" fmla="*/ 1921570 h 1967436"/>
              <a:gd name="connsiteX7" fmla="*/ 3383099 w 3431409"/>
              <a:gd name="connsiteY7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1409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60337" y="1363846"/>
                  <a:pt x="3394628" y="1594360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52DA47-97EB-C152-1228-A51F55B73D73}"/>
              </a:ext>
            </a:extLst>
          </p:cNvPr>
          <p:cNvGrpSpPr/>
          <p:nvPr/>
        </p:nvGrpSpPr>
        <p:grpSpPr>
          <a:xfrm>
            <a:off x="2301013" y="4314649"/>
            <a:ext cx="689925" cy="312906"/>
            <a:chOff x="1162566" y="1754387"/>
            <a:chExt cx="689925" cy="312906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B2478F-A743-FE6F-6997-12E196EE2F06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91B45E-F469-B6A8-F28E-A7F3058221E2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C4706A5-7A0D-5A74-03B7-BC81D7311A30}"/>
                </a:ext>
              </a:extLst>
            </p:cNvPr>
            <p:cNvSpPr/>
            <p:nvPr/>
          </p:nvSpPr>
          <p:spPr>
            <a:xfrm rot="21262796" flipV="1">
              <a:off x="1575997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F770CF4-B3EE-6232-E447-04277D5FCCF6}"/>
                </a:ext>
              </a:extLst>
            </p:cNvPr>
            <p:cNvSpPr/>
            <p:nvPr/>
          </p:nvSpPr>
          <p:spPr>
            <a:xfrm rot="18622065" flipV="1">
              <a:off x="1711783" y="1843587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BCB3267D-E15A-62E4-B97B-11578A25132D}"/>
              </a:ext>
            </a:extLst>
          </p:cNvPr>
          <p:cNvSpPr/>
          <p:nvPr/>
        </p:nvSpPr>
        <p:spPr>
          <a:xfrm rot="5784107">
            <a:off x="2582081" y="4689445"/>
            <a:ext cx="124751" cy="137337"/>
          </a:xfrm>
          <a:prstGeom prst="ellipse">
            <a:avLst/>
          </a:prstGeom>
          <a:noFill/>
          <a:ln w="539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9ED7691-72CD-905D-1323-370449C44B63}"/>
              </a:ext>
            </a:extLst>
          </p:cNvPr>
          <p:cNvGrpSpPr/>
          <p:nvPr/>
        </p:nvGrpSpPr>
        <p:grpSpPr>
          <a:xfrm rot="691471" flipH="1">
            <a:off x="3359115" y="5822161"/>
            <a:ext cx="529288" cy="367128"/>
            <a:chOff x="9839339" y="677159"/>
            <a:chExt cx="751991" cy="5216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AF28E9C-654B-9B53-91F1-68F6C59A5B6F}"/>
                </a:ext>
              </a:extLst>
            </p:cNvPr>
            <p:cNvSpPr/>
            <p:nvPr/>
          </p:nvSpPr>
          <p:spPr>
            <a:xfrm rot="5636109">
              <a:off x="10405736" y="63306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C93B7D-C257-A7A0-B694-081E9CABEAB2}"/>
                </a:ext>
              </a:extLst>
            </p:cNvPr>
            <p:cNvSpPr/>
            <p:nvPr/>
          </p:nvSpPr>
          <p:spPr>
            <a:xfrm rot="15963891" flipH="1">
              <a:off x="9883433" y="661928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D8BBF25-BD81-0EDE-359F-175061D73FA5}"/>
                </a:ext>
              </a:extLst>
            </p:cNvPr>
            <p:cNvSpPr/>
            <p:nvPr/>
          </p:nvSpPr>
          <p:spPr>
            <a:xfrm>
              <a:off x="10099691" y="1099560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07064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ar: 7 Points 2">
            <a:extLst>
              <a:ext uri="{FF2B5EF4-FFF2-40B4-BE49-F238E27FC236}">
                <a16:creationId xmlns:a16="http://schemas.microsoft.com/office/drawing/2014/main" id="{CE0A8C0D-DA92-8717-9598-EB576F71156B}"/>
              </a:ext>
            </a:extLst>
          </p:cNvPr>
          <p:cNvSpPr/>
          <p:nvPr/>
        </p:nvSpPr>
        <p:spPr>
          <a:xfrm rot="16200000">
            <a:off x="10225495" y="4902832"/>
            <a:ext cx="1947856" cy="1962481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ACD491F-0B7C-652F-0057-23BB1F23A469}"/>
              </a:ext>
            </a:extLst>
          </p:cNvPr>
          <p:cNvSpPr/>
          <p:nvPr/>
        </p:nvSpPr>
        <p:spPr>
          <a:xfrm rot="20301122" flipH="1" flipV="1">
            <a:off x="6667414" y="5271714"/>
            <a:ext cx="2235932" cy="1213807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97126 w 4783774"/>
              <a:gd name="connsiteY0" fmla="*/ 0 h 2992237"/>
              <a:gd name="connsiteX1" fmla="*/ 4695390 w 4783774"/>
              <a:gd name="connsiteY1" fmla="*/ 45125 h 2992237"/>
              <a:gd name="connsiteX2" fmla="*/ 4782904 w 4783774"/>
              <a:gd name="connsiteY2" fmla="*/ 728525 h 2992237"/>
              <a:gd name="connsiteX3" fmla="*/ 4485298 w 4783774"/>
              <a:gd name="connsiteY3" fmla="*/ 2021361 h 2992237"/>
              <a:gd name="connsiteX4" fmla="*/ 3821568 w 4783774"/>
              <a:gd name="connsiteY4" fmla="*/ 2709739 h 2992237"/>
              <a:gd name="connsiteX5" fmla="*/ 1148355 w 4783774"/>
              <a:gd name="connsiteY5" fmla="*/ 2845398 h 2992237"/>
              <a:gd name="connsiteX6" fmla="*/ 6818 w 4783774"/>
              <a:gd name="connsiteY6" fmla="*/ 595254 h 2992237"/>
              <a:gd name="connsiteX7" fmla="*/ 97126 w 4783774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35538 w 4706023"/>
              <a:gd name="connsiteY6" fmla="*/ 1148904 h 2992237"/>
              <a:gd name="connsiteX7" fmla="*/ 19375 w 4706023"/>
              <a:gd name="connsiteY7" fmla="*/ 0 h 2992237"/>
              <a:gd name="connsiteX0" fmla="*/ 19375 w 4706023"/>
              <a:gd name="connsiteY0" fmla="*/ 0 h 2992237"/>
              <a:gd name="connsiteX1" fmla="*/ 4617639 w 4706023"/>
              <a:gd name="connsiteY1" fmla="*/ 45125 h 2992237"/>
              <a:gd name="connsiteX2" fmla="*/ 4705153 w 4706023"/>
              <a:gd name="connsiteY2" fmla="*/ 728525 h 2992237"/>
              <a:gd name="connsiteX3" fmla="*/ 4407547 w 4706023"/>
              <a:gd name="connsiteY3" fmla="*/ 2021361 h 2992237"/>
              <a:gd name="connsiteX4" fmla="*/ 3743817 w 4706023"/>
              <a:gd name="connsiteY4" fmla="*/ 2709739 h 2992237"/>
              <a:gd name="connsiteX5" fmla="*/ 1070604 w 4706023"/>
              <a:gd name="connsiteY5" fmla="*/ 2845398 h 2992237"/>
              <a:gd name="connsiteX6" fmla="*/ 236643 w 4706023"/>
              <a:gd name="connsiteY6" fmla="*/ 2036279 h 2992237"/>
              <a:gd name="connsiteX7" fmla="*/ 35538 w 4706023"/>
              <a:gd name="connsiteY7" fmla="*/ 1148904 h 2992237"/>
              <a:gd name="connsiteX8" fmla="*/ 19375 w 4706023"/>
              <a:gd name="connsiteY8" fmla="*/ 0 h 2992237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2946942"/>
              <a:gd name="connsiteX1" fmla="*/ 4617639 w 4706023"/>
              <a:gd name="connsiteY1" fmla="*/ 45125 h 2946942"/>
              <a:gd name="connsiteX2" fmla="*/ 4705153 w 4706023"/>
              <a:gd name="connsiteY2" fmla="*/ 728525 h 2946942"/>
              <a:gd name="connsiteX3" fmla="*/ 4407547 w 4706023"/>
              <a:gd name="connsiteY3" fmla="*/ 2021361 h 2946942"/>
              <a:gd name="connsiteX4" fmla="*/ 3743817 w 4706023"/>
              <a:gd name="connsiteY4" fmla="*/ 2709739 h 2946942"/>
              <a:gd name="connsiteX5" fmla="*/ 1095954 w 4706023"/>
              <a:gd name="connsiteY5" fmla="*/ 2783881 h 2946942"/>
              <a:gd name="connsiteX6" fmla="*/ 236643 w 4706023"/>
              <a:gd name="connsiteY6" fmla="*/ 2036279 h 2946942"/>
              <a:gd name="connsiteX7" fmla="*/ 35538 w 4706023"/>
              <a:gd name="connsiteY7" fmla="*/ 1148904 h 2946942"/>
              <a:gd name="connsiteX8" fmla="*/ 19375 w 4706023"/>
              <a:gd name="connsiteY8" fmla="*/ 0 h 2946942"/>
              <a:gd name="connsiteX0" fmla="*/ 19375 w 4706023"/>
              <a:gd name="connsiteY0" fmla="*/ 0 h 3002860"/>
              <a:gd name="connsiteX1" fmla="*/ 4617639 w 4706023"/>
              <a:gd name="connsiteY1" fmla="*/ 45125 h 3002860"/>
              <a:gd name="connsiteX2" fmla="*/ 4705153 w 4706023"/>
              <a:gd name="connsiteY2" fmla="*/ 728525 h 3002860"/>
              <a:gd name="connsiteX3" fmla="*/ 4407547 w 4706023"/>
              <a:gd name="connsiteY3" fmla="*/ 2021361 h 3002860"/>
              <a:gd name="connsiteX4" fmla="*/ 3475106 w 4706023"/>
              <a:gd name="connsiteY4" fmla="*/ 2859686 h 3002860"/>
              <a:gd name="connsiteX5" fmla="*/ 1095954 w 4706023"/>
              <a:gd name="connsiteY5" fmla="*/ 2783881 h 3002860"/>
              <a:gd name="connsiteX6" fmla="*/ 236643 w 4706023"/>
              <a:gd name="connsiteY6" fmla="*/ 2036279 h 3002860"/>
              <a:gd name="connsiteX7" fmla="*/ 35538 w 4706023"/>
              <a:gd name="connsiteY7" fmla="*/ 1148904 h 3002860"/>
              <a:gd name="connsiteX8" fmla="*/ 19375 w 4706023"/>
              <a:gd name="connsiteY8" fmla="*/ 0 h 3002860"/>
              <a:gd name="connsiteX0" fmla="*/ 19375 w 4706630"/>
              <a:gd name="connsiteY0" fmla="*/ 0 h 3002860"/>
              <a:gd name="connsiteX1" fmla="*/ 4617639 w 4706630"/>
              <a:gd name="connsiteY1" fmla="*/ 45125 h 3002860"/>
              <a:gd name="connsiteX2" fmla="*/ 4705153 w 4706630"/>
              <a:gd name="connsiteY2" fmla="*/ 728525 h 3002860"/>
              <a:gd name="connsiteX3" fmla="*/ 4478529 w 4706630"/>
              <a:gd name="connsiteY3" fmla="*/ 2009827 h 3002860"/>
              <a:gd name="connsiteX4" fmla="*/ 3475106 w 4706630"/>
              <a:gd name="connsiteY4" fmla="*/ 2859686 h 3002860"/>
              <a:gd name="connsiteX5" fmla="*/ 1095954 w 4706630"/>
              <a:gd name="connsiteY5" fmla="*/ 2783881 h 3002860"/>
              <a:gd name="connsiteX6" fmla="*/ 236643 w 4706630"/>
              <a:gd name="connsiteY6" fmla="*/ 2036279 h 3002860"/>
              <a:gd name="connsiteX7" fmla="*/ 35538 w 4706630"/>
              <a:gd name="connsiteY7" fmla="*/ 1148904 h 3002860"/>
              <a:gd name="connsiteX8" fmla="*/ 19375 w 4706630"/>
              <a:gd name="connsiteY8" fmla="*/ 0 h 3002860"/>
              <a:gd name="connsiteX0" fmla="*/ 19375 w 4641080"/>
              <a:gd name="connsiteY0" fmla="*/ 0 h 3002860"/>
              <a:gd name="connsiteX1" fmla="*/ 4617639 w 4641080"/>
              <a:gd name="connsiteY1" fmla="*/ 45125 h 3002860"/>
              <a:gd name="connsiteX2" fmla="*/ 4634174 w 4641080"/>
              <a:gd name="connsiteY2" fmla="*/ 851558 h 3002860"/>
              <a:gd name="connsiteX3" fmla="*/ 4478529 w 4641080"/>
              <a:gd name="connsiteY3" fmla="*/ 2009827 h 3002860"/>
              <a:gd name="connsiteX4" fmla="*/ 3475106 w 4641080"/>
              <a:gd name="connsiteY4" fmla="*/ 2859686 h 3002860"/>
              <a:gd name="connsiteX5" fmla="*/ 1095954 w 4641080"/>
              <a:gd name="connsiteY5" fmla="*/ 2783881 h 3002860"/>
              <a:gd name="connsiteX6" fmla="*/ 236643 w 4641080"/>
              <a:gd name="connsiteY6" fmla="*/ 2036279 h 3002860"/>
              <a:gd name="connsiteX7" fmla="*/ 35538 w 4641080"/>
              <a:gd name="connsiteY7" fmla="*/ 1148904 h 3002860"/>
              <a:gd name="connsiteX8" fmla="*/ 19375 w 4641080"/>
              <a:gd name="connsiteY8" fmla="*/ 0 h 3002860"/>
              <a:gd name="connsiteX0" fmla="*/ 19375 w 4648919"/>
              <a:gd name="connsiteY0" fmla="*/ 0 h 3002860"/>
              <a:gd name="connsiteX1" fmla="*/ 4627780 w 4648919"/>
              <a:gd name="connsiteY1" fmla="*/ 37435 h 3002860"/>
              <a:gd name="connsiteX2" fmla="*/ 4634174 w 4648919"/>
              <a:gd name="connsiteY2" fmla="*/ 851558 h 3002860"/>
              <a:gd name="connsiteX3" fmla="*/ 4478529 w 4648919"/>
              <a:gd name="connsiteY3" fmla="*/ 2009827 h 3002860"/>
              <a:gd name="connsiteX4" fmla="*/ 3475106 w 4648919"/>
              <a:gd name="connsiteY4" fmla="*/ 2859686 h 3002860"/>
              <a:gd name="connsiteX5" fmla="*/ 1095954 w 4648919"/>
              <a:gd name="connsiteY5" fmla="*/ 2783881 h 3002860"/>
              <a:gd name="connsiteX6" fmla="*/ 236643 w 4648919"/>
              <a:gd name="connsiteY6" fmla="*/ 2036279 h 3002860"/>
              <a:gd name="connsiteX7" fmla="*/ 35538 w 4648919"/>
              <a:gd name="connsiteY7" fmla="*/ 1148904 h 3002860"/>
              <a:gd name="connsiteX8" fmla="*/ 19375 w 4648919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475106 w 4650008"/>
              <a:gd name="connsiteY4" fmla="*/ 2859686 h 3002860"/>
              <a:gd name="connsiteX5" fmla="*/ 1095954 w 4650008"/>
              <a:gd name="connsiteY5" fmla="*/ 2783881 h 3002860"/>
              <a:gd name="connsiteX6" fmla="*/ 236643 w 4650008"/>
              <a:gd name="connsiteY6" fmla="*/ 2036279 h 3002860"/>
              <a:gd name="connsiteX7" fmla="*/ 35538 w 4650008"/>
              <a:gd name="connsiteY7" fmla="*/ 1148904 h 3002860"/>
              <a:gd name="connsiteX8" fmla="*/ 19375 w 4650008"/>
              <a:gd name="connsiteY8" fmla="*/ 0 h 3002860"/>
              <a:gd name="connsiteX0" fmla="*/ 19375 w 4650008"/>
              <a:gd name="connsiteY0" fmla="*/ 0 h 3002860"/>
              <a:gd name="connsiteX1" fmla="*/ 4627780 w 4650008"/>
              <a:gd name="connsiteY1" fmla="*/ 37435 h 3002860"/>
              <a:gd name="connsiteX2" fmla="*/ 4639245 w 4650008"/>
              <a:gd name="connsiteY2" fmla="*/ 843868 h 3002860"/>
              <a:gd name="connsiteX3" fmla="*/ 4478529 w 4650008"/>
              <a:gd name="connsiteY3" fmla="*/ 2009827 h 3002860"/>
              <a:gd name="connsiteX4" fmla="*/ 3937772 w 4650008"/>
              <a:gd name="connsiteY4" fmla="*/ 2578395 h 3002860"/>
              <a:gd name="connsiteX5" fmla="*/ 3475106 w 4650008"/>
              <a:gd name="connsiteY5" fmla="*/ 2859686 h 3002860"/>
              <a:gd name="connsiteX6" fmla="*/ 1095954 w 4650008"/>
              <a:gd name="connsiteY6" fmla="*/ 2783881 h 3002860"/>
              <a:gd name="connsiteX7" fmla="*/ 236643 w 4650008"/>
              <a:gd name="connsiteY7" fmla="*/ 2036279 h 3002860"/>
              <a:gd name="connsiteX8" fmla="*/ 35538 w 4650008"/>
              <a:gd name="connsiteY8" fmla="*/ 1148904 h 3002860"/>
              <a:gd name="connsiteX9" fmla="*/ 19375 w 4650008"/>
              <a:gd name="connsiteY9" fmla="*/ 0 h 3002860"/>
              <a:gd name="connsiteX0" fmla="*/ 19375 w 4650008"/>
              <a:gd name="connsiteY0" fmla="*/ 0 h 3014134"/>
              <a:gd name="connsiteX1" fmla="*/ 4627780 w 4650008"/>
              <a:gd name="connsiteY1" fmla="*/ 37435 h 3014134"/>
              <a:gd name="connsiteX2" fmla="*/ 4639245 w 4650008"/>
              <a:gd name="connsiteY2" fmla="*/ 843868 h 3014134"/>
              <a:gd name="connsiteX3" fmla="*/ 4478529 w 4650008"/>
              <a:gd name="connsiteY3" fmla="*/ 2009827 h 3014134"/>
              <a:gd name="connsiteX4" fmla="*/ 3937772 w 4650008"/>
              <a:gd name="connsiteY4" fmla="*/ 2578395 h 3014134"/>
              <a:gd name="connsiteX5" fmla="*/ 3008663 w 4650008"/>
              <a:gd name="connsiteY5" fmla="*/ 2882754 h 3014134"/>
              <a:gd name="connsiteX6" fmla="*/ 1095954 w 4650008"/>
              <a:gd name="connsiteY6" fmla="*/ 2783881 h 3014134"/>
              <a:gd name="connsiteX7" fmla="*/ 236643 w 4650008"/>
              <a:gd name="connsiteY7" fmla="*/ 2036279 h 3014134"/>
              <a:gd name="connsiteX8" fmla="*/ 35538 w 4650008"/>
              <a:gd name="connsiteY8" fmla="*/ 1148904 h 3014134"/>
              <a:gd name="connsiteX9" fmla="*/ 19375 w 4650008"/>
              <a:gd name="connsiteY9" fmla="*/ 0 h 3014134"/>
              <a:gd name="connsiteX0" fmla="*/ 19375 w 4650008"/>
              <a:gd name="connsiteY0" fmla="*/ 0 h 2995745"/>
              <a:gd name="connsiteX1" fmla="*/ 4627780 w 4650008"/>
              <a:gd name="connsiteY1" fmla="*/ 37435 h 2995745"/>
              <a:gd name="connsiteX2" fmla="*/ 4639245 w 4650008"/>
              <a:gd name="connsiteY2" fmla="*/ 843868 h 2995745"/>
              <a:gd name="connsiteX3" fmla="*/ 4478529 w 4650008"/>
              <a:gd name="connsiteY3" fmla="*/ 2009827 h 2995745"/>
              <a:gd name="connsiteX4" fmla="*/ 3937772 w 4650008"/>
              <a:gd name="connsiteY4" fmla="*/ 2578395 h 2995745"/>
              <a:gd name="connsiteX5" fmla="*/ 3008663 w 4650008"/>
              <a:gd name="connsiteY5" fmla="*/ 2882754 h 2995745"/>
              <a:gd name="connsiteX6" fmla="*/ 1095954 w 4650008"/>
              <a:gd name="connsiteY6" fmla="*/ 2783881 h 2995745"/>
              <a:gd name="connsiteX7" fmla="*/ 236643 w 4650008"/>
              <a:gd name="connsiteY7" fmla="*/ 2036279 h 2995745"/>
              <a:gd name="connsiteX8" fmla="*/ 35538 w 4650008"/>
              <a:gd name="connsiteY8" fmla="*/ 1148904 h 2995745"/>
              <a:gd name="connsiteX9" fmla="*/ 19375 w 4650008"/>
              <a:gd name="connsiteY9" fmla="*/ 0 h 2995745"/>
              <a:gd name="connsiteX0" fmla="*/ 19375 w 4650008"/>
              <a:gd name="connsiteY0" fmla="*/ 0 h 2952526"/>
              <a:gd name="connsiteX1" fmla="*/ 4627780 w 4650008"/>
              <a:gd name="connsiteY1" fmla="*/ 37435 h 2952526"/>
              <a:gd name="connsiteX2" fmla="*/ 4639245 w 4650008"/>
              <a:gd name="connsiteY2" fmla="*/ 843868 h 2952526"/>
              <a:gd name="connsiteX3" fmla="*/ 4478529 w 4650008"/>
              <a:gd name="connsiteY3" fmla="*/ 2009827 h 2952526"/>
              <a:gd name="connsiteX4" fmla="*/ 3937772 w 4650008"/>
              <a:gd name="connsiteY4" fmla="*/ 2578395 h 2952526"/>
              <a:gd name="connsiteX5" fmla="*/ 3008663 w 4650008"/>
              <a:gd name="connsiteY5" fmla="*/ 2882754 h 2952526"/>
              <a:gd name="connsiteX6" fmla="*/ 1095954 w 4650008"/>
              <a:gd name="connsiteY6" fmla="*/ 2783881 h 2952526"/>
              <a:gd name="connsiteX7" fmla="*/ 236643 w 4650008"/>
              <a:gd name="connsiteY7" fmla="*/ 2036279 h 2952526"/>
              <a:gd name="connsiteX8" fmla="*/ 35538 w 4650008"/>
              <a:gd name="connsiteY8" fmla="*/ 1148904 h 2952526"/>
              <a:gd name="connsiteX9" fmla="*/ 19375 w 4650008"/>
              <a:gd name="connsiteY9" fmla="*/ 0 h 2952526"/>
              <a:gd name="connsiteX0" fmla="*/ 19375 w 4650008"/>
              <a:gd name="connsiteY0" fmla="*/ 0 h 2974598"/>
              <a:gd name="connsiteX1" fmla="*/ 4627780 w 4650008"/>
              <a:gd name="connsiteY1" fmla="*/ 37435 h 2974598"/>
              <a:gd name="connsiteX2" fmla="*/ 4639245 w 4650008"/>
              <a:gd name="connsiteY2" fmla="*/ 843868 h 2974598"/>
              <a:gd name="connsiteX3" fmla="*/ 4478529 w 4650008"/>
              <a:gd name="connsiteY3" fmla="*/ 2009827 h 2974598"/>
              <a:gd name="connsiteX4" fmla="*/ 3937772 w 4650008"/>
              <a:gd name="connsiteY4" fmla="*/ 2578395 h 2974598"/>
              <a:gd name="connsiteX5" fmla="*/ 3044153 w 4650008"/>
              <a:gd name="connsiteY5" fmla="*/ 2917357 h 2974598"/>
              <a:gd name="connsiteX6" fmla="*/ 1095954 w 4650008"/>
              <a:gd name="connsiteY6" fmla="*/ 2783881 h 2974598"/>
              <a:gd name="connsiteX7" fmla="*/ 236643 w 4650008"/>
              <a:gd name="connsiteY7" fmla="*/ 2036279 h 2974598"/>
              <a:gd name="connsiteX8" fmla="*/ 35538 w 4650008"/>
              <a:gd name="connsiteY8" fmla="*/ 1148904 h 2974598"/>
              <a:gd name="connsiteX9" fmla="*/ 19375 w 4650008"/>
              <a:gd name="connsiteY9" fmla="*/ 0 h 2974598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236643 w 4650008"/>
              <a:gd name="connsiteY7" fmla="*/ 2036279 h 2956133"/>
              <a:gd name="connsiteX8" fmla="*/ 35538 w 4650008"/>
              <a:gd name="connsiteY8" fmla="*/ 1148904 h 2956133"/>
              <a:gd name="connsiteX9" fmla="*/ 19375 w 4650008"/>
              <a:gd name="connsiteY9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236643 w 4650008"/>
              <a:gd name="connsiteY8" fmla="*/ 2036279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2956133"/>
              <a:gd name="connsiteX1" fmla="*/ 4627780 w 4650008"/>
              <a:gd name="connsiteY1" fmla="*/ 37435 h 2956133"/>
              <a:gd name="connsiteX2" fmla="*/ 4639245 w 4650008"/>
              <a:gd name="connsiteY2" fmla="*/ 843868 h 2956133"/>
              <a:gd name="connsiteX3" fmla="*/ 4478529 w 4650008"/>
              <a:gd name="connsiteY3" fmla="*/ 2009827 h 2956133"/>
              <a:gd name="connsiteX4" fmla="*/ 3937772 w 4650008"/>
              <a:gd name="connsiteY4" fmla="*/ 2578395 h 2956133"/>
              <a:gd name="connsiteX5" fmla="*/ 3044153 w 4650008"/>
              <a:gd name="connsiteY5" fmla="*/ 2917357 h 2956133"/>
              <a:gd name="connsiteX6" fmla="*/ 1095954 w 4650008"/>
              <a:gd name="connsiteY6" fmla="*/ 2783881 h 2956133"/>
              <a:gd name="connsiteX7" fmla="*/ 666509 w 4650008"/>
              <a:gd name="connsiteY7" fmla="*/ 2501530 h 2956133"/>
              <a:gd name="connsiteX8" fmla="*/ 176807 w 4650008"/>
              <a:gd name="connsiteY8" fmla="*/ 1997386 h 2956133"/>
              <a:gd name="connsiteX9" fmla="*/ 35538 w 4650008"/>
              <a:gd name="connsiteY9" fmla="*/ 1148904 h 2956133"/>
              <a:gd name="connsiteX10" fmla="*/ 19375 w 4650008"/>
              <a:gd name="connsiteY10" fmla="*/ 0 h 2956133"/>
              <a:gd name="connsiteX0" fmla="*/ 19375 w 4650008"/>
              <a:gd name="connsiteY0" fmla="*/ 0 h 3039921"/>
              <a:gd name="connsiteX1" fmla="*/ 4627780 w 4650008"/>
              <a:gd name="connsiteY1" fmla="*/ 37435 h 3039921"/>
              <a:gd name="connsiteX2" fmla="*/ 4639245 w 4650008"/>
              <a:gd name="connsiteY2" fmla="*/ 843868 h 3039921"/>
              <a:gd name="connsiteX3" fmla="*/ 4478529 w 4650008"/>
              <a:gd name="connsiteY3" fmla="*/ 2009827 h 3039921"/>
              <a:gd name="connsiteX4" fmla="*/ 3937772 w 4650008"/>
              <a:gd name="connsiteY4" fmla="*/ 2578395 h 3039921"/>
              <a:gd name="connsiteX5" fmla="*/ 3044153 w 4650008"/>
              <a:gd name="connsiteY5" fmla="*/ 2917357 h 3039921"/>
              <a:gd name="connsiteX6" fmla="*/ 1467798 w 4650008"/>
              <a:gd name="connsiteY6" fmla="*/ 2936216 h 3039921"/>
              <a:gd name="connsiteX7" fmla="*/ 666509 w 4650008"/>
              <a:gd name="connsiteY7" fmla="*/ 2501530 h 3039921"/>
              <a:gd name="connsiteX8" fmla="*/ 176807 w 4650008"/>
              <a:gd name="connsiteY8" fmla="*/ 1997386 h 3039921"/>
              <a:gd name="connsiteX9" fmla="*/ 35538 w 4650008"/>
              <a:gd name="connsiteY9" fmla="*/ 1148904 h 3039921"/>
              <a:gd name="connsiteX10" fmla="*/ 19375 w 4650008"/>
              <a:gd name="connsiteY10" fmla="*/ 0 h 3039921"/>
              <a:gd name="connsiteX0" fmla="*/ 19375 w 4650008"/>
              <a:gd name="connsiteY0" fmla="*/ 0 h 3044824"/>
              <a:gd name="connsiteX1" fmla="*/ 4627780 w 4650008"/>
              <a:gd name="connsiteY1" fmla="*/ 37435 h 3044824"/>
              <a:gd name="connsiteX2" fmla="*/ 4639245 w 4650008"/>
              <a:gd name="connsiteY2" fmla="*/ 843868 h 3044824"/>
              <a:gd name="connsiteX3" fmla="*/ 4478529 w 4650008"/>
              <a:gd name="connsiteY3" fmla="*/ 2009827 h 3044824"/>
              <a:gd name="connsiteX4" fmla="*/ 3937772 w 4650008"/>
              <a:gd name="connsiteY4" fmla="*/ 2578395 h 3044824"/>
              <a:gd name="connsiteX5" fmla="*/ 3044153 w 4650008"/>
              <a:gd name="connsiteY5" fmla="*/ 2917357 h 3044824"/>
              <a:gd name="connsiteX6" fmla="*/ 1467798 w 4650008"/>
              <a:gd name="connsiteY6" fmla="*/ 2936216 h 3044824"/>
              <a:gd name="connsiteX7" fmla="*/ 666509 w 4650008"/>
              <a:gd name="connsiteY7" fmla="*/ 2501530 h 3044824"/>
              <a:gd name="connsiteX8" fmla="*/ 176807 w 4650008"/>
              <a:gd name="connsiteY8" fmla="*/ 1997386 h 3044824"/>
              <a:gd name="connsiteX9" fmla="*/ 35538 w 4650008"/>
              <a:gd name="connsiteY9" fmla="*/ 1148904 h 3044824"/>
              <a:gd name="connsiteX10" fmla="*/ 19375 w 4650008"/>
              <a:gd name="connsiteY10" fmla="*/ 0 h 3044824"/>
              <a:gd name="connsiteX0" fmla="*/ 19375 w 4650008"/>
              <a:gd name="connsiteY0" fmla="*/ 0 h 3049540"/>
              <a:gd name="connsiteX1" fmla="*/ 4627780 w 4650008"/>
              <a:gd name="connsiteY1" fmla="*/ 37435 h 3049540"/>
              <a:gd name="connsiteX2" fmla="*/ 4639245 w 4650008"/>
              <a:gd name="connsiteY2" fmla="*/ 843868 h 3049540"/>
              <a:gd name="connsiteX3" fmla="*/ 4478529 w 4650008"/>
              <a:gd name="connsiteY3" fmla="*/ 2009827 h 3049540"/>
              <a:gd name="connsiteX4" fmla="*/ 3937772 w 4650008"/>
              <a:gd name="connsiteY4" fmla="*/ 2578395 h 3049540"/>
              <a:gd name="connsiteX5" fmla="*/ 3044153 w 4650008"/>
              <a:gd name="connsiteY5" fmla="*/ 2917357 h 3049540"/>
              <a:gd name="connsiteX6" fmla="*/ 2269281 w 4650008"/>
              <a:gd name="connsiteY6" fmla="*/ 3049287 h 3049540"/>
              <a:gd name="connsiteX7" fmla="*/ 1467798 w 4650008"/>
              <a:gd name="connsiteY7" fmla="*/ 2936216 h 3049540"/>
              <a:gd name="connsiteX8" fmla="*/ 666509 w 4650008"/>
              <a:gd name="connsiteY8" fmla="*/ 2501530 h 3049540"/>
              <a:gd name="connsiteX9" fmla="*/ 176807 w 4650008"/>
              <a:gd name="connsiteY9" fmla="*/ 1997386 h 3049540"/>
              <a:gd name="connsiteX10" fmla="*/ 35538 w 4650008"/>
              <a:gd name="connsiteY10" fmla="*/ 1148904 h 3049540"/>
              <a:gd name="connsiteX11" fmla="*/ 19375 w 4650008"/>
              <a:gd name="connsiteY11" fmla="*/ 0 h 3049540"/>
              <a:gd name="connsiteX0" fmla="*/ 19375 w 4650008"/>
              <a:gd name="connsiteY0" fmla="*/ 0 h 3049516"/>
              <a:gd name="connsiteX1" fmla="*/ 4627780 w 4650008"/>
              <a:gd name="connsiteY1" fmla="*/ 37435 h 3049516"/>
              <a:gd name="connsiteX2" fmla="*/ 4639245 w 4650008"/>
              <a:gd name="connsiteY2" fmla="*/ 843868 h 3049516"/>
              <a:gd name="connsiteX3" fmla="*/ 4478529 w 4650008"/>
              <a:gd name="connsiteY3" fmla="*/ 2009827 h 3049516"/>
              <a:gd name="connsiteX4" fmla="*/ 3937772 w 4650008"/>
              <a:gd name="connsiteY4" fmla="*/ 2578395 h 3049516"/>
              <a:gd name="connsiteX5" fmla="*/ 3044153 w 4650008"/>
              <a:gd name="connsiteY5" fmla="*/ 2917357 h 3049516"/>
              <a:gd name="connsiteX6" fmla="*/ 2269281 w 4650008"/>
              <a:gd name="connsiteY6" fmla="*/ 3049287 h 3049516"/>
              <a:gd name="connsiteX7" fmla="*/ 1416509 w 4650008"/>
              <a:gd name="connsiteY7" fmla="*/ 2932975 h 3049516"/>
              <a:gd name="connsiteX8" fmla="*/ 666509 w 4650008"/>
              <a:gd name="connsiteY8" fmla="*/ 2501530 h 3049516"/>
              <a:gd name="connsiteX9" fmla="*/ 176807 w 4650008"/>
              <a:gd name="connsiteY9" fmla="*/ 1997386 h 3049516"/>
              <a:gd name="connsiteX10" fmla="*/ 35538 w 4650008"/>
              <a:gd name="connsiteY10" fmla="*/ 1148904 h 3049516"/>
              <a:gd name="connsiteX11" fmla="*/ 19375 w 4650008"/>
              <a:gd name="connsiteY11" fmla="*/ 0 h 3049516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044153 w 4650008"/>
              <a:gd name="connsiteY5" fmla="*/ 2917357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0008"/>
              <a:gd name="connsiteY0" fmla="*/ 0 h 3049432"/>
              <a:gd name="connsiteX1" fmla="*/ 4627780 w 4650008"/>
              <a:gd name="connsiteY1" fmla="*/ 37435 h 3049432"/>
              <a:gd name="connsiteX2" fmla="*/ 4639245 w 4650008"/>
              <a:gd name="connsiteY2" fmla="*/ 843868 h 3049432"/>
              <a:gd name="connsiteX3" fmla="*/ 4478529 w 4650008"/>
              <a:gd name="connsiteY3" fmla="*/ 2009827 h 3049432"/>
              <a:gd name="connsiteX4" fmla="*/ 3937772 w 4650008"/>
              <a:gd name="connsiteY4" fmla="*/ 2578395 h 3049432"/>
              <a:gd name="connsiteX5" fmla="*/ 3193745 w 4650008"/>
              <a:gd name="connsiteY5" fmla="*/ 2920598 h 3049432"/>
              <a:gd name="connsiteX6" fmla="*/ 2269281 w 4650008"/>
              <a:gd name="connsiteY6" fmla="*/ 3049287 h 3049432"/>
              <a:gd name="connsiteX7" fmla="*/ 1416509 w 4650008"/>
              <a:gd name="connsiteY7" fmla="*/ 2932975 h 3049432"/>
              <a:gd name="connsiteX8" fmla="*/ 666509 w 4650008"/>
              <a:gd name="connsiteY8" fmla="*/ 2501530 h 3049432"/>
              <a:gd name="connsiteX9" fmla="*/ 176807 w 4650008"/>
              <a:gd name="connsiteY9" fmla="*/ 1997386 h 3049432"/>
              <a:gd name="connsiteX10" fmla="*/ 35538 w 4650008"/>
              <a:gd name="connsiteY10" fmla="*/ 1148904 h 3049432"/>
              <a:gd name="connsiteX11" fmla="*/ 19375 w 4650008"/>
              <a:gd name="connsiteY11" fmla="*/ 0 h 3049432"/>
              <a:gd name="connsiteX0" fmla="*/ 19375 w 4656783"/>
              <a:gd name="connsiteY0" fmla="*/ 7942 h 3057374"/>
              <a:gd name="connsiteX1" fmla="*/ 4636329 w 4656783"/>
              <a:gd name="connsiteY1" fmla="*/ 0 h 3057374"/>
              <a:gd name="connsiteX2" fmla="*/ 4639245 w 4656783"/>
              <a:gd name="connsiteY2" fmla="*/ 851810 h 3057374"/>
              <a:gd name="connsiteX3" fmla="*/ 4478529 w 4656783"/>
              <a:gd name="connsiteY3" fmla="*/ 2017769 h 3057374"/>
              <a:gd name="connsiteX4" fmla="*/ 3937772 w 4656783"/>
              <a:gd name="connsiteY4" fmla="*/ 2586337 h 3057374"/>
              <a:gd name="connsiteX5" fmla="*/ 3193745 w 4656783"/>
              <a:gd name="connsiteY5" fmla="*/ 2928540 h 3057374"/>
              <a:gd name="connsiteX6" fmla="*/ 2269281 w 4656783"/>
              <a:gd name="connsiteY6" fmla="*/ 3057229 h 3057374"/>
              <a:gd name="connsiteX7" fmla="*/ 1416509 w 4656783"/>
              <a:gd name="connsiteY7" fmla="*/ 2940917 h 3057374"/>
              <a:gd name="connsiteX8" fmla="*/ 666509 w 4656783"/>
              <a:gd name="connsiteY8" fmla="*/ 2509472 h 3057374"/>
              <a:gd name="connsiteX9" fmla="*/ 176807 w 4656783"/>
              <a:gd name="connsiteY9" fmla="*/ 2005328 h 3057374"/>
              <a:gd name="connsiteX10" fmla="*/ 35538 w 4656783"/>
              <a:gd name="connsiteY10" fmla="*/ 1156846 h 3057374"/>
              <a:gd name="connsiteX11" fmla="*/ 19375 w 4656783"/>
              <a:gd name="connsiteY11" fmla="*/ 7942 h 3057374"/>
              <a:gd name="connsiteX0" fmla="*/ 20790 w 4653925"/>
              <a:gd name="connsiteY0" fmla="*/ 0 h 3062398"/>
              <a:gd name="connsiteX1" fmla="*/ 4633471 w 4653925"/>
              <a:gd name="connsiteY1" fmla="*/ 5024 h 3062398"/>
              <a:gd name="connsiteX2" fmla="*/ 4636387 w 4653925"/>
              <a:gd name="connsiteY2" fmla="*/ 856834 h 3062398"/>
              <a:gd name="connsiteX3" fmla="*/ 4475671 w 4653925"/>
              <a:gd name="connsiteY3" fmla="*/ 2022793 h 3062398"/>
              <a:gd name="connsiteX4" fmla="*/ 3934914 w 4653925"/>
              <a:gd name="connsiteY4" fmla="*/ 2591361 h 3062398"/>
              <a:gd name="connsiteX5" fmla="*/ 3190887 w 4653925"/>
              <a:gd name="connsiteY5" fmla="*/ 2933564 h 3062398"/>
              <a:gd name="connsiteX6" fmla="*/ 2266423 w 4653925"/>
              <a:gd name="connsiteY6" fmla="*/ 3062253 h 3062398"/>
              <a:gd name="connsiteX7" fmla="*/ 1413651 w 4653925"/>
              <a:gd name="connsiteY7" fmla="*/ 2945941 h 3062398"/>
              <a:gd name="connsiteX8" fmla="*/ 663651 w 4653925"/>
              <a:gd name="connsiteY8" fmla="*/ 2514496 h 3062398"/>
              <a:gd name="connsiteX9" fmla="*/ 173949 w 4653925"/>
              <a:gd name="connsiteY9" fmla="*/ 2010352 h 3062398"/>
              <a:gd name="connsiteX10" fmla="*/ 32680 w 4653925"/>
              <a:gd name="connsiteY10" fmla="*/ 1161870 h 3062398"/>
              <a:gd name="connsiteX11" fmla="*/ 20790 w 4653925"/>
              <a:gd name="connsiteY11" fmla="*/ 0 h 3062398"/>
              <a:gd name="connsiteX0" fmla="*/ 1932 w 4635067"/>
              <a:gd name="connsiteY0" fmla="*/ 0 h 3062398"/>
              <a:gd name="connsiteX1" fmla="*/ 4614613 w 4635067"/>
              <a:gd name="connsiteY1" fmla="*/ 5024 h 3062398"/>
              <a:gd name="connsiteX2" fmla="*/ 4617529 w 4635067"/>
              <a:gd name="connsiteY2" fmla="*/ 856834 h 3062398"/>
              <a:gd name="connsiteX3" fmla="*/ 4456813 w 4635067"/>
              <a:gd name="connsiteY3" fmla="*/ 2022793 h 3062398"/>
              <a:gd name="connsiteX4" fmla="*/ 3916056 w 4635067"/>
              <a:gd name="connsiteY4" fmla="*/ 2591361 h 3062398"/>
              <a:gd name="connsiteX5" fmla="*/ 3172029 w 4635067"/>
              <a:gd name="connsiteY5" fmla="*/ 2933564 h 3062398"/>
              <a:gd name="connsiteX6" fmla="*/ 2247565 w 4635067"/>
              <a:gd name="connsiteY6" fmla="*/ 3062253 h 3062398"/>
              <a:gd name="connsiteX7" fmla="*/ 1394793 w 4635067"/>
              <a:gd name="connsiteY7" fmla="*/ 2945941 h 3062398"/>
              <a:gd name="connsiteX8" fmla="*/ 644793 w 4635067"/>
              <a:gd name="connsiteY8" fmla="*/ 2514496 h 3062398"/>
              <a:gd name="connsiteX9" fmla="*/ 155091 w 4635067"/>
              <a:gd name="connsiteY9" fmla="*/ 2010352 h 3062398"/>
              <a:gd name="connsiteX10" fmla="*/ 13822 w 4635067"/>
              <a:gd name="connsiteY10" fmla="*/ 1161870 h 3062398"/>
              <a:gd name="connsiteX11" fmla="*/ 1932 w 4635067"/>
              <a:gd name="connsiteY11" fmla="*/ 0 h 3062398"/>
              <a:gd name="connsiteX0" fmla="*/ 1931 w 4635066"/>
              <a:gd name="connsiteY0" fmla="*/ 0 h 3062398"/>
              <a:gd name="connsiteX1" fmla="*/ 4614612 w 4635066"/>
              <a:gd name="connsiteY1" fmla="*/ 5024 h 3062398"/>
              <a:gd name="connsiteX2" fmla="*/ 4617528 w 4635066"/>
              <a:gd name="connsiteY2" fmla="*/ 856834 h 3062398"/>
              <a:gd name="connsiteX3" fmla="*/ 4456812 w 4635066"/>
              <a:gd name="connsiteY3" fmla="*/ 2022793 h 3062398"/>
              <a:gd name="connsiteX4" fmla="*/ 3916055 w 4635066"/>
              <a:gd name="connsiteY4" fmla="*/ 2591361 h 3062398"/>
              <a:gd name="connsiteX5" fmla="*/ 3172028 w 4635066"/>
              <a:gd name="connsiteY5" fmla="*/ 2933564 h 3062398"/>
              <a:gd name="connsiteX6" fmla="*/ 2247564 w 4635066"/>
              <a:gd name="connsiteY6" fmla="*/ 3062253 h 3062398"/>
              <a:gd name="connsiteX7" fmla="*/ 1394792 w 4635066"/>
              <a:gd name="connsiteY7" fmla="*/ 2945941 h 3062398"/>
              <a:gd name="connsiteX8" fmla="*/ 644792 w 4635066"/>
              <a:gd name="connsiteY8" fmla="*/ 2514496 h 3062398"/>
              <a:gd name="connsiteX9" fmla="*/ 155090 w 4635066"/>
              <a:gd name="connsiteY9" fmla="*/ 2010352 h 3062398"/>
              <a:gd name="connsiteX10" fmla="*/ 13821 w 4635066"/>
              <a:gd name="connsiteY10" fmla="*/ 1161870 h 3062398"/>
              <a:gd name="connsiteX11" fmla="*/ 1931 w 4635066"/>
              <a:gd name="connsiteY11" fmla="*/ 0 h 3062398"/>
              <a:gd name="connsiteX0" fmla="*/ 10263 w 4632686"/>
              <a:gd name="connsiteY0" fmla="*/ 0 h 3192368"/>
              <a:gd name="connsiteX1" fmla="*/ 4612232 w 4632686"/>
              <a:gd name="connsiteY1" fmla="*/ 134994 h 3192368"/>
              <a:gd name="connsiteX2" fmla="*/ 4615148 w 4632686"/>
              <a:gd name="connsiteY2" fmla="*/ 986804 h 3192368"/>
              <a:gd name="connsiteX3" fmla="*/ 4454432 w 4632686"/>
              <a:gd name="connsiteY3" fmla="*/ 2152763 h 3192368"/>
              <a:gd name="connsiteX4" fmla="*/ 3913675 w 4632686"/>
              <a:gd name="connsiteY4" fmla="*/ 2721331 h 3192368"/>
              <a:gd name="connsiteX5" fmla="*/ 3169648 w 4632686"/>
              <a:gd name="connsiteY5" fmla="*/ 3063534 h 3192368"/>
              <a:gd name="connsiteX6" fmla="*/ 2245184 w 4632686"/>
              <a:gd name="connsiteY6" fmla="*/ 3192223 h 3192368"/>
              <a:gd name="connsiteX7" fmla="*/ 1392412 w 4632686"/>
              <a:gd name="connsiteY7" fmla="*/ 3075911 h 3192368"/>
              <a:gd name="connsiteX8" fmla="*/ 642412 w 4632686"/>
              <a:gd name="connsiteY8" fmla="*/ 2644466 h 3192368"/>
              <a:gd name="connsiteX9" fmla="*/ 152710 w 4632686"/>
              <a:gd name="connsiteY9" fmla="*/ 2140322 h 3192368"/>
              <a:gd name="connsiteX10" fmla="*/ 11441 w 4632686"/>
              <a:gd name="connsiteY10" fmla="*/ 1291840 h 3192368"/>
              <a:gd name="connsiteX11" fmla="*/ 10263 w 4632686"/>
              <a:gd name="connsiteY11" fmla="*/ 0 h 3192368"/>
              <a:gd name="connsiteX0" fmla="*/ 10263 w 4650727"/>
              <a:gd name="connsiteY0" fmla="*/ 11222 h 3203590"/>
              <a:gd name="connsiteX1" fmla="*/ 4633656 w 4650727"/>
              <a:gd name="connsiteY1" fmla="*/ 0 h 3203590"/>
              <a:gd name="connsiteX2" fmla="*/ 4615148 w 4650727"/>
              <a:gd name="connsiteY2" fmla="*/ 998026 h 3203590"/>
              <a:gd name="connsiteX3" fmla="*/ 4454432 w 4650727"/>
              <a:gd name="connsiteY3" fmla="*/ 2163985 h 3203590"/>
              <a:gd name="connsiteX4" fmla="*/ 3913675 w 4650727"/>
              <a:gd name="connsiteY4" fmla="*/ 2732553 h 3203590"/>
              <a:gd name="connsiteX5" fmla="*/ 3169648 w 4650727"/>
              <a:gd name="connsiteY5" fmla="*/ 3074756 h 3203590"/>
              <a:gd name="connsiteX6" fmla="*/ 2245184 w 4650727"/>
              <a:gd name="connsiteY6" fmla="*/ 3203445 h 3203590"/>
              <a:gd name="connsiteX7" fmla="*/ 1392412 w 4650727"/>
              <a:gd name="connsiteY7" fmla="*/ 3087133 h 3203590"/>
              <a:gd name="connsiteX8" fmla="*/ 642412 w 4650727"/>
              <a:gd name="connsiteY8" fmla="*/ 2655688 h 3203590"/>
              <a:gd name="connsiteX9" fmla="*/ 152710 w 4650727"/>
              <a:gd name="connsiteY9" fmla="*/ 2151544 h 3203590"/>
              <a:gd name="connsiteX10" fmla="*/ 11441 w 4650727"/>
              <a:gd name="connsiteY10" fmla="*/ 1303062 h 3203590"/>
              <a:gd name="connsiteX11" fmla="*/ 10263 w 4650727"/>
              <a:gd name="connsiteY11" fmla="*/ 11222 h 3203590"/>
              <a:gd name="connsiteX0" fmla="*/ 10263 w 4669743"/>
              <a:gd name="connsiteY0" fmla="*/ 0 h 3192368"/>
              <a:gd name="connsiteX1" fmla="*/ 4655080 w 4669743"/>
              <a:gd name="connsiteY1" fmla="*/ 103308 h 3192368"/>
              <a:gd name="connsiteX2" fmla="*/ 4615148 w 4669743"/>
              <a:gd name="connsiteY2" fmla="*/ 986804 h 3192368"/>
              <a:gd name="connsiteX3" fmla="*/ 4454432 w 4669743"/>
              <a:gd name="connsiteY3" fmla="*/ 2152763 h 3192368"/>
              <a:gd name="connsiteX4" fmla="*/ 3913675 w 4669743"/>
              <a:gd name="connsiteY4" fmla="*/ 2721331 h 3192368"/>
              <a:gd name="connsiteX5" fmla="*/ 3169648 w 4669743"/>
              <a:gd name="connsiteY5" fmla="*/ 3063534 h 3192368"/>
              <a:gd name="connsiteX6" fmla="*/ 2245184 w 4669743"/>
              <a:gd name="connsiteY6" fmla="*/ 3192223 h 3192368"/>
              <a:gd name="connsiteX7" fmla="*/ 1392412 w 4669743"/>
              <a:gd name="connsiteY7" fmla="*/ 3075911 h 3192368"/>
              <a:gd name="connsiteX8" fmla="*/ 642412 w 4669743"/>
              <a:gd name="connsiteY8" fmla="*/ 2644466 h 3192368"/>
              <a:gd name="connsiteX9" fmla="*/ 152710 w 4669743"/>
              <a:gd name="connsiteY9" fmla="*/ 2140322 h 3192368"/>
              <a:gd name="connsiteX10" fmla="*/ 11441 w 4669743"/>
              <a:gd name="connsiteY10" fmla="*/ 1291840 h 3192368"/>
              <a:gd name="connsiteX11" fmla="*/ 10263 w 4669743"/>
              <a:gd name="connsiteY11" fmla="*/ 0 h 3192368"/>
              <a:gd name="connsiteX0" fmla="*/ 1930 w 4672122"/>
              <a:gd name="connsiteY0" fmla="*/ 2412 h 3089060"/>
              <a:gd name="connsiteX1" fmla="*/ 4657459 w 4672122"/>
              <a:gd name="connsiteY1" fmla="*/ 0 h 3089060"/>
              <a:gd name="connsiteX2" fmla="*/ 4617527 w 4672122"/>
              <a:gd name="connsiteY2" fmla="*/ 883496 h 3089060"/>
              <a:gd name="connsiteX3" fmla="*/ 4456811 w 4672122"/>
              <a:gd name="connsiteY3" fmla="*/ 2049455 h 3089060"/>
              <a:gd name="connsiteX4" fmla="*/ 3916054 w 4672122"/>
              <a:gd name="connsiteY4" fmla="*/ 2618023 h 3089060"/>
              <a:gd name="connsiteX5" fmla="*/ 3172027 w 4672122"/>
              <a:gd name="connsiteY5" fmla="*/ 2960226 h 3089060"/>
              <a:gd name="connsiteX6" fmla="*/ 2247563 w 4672122"/>
              <a:gd name="connsiteY6" fmla="*/ 3088915 h 3089060"/>
              <a:gd name="connsiteX7" fmla="*/ 1394791 w 4672122"/>
              <a:gd name="connsiteY7" fmla="*/ 2972603 h 3089060"/>
              <a:gd name="connsiteX8" fmla="*/ 644791 w 4672122"/>
              <a:gd name="connsiteY8" fmla="*/ 2541158 h 3089060"/>
              <a:gd name="connsiteX9" fmla="*/ 155089 w 4672122"/>
              <a:gd name="connsiteY9" fmla="*/ 2037014 h 3089060"/>
              <a:gd name="connsiteX10" fmla="*/ 13820 w 4672122"/>
              <a:gd name="connsiteY10" fmla="*/ 1188532 h 3089060"/>
              <a:gd name="connsiteX11" fmla="*/ 1930 w 4672122"/>
              <a:gd name="connsiteY11" fmla="*/ 2412 h 3089060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4456811 w 4721872"/>
              <a:gd name="connsiteY3" fmla="*/ 2047043 h 3086648"/>
              <a:gd name="connsiteX4" fmla="*/ 3916054 w 4721872"/>
              <a:gd name="connsiteY4" fmla="*/ 2615611 h 3086648"/>
              <a:gd name="connsiteX5" fmla="*/ 3172027 w 4721872"/>
              <a:gd name="connsiteY5" fmla="*/ 2957814 h 3086648"/>
              <a:gd name="connsiteX6" fmla="*/ 2247563 w 4721872"/>
              <a:gd name="connsiteY6" fmla="*/ 3086503 h 3086648"/>
              <a:gd name="connsiteX7" fmla="*/ 1394791 w 4721872"/>
              <a:gd name="connsiteY7" fmla="*/ 2970191 h 3086648"/>
              <a:gd name="connsiteX8" fmla="*/ 644791 w 4721872"/>
              <a:gd name="connsiteY8" fmla="*/ 2538746 h 3086648"/>
              <a:gd name="connsiteX9" fmla="*/ 155089 w 4721872"/>
              <a:gd name="connsiteY9" fmla="*/ 2034602 h 3086648"/>
              <a:gd name="connsiteX10" fmla="*/ 13820 w 4721872"/>
              <a:gd name="connsiteY10" fmla="*/ 1186120 h 3086648"/>
              <a:gd name="connsiteX11" fmla="*/ 1930 w 4721872"/>
              <a:gd name="connsiteY11" fmla="*/ 0 h 3086648"/>
              <a:gd name="connsiteX0" fmla="*/ 1930 w 4721872"/>
              <a:gd name="connsiteY0" fmla="*/ 0 h 3086648"/>
              <a:gd name="connsiteX1" fmla="*/ 4711018 w 4721872"/>
              <a:gd name="connsiteY1" fmla="*/ 120927 h 3086648"/>
              <a:gd name="connsiteX2" fmla="*/ 4617527 w 4721872"/>
              <a:gd name="connsiteY2" fmla="*/ 881084 h 3086648"/>
              <a:gd name="connsiteX3" fmla="*/ 3916054 w 4721872"/>
              <a:gd name="connsiteY3" fmla="*/ 2615611 h 3086648"/>
              <a:gd name="connsiteX4" fmla="*/ 3172027 w 4721872"/>
              <a:gd name="connsiteY4" fmla="*/ 2957814 h 3086648"/>
              <a:gd name="connsiteX5" fmla="*/ 2247563 w 4721872"/>
              <a:gd name="connsiteY5" fmla="*/ 3086503 h 3086648"/>
              <a:gd name="connsiteX6" fmla="*/ 1394791 w 4721872"/>
              <a:gd name="connsiteY6" fmla="*/ 2970191 h 3086648"/>
              <a:gd name="connsiteX7" fmla="*/ 644791 w 4721872"/>
              <a:gd name="connsiteY7" fmla="*/ 2538746 h 3086648"/>
              <a:gd name="connsiteX8" fmla="*/ 155089 w 4721872"/>
              <a:gd name="connsiteY8" fmla="*/ 2034602 h 3086648"/>
              <a:gd name="connsiteX9" fmla="*/ 13820 w 4721872"/>
              <a:gd name="connsiteY9" fmla="*/ 1186120 h 3086648"/>
              <a:gd name="connsiteX10" fmla="*/ 1930 w 4721872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644791 w 4720008"/>
              <a:gd name="connsiteY7" fmla="*/ 2538746 h 3086648"/>
              <a:gd name="connsiteX8" fmla="*/ 155089 w 4720008"/>
              <a:gd name="connsiteY8" fmla="*/ 2034602 h 3086648"/>
              <a:gd name="connsiteX9" fmla="*/ 13820 w 4720008"/>
              <a:gd name="connsiteY9" fmla="*/ 1186120 h 3086648"/>
              <a:gd name="connsiteX10" fmla="*/ 1930 w 4720008"/>
              <a:gd name="connsiteY10" fmla="*/ 0 h 3086648"/>
              <a:gd name="connsiteX0" fmla="*/ 1930 w 4720008"/>
              <a:gd name="connsiteY0" fmla="*/ 0 h 3086648"/>
              <a:gd name="connsiteX1" fmla="*/ 4711018 w 4720008"/>
              <a:gd name="connsiteY1" fmla="*/ 120927 h 3086648"/>
              <a:gd name="connsiteX2" fmla="*/ 4574680 w 4720008"/>
              <a:gd name="connsiteY2" fmla="*/ 1365633 h 3086648"/>
              <a:gd name="connsiteX3" fmla="*/ 3916054 w 4720008"/>
              <a:gd name="connsiteY3" fmla="*/ 2615611 h 3086648"/>
              <a:gd name="connsiteX4" fmla="*/ 3172027 w 4720008"/>
              <a:gd name="connsiteY4" fmla="*/ 2957814 h 3086648"/>
              <a:gd name="connsiteX5" fmla="*/ 2247563 w 4720008"/>
              <a:gd name="connsiteY5" fmla="*/ 3086503 h 3086648"/>
              <a:gd name="connsiteX6" fmla="*/ 1394791 w 4720008"/>
              <a:gd name="connsiteY6" fmla="*/ 2970191 h 3086648"/>
              <a:gd name="connsiteX7" fmla="*/ 155089 w 4720008"/>
              <a:gd name="connsiteY7" fmla="*/ 2034602 h 3086648"/>
              <a:gd name="connsiteX8" fmla="*/ 13820 w 4720008"/>
              <a:gd name="connsiteY8" fmla="*/ 1186120 h 3086648"/>
              <a:gd name="connsiteX9" fmla="*/ 1930 w 4720008"/>
              <a:gd name="connsiteY9" fmla="*/ 0 h 3086648"/>
              <a:gd name="connsiteX0" fmla="*/ 1930 w 4720008"/>
              <a:gd name="connsiteY0" fmla="*/ 0 h 3091210"/>
              <a:gd name="connsiteX1" fmla="*/ 4711018 w 4720008"/>
              <a:gd name="connsiteY1" fmla="*/ 120927 h 3091210"/>
              <a:gd name="connsiteX2" fmla="*/ 4574680 w 4720008"/>
              <a:gd name="connsiteY2" fmla="*/ 1365633 h 3091210"/>
              <a:gd name="connsiteX3" fmla="*/ 3916054 w 4720008"/>
              <a:gd name="connsiteY3" fmla="*/ 2615611 h 3091210"/>
              <a:gd name="connsiteX4" fmla="*/ 3172027 w 4720008"/>
              <a:gd name="connsiteY4" fmla="*/ 2957814 h 3091210"/>
              <a:gd name="connsiteX5" fmla="*/ 2247563 w 4720008"/>
              <a:gd name="connsiteY5" fmla="*/ 3086503 h 3091210"/>
              <a:gd name="connsiteX6" fmla="*/ 1234115 w 4720008"/>
              <a:gd name="connsiteY6" fmla="*/ 3023051 h 3091210"/>
              <a:gd name="connsiteX7" fmla="*/ 155089 w 4720008"/>
              <a:gd name="connsiteY7" fmla="*/ 2034602 h 3091210"/>
              <a:gd name="connsiteX8" fmla="*/ 13820 w 4720008"/>
              <a:gd name="connsiteY8" fmla="*/ 1186120 h 3091210"/>
              <a:gd name="connsiteX9" fmla="*/ 1930 w 4720008"/>
              <a:gd name="connsiteY9" fmla="*/ 0 h 3091210"/>
              <a:gd name="connsiteX0" fmla="*/ 1930 w 4720008"/>
              <a:gd name="connsiteY0" fmla="*/ 0 h 3089347"/>
              <a:gd name="connsiteX1" fmla="*/ 4711018 w 4720008"/>
              <a:gd name="connsiteY1" fmla="*/ 120927 h 3089347"/>
              <a:gd name="connsiteX2" fmla="*/ 4574680 w 4720008"/>
              <a:gd name="connsiteY2" fmla="*/ 1365633 h 3089347"/>
              <a:gd name="connsiteX3" fmla="*/ 3916054 w 4720008"/>
              <a:gd name="connsiteY3" fmla="*/ 2615611 h 3089347"/>
              <a:gd name="connsiteX4" fmla="*/ 3225585 w 4720008"/>
              <a:gd name="connsiteY4" fmla="*/ 2984244 h 3089347"/>
              <a:gd name="connsiteX5" fmla="*/ 2247563 w 4720008"/>
              <a:gd name="connsiteY5" fmla="*/ 3086503 h 3089347"/>
              <a:gd name="connsiteX6" fmla="*/ 1234115 w 4720008"/>
              <a:gd name="connsiteY6" fmla="*/ 3023051 h 3089347"/>
              <a:gd name="connsiteX7" fmla="*/ 155089 w 4720008"/>
              <a:gd name="connsiteY7" fmla="*/ 2034602 h 3089347"/>
              <a:gd name="connsiteX8" fmla="*/ 13820 w 4720008"/>
              <a:gd name="connsiteY8" fmla="*/ 1186120 h 3089347"/>
              <a:gd name="connsiteX9" fmla="*/ 1930 w 4720008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723365"/>
              <a:gd name="connsiteY0" fmla="*/ 0 h 3089347"/>
              <a:gd name="connsiteX1" fmla="*/ 4711018 w 4723365"/>
              <a:gd name="connsiteY1" fmla="*/ 120927 h 3089347"/>
              <a:gd name="connsiteX2" fmla="*/ 4574680 w 4723365"/>
              <a:gd name="connsiteY2" fmla="*/ 1365633 h 3089347"/>
              <a:gd name="connsiteX3" fmla="*/ 3916054 w 4723365"/>
              <a:gd name="connsiteY3" fmla="*/ 2615611 h 3089347"/>
              <a:gd name="connsiteX4" fmla="*/ 3225585 w 4723365"/>
              <a:gd name="connsiteY4" fmla="*/ 2984244 h 3089347"/>
              <a:gd name="connsiteX5" fmla="*/ 2247563 w 4723365"/>
              <a:gd name="connsiteY5" fmla="*/ 3086503 h 3089347"/>
              <a:gd name="connsiteX6" fmla="*/ 1234115 w 4723365"/>
              <a:gd name="connsiteY6" fmla="*/ 3023051 h 3089347"/>
              <a:gd name="connsiteX7" fmla="*/ 155089 w 4723365"/>
              <a:gd name="connsiteY7" fmla="*/ 2034602 h 3089347"/>
              <a:gd name="connsiteX8" fmla="*/ 13820 w 4723365"/>
              <a:gd name="connsiteY8" fmla="*/ 1186120 h 3089347"/>
              <a:gd name="connsiteX9" fmla="*/ 1930 w 4723365"/>
              <a:gd name="connsiteY9" fmla="*/ 0 h 3089347"/>
              <a:gd name="connsiteX0" fmla="*/ 1930 w 4574680"/>
              <a:gd name="connsiteY0" fmla="*/ 0 h 3089347"/>
              <a:gd name="connsiteX1" fmla="*/ 4574680 w 4574680"/>
              <a:gd name="connsiteY1" fmla="*/ 1365633 h 3089347"/>
              <a:gd name="connsiteX2" fmla="*/ 3916054 w 4574680"/>
              <a:gd name="connsiteY2" fmla="*/ 2615611 h 3089347"/>
              <a:gd name="connsiteX3" fmla="*/ 3225585 w 4574680"/>
              <a:gd name="connsiteY3" fmla="*/ 2984244 h 3089347"/>
              <a:gd name="connsiteX4" fmla="*/ 2247563 w 4574680"/>
              <a:gd name="connsiteY4" fmla="*/ 3086503 h 3089347"/>
              <a:gd name="connsiteX5" fmla="*/ 1234115 w 4574680"/>
              <a:gd name="connsiteY5" fmla="*/ 3023051 h 3089347"/>
              <a:gd name="connsiteX6" fmla="*/ 155089 w 4574680"/>
              <a:gd name="connsiteY6" fmla="*/ 2034602 h 3089347"/>
              <a:gd name="connsiteX7" fmla="*/ 13820 w 4574680"/>
              <a:gd name="connsiteY7" fmla="*/ 1186120 h 3089347"/>
              <a:gd name="connsiteX8" fmla="*/ 1930 w 4574680"/>
              <a:gd name="connsiteY8" fmla="*/ 0 h 3089347"/>
              <a:gd name="connsiteX0" fmla="*/ 0 w 4560860"/>
              <a:gd name="connsiteY0" fmla="*/ 55958 h 1959185"/>
              <a:gd name="connsiteX1" fmla="*/ 4560860 w 4560860"/>
              <a:gd name="connsiteY1" fmla="*/ 235471 h 1959185"/>
              <a:gd name="connsiteX2" fmla="*/ 3902234 w 4560860"/>
              <a:gd name="connsiteY2" fmla="*/ 1485449 h 1959185"/>
              <a:gd name="connsiteX3" fmla="*/ 3211765 w 4560860"/>
              <a:gd name="connsiteY3" fmla="*/ 1854082 h 1959185"/>
              <a:gd name="connsiteX4" fmla="*/ 2233743 w 4560860"/>
              <a:gd name="connsiteY4" fmla="*/ 1956341 h 1959185"/>
              <a:gd name="connsiteX5" fmla="*/ 1220295 w 4560860"/>
              <a:gd name="connsiteY5" fmla="*/ 1892889 h 1959185"/>
              <a:gd name="connsiteX6" fmla="*/ 141269 w 4560860"/>
              <a:gd name="connsiteY6" fmla="*/ 904440 h 1959185"/>
              <a:gd name="connsiteX7" fmla="*/ 0 w 4560860"/>
              <a:gd name="connsiteY7" fmla="*/ 55958 h 1959185"/>
              <a:gd name="connsiteX0" fmla="*/ 0 w 4419591"/>
              <a:gd name="connsiteY0" fmla="*/ 681456 h 1736201"/>
              <a:gd name="connsiteX1" fmla="*/ 4419591 w 4419591"/>
              <a:gd name="connsiteY1" fmla="*/ 12487 h 1736201"/>
              <a:gd name="connsiteX2" fmla="*/ 3760965 w 4419591"/>
              <a:gd name="connsiteY2" fmla="*/ 1262465 h 1736201"/>
              <a:gd name="connsiteX3" fmla="*/ 3070496 w 4419591"/>
              <a:gd name="connsiteY3" fmla="*/ 1631098 h 1736201"/>
              <a:gd name="connsiteX4" fmla="*/ 2092474 w 4419591"/>
              <a:gd name="connsiteY4" fmla="*/ 1733357 h 1736201"/>
              <a:gd name="connsiteX5" fmla="*/ 1079026 w 4419591"/>
              <a:gd name="connsiteY5" fmla="*/ 1669905 h 1736201"/>
              <a:gd name="connsiteX6" fmla="*/ 0 w 4419591"/>
              <a:gd name="connsiteY6" fmla="*/ 681456 h 1736201"/>
              <a:gd name="connsiteX0" fmla="*/ 0 w 4444077"/>
              <a:gd name="connsiteY0" fmla="*/ 278206 h 1768127"/>
              <a:gd name="connsiteX1" fmla="*/ 4444077 w 4444077"/>
              <a:gd name="connsiteY1" fmla="*/ 44413 h 1768127"/>
              <a:gd name="connsiteX2" fmla="*/ 3785451 w 4444077"/>
              <a:gd name="connsiteY2" fmla="*/ 1294391 h 1768127"/>
              <a:gd name="connsiteX3" fmla="*/ 3094982 w 4444077"/>
              <a:gd name="connsiteY3" fmla="*/ 1663024 h 1768127"/>
              <a:gd name="connsiteX4" fmla="*/ 2116960 w 4444077"/>
              <a:gd name="connsiteY4" fmla="*/ 1765283 h 1768127"/>
              <a:gd name="connsiteX5" fmla="*/ 1103512 w 4444077"/>
              <a:gd name="connsiteY5" fmla="*/ 1701831 h 1768127"/>
              <a:gd name="connsiteX6" fmla="*/ 0 w 4444077"/>
              <a:gd name="connsiteY6" fmla="*/ 278206 h 176812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7196 h 1747117"/>
              <a:gd name="connsiteX1" fmla="*/ 4444077 w 4444077"/>
              <a:gd name="connsiteY1" fmla="*/ 23403 h 1747117"/>
              <a:gd name="connsiteX2" fmla="*/ 3785451 w 4444077"/>
              <a:gd name="connsiteY2" fmla="*/ 1273381 h 1747117"/>
              <a:gd name="connsiteX3" fmla="*/ 3094982 w 4444077"/>
              <a:gd name="connsiteY3" fmla="*/ 1642014 h 1747117"/>
              <a:gd name="connsiteX4" fmla="*/ 2116960 w 4444077"/>
              <a:gd name="connsiteY4" fmla="*/ 1744273 h 1747117"/>
              <a:gd name="connsiteX5" fmla="*/ 1103512 w 4444077"/>
              <a:gd name="connsiteY5" fmla="*/ 1680821 h 1747117"/>
              <a:gd name="connsiteX6" fmla="*/ 0 w 4444077"/>
              <a:gd name="connsiteY6" fmla="*/ 257196 h 1747117"/>
              <a:gd name="connsiteX0" fmla="*/ 0 w 4444077"/>
              <a:gd name="connsiteY0" fmla="*/ 253650 h 1743571"/>
              <a:gd name="connsiteX1" fmla="*/ 4444077 w 4444077"/>
              <a:gd name="connsiteY1" fmla="*/ 19857 h 1743571"/>
              <a:gd name="connsiteX2" fmla="*/ 3785451 w 4444077"/>
              <a:gd name="connsiteY2" fmla="*/ 1269835 h 1743571"/>
              <a:gd name="connsiteX3" fmla="*/ 3094982 w 4444077"/>
              <a:gd name="connsiteY3" fmla="*/ 1638468 h 1743571"/>
              <a:gd name="connsiteX4" fmla="*/ 2116960 w 4444077"/>
              <a:gd name="connsiteY4" fmla="*/ 1740727 h 1743571"/>
              <a:gd name="connsiteX5" fmla="*/ 1103512 w 4444077"/>
              <a:gd name="connsiteY5" fmla="*/ 1677275 h 1743571"/>
              <a:gd name="connsiteX6" fmla="*/ 0 w 4444077"/>
              <a:gd name="connsiteY6" fmla="*/ 253650 h 1743571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  <a:gd name="connsiteX0" fmla="*/ 0 w 4444077"/>
              <a:gd name="connsiteY0" fmla="*/ 233793 h 1723714"/>
              <a:gd name="connsiteX1" fmla="*/ 4444077 w 4444077"/>
              <a:gd name="connsiteY1" fmla="*/ 0 h 1723714"/>
              <a:gd name="connsiteX2" fmla="*/ 3785451 w 4444077"/>
              <a:gd name="connsiteY2" fmla="*/ 1249978 h 1723714"/>
              <a:gd name="connsiteX3" fmla="*/ 3094982 w 4444077"/>
              <a:gd name="connsiteY3" fmla="*/ 1618611 h 1723714"/>
              <a:gd name="connsiteX4" fmla="*/ 2116960 w 4444077"/>
              <a:gd name="connsiteY4" fmla="*/ 1720870 h 1723714"/>
              <a:gd name="connsiteX5" fmla="*/ 1103512 w 4444077"/>
              <a:gd name="connsiteY5" fmla="*/ 1657418 h 1723714"/>
              <a:gd name="connsiteX6" fmla="*/ 0 w 4444077"/>
              <a:gd name="connsiteY6" fmla="*/ 233793 h 1723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4077" h="1723714">
                <a:moveTo>
                  <a:pt x="0" y="233793"/>
                </a:moveTo>
                <a:cubicBezTo>
                  <a:pt x="1291362" y="189652"/>
                  <a:pt x="3168354" y="57895"/>
                  <a:pt x="4444077" y="0"/>
                </a:cubicBezTo>
                <a:cubicBezTo>
                  <a:pt x="4352550" y="749432"/>
                  <a:pt x="4165621" y="965526"/>
                  <a:pt x="3785451" y="1249978"/>
                </a:cubicBezTo>
                <a:cubicBezTo>
                  <a:pt x="3673777" y="1343004"/>
                  <a:pt x="3277609" y="1550393"/>
                  <a:pt x="3094982" y="1618611"/>
                </a:cubicBezTo>
                <a:cubicBezTo>
                  <a:pt x="2720022" y="1693312"/>
                  <a:pt x="2448872" y="1714402"/>
                  <a:pt x="2116960" y="1720870"/>
                </a:cubicBezTo>
                <a:cubicBezTo>
                  <a:pt x="1785048" y="1727338"/>
                  <a:pt x="1342148" y="1728723"/>
                  <a:pt x="1103512" y="1657418"/>
                </a:cubicBezTo>
                <a:cubicBezTo>
                  <a:pt x="754766" y="1482101"/>
                  <a:pt x="340352" y="1121045"/>
                  <a:pt x="0" y="233793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49B7ACE-2BBA-793C-AC64-373A31EC90AF}"/>
              </a:ext>
            </a:extLst>
          </p:cNvPr>
          <p:cNvSpPr/>
          <p:nvPr/>
        </p:nvSpPr>
        <p:spPr>
          <a:xfrm rot="17222743">
            <a:off x="8676787" y="5159997"/>
            <a:ext cx="1904644" cy="1134193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31404"/>
              <a:gd name="connsiteY0" fmla="*/ 1967436 h 1967436"/>
              <a:gd name="connsiteX1" fmla="*/ 103200 w 3431404"/>
              <a:gd name="connsiteY1" fmla="*/ 1967436 h 1967436"/>
              <a:gd name="connsiteX2" fmla="*/ 96094 w 3431404"/>
              <a:gd name="connsiteY2" fmla="*/ 1904172 h 1967436"/>
              <a:gd name="connsiteX3" fmla="*/ 30923 w 3431404"/>
              <a:gd name="connsiteY3" fmla="*/ 873691 h 1967436"/>
              <a:gd name="connsiteX4" fmla="*/ 12232 w 3431404"/>
              <a:gd name="connsiteY4" fmla="*/ 0 h 1967436"/>
              <a:gd name="connsiteX5" fmla="*/ 3416309 w 3431404"/>
              <a:gd name="connsiteY5" fmla="*/ 4176 h 1967436"/>
              <a:gd name="connsiteX6" fmla="*/ 3419269 w 3431404"/>
              <a:gd name="connsiteY6" fmla="*/ 1195523 h 1967436"/>
              <a:gd name="connsiteX7" fmla="*/ 3389093 w 3431404"/>
              <a:gd name="connsiteY7" fmla="*/ 1921570 h 1967436"/>
              <a:gd name="connsiteX8" fmla="*/ 3383099 w 3431404"/>
              <a:gd name="connsiteY8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31404" h="1967436">
                <a:moveTo>
                  <a:pt x="3383099" y="1967436"/>
                </a:moveTo>
                <a:lnTo>
                  <a:pt x="103200" y="1967436"/>
                </a:lnTo>
                <a:lnTo>
                  <a:pt x="96094" y="1904172"/>
                </a:lnTo>
                <a:cubicBezTo>
                  <a:pt x="59860" y="1517992"/>
                  <a:pt x="52689" y="1111230"/>
                  <a:pt x="30923" y="873691"/>
                </a:cubicBezTo>
                <a:cubicBezTo>
                  <a:pt x="8050" y="534740"/>
                  <a:pt x="-14733" y="250973"/>
                  <a:pt x="12232" y="0"/>
                </a:cubicBezTo>
                <a:lnTo>
                  <a:pt x="3416309" y="4176"/>
                </a:lnTo>
                <a:cubicBezTo>
                  <a:pt x="3456320" y="24310"/>
                  <a:pt x="3402173" y="846636"/>
                  <a:pt x="3419269" y="1195523"/>
                </a:cubicBezTo>
                <a:cubicBezTo>
                  <a:pt x="3424380" y="1414648"/>
                  <a:pt x="3409967" y="1696133"/>
                  <a:pt x="3389093" y="1921570"/>
                </a:cubicBezTo>
                <a:lnTo>
                  <a:pt x="3383099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03931B-28B2-589C-337B-0817B49369D1}"/>
              </a:ext>
            </a:extLst>
          </p:cNvPr>
          <p:cNvGrpSpPr/>
          <p:nvPr/>
        </p:nvGrpSpPr>
        <p:grpSpPr>
          <a:xfrm>
            <a:off x="10982019" y="5688860"/>
            <a:ext cx="558077" cy="403937"/>
            <a:chOff x="-987768" y="1008276"/>
            <a:chExt cx="718103" cy="519764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68B0E6B-34E0-FEE2-89BF-62531B7BBF0A}"/>
                </a:ext>
              </a:extLst>
            </p:cNvPr>
            <p:cNvSpPr/>
            <p:nvPr/>
          </p:nvSpPr>
          <p:spPr>
            <a:xfrm rot="20842655" flipH="1">
              <a:off x="-987768" y="1008276"/>
              <a:ext cx="148102" cy="152584"/>
            </a:xfrm>
            <a:prstGeom prst="ellipse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730A9C-9D8C-A823-D695-5C542292E281}"/>
                </a:ext>
              </a:extLst>
            </p:cNvPr>
            <p:cNvSpPr/>
            <p:nvPr/>
          </p:nvSpPr>
          <p:spPr>
            <a:xfrm>
              <a:off x="-747692" y="1428841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9704DFA-5A09-EE3E-964A-391DC9A20BBB}"/>
                </a:ext>
              </a:extLst>
            </p:cNvPr>
            <p:cNvSpPr/>
            <p:nvPr/>
          </p:nvSpPr>
          <p:spPr>
            <a:xfrm rot="5636109">
              <a:off x="-455259" y="97052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9FDE2C-59A0-C905-C4C7-7221CD31B72F}"/>
              </a:ext>
            </a:extLst>
          </p:cNvPr>
          <p:cNvGrpSpPr/>
          <p:nvPr/>
        </p:nvGrpSpPr>
        <p:grpSpPr>
          <a:xfrm rot="20415238">
            <a:off x="7458153" y="5732841"/>
            <a:ext cx="654454" cy="291551"/>
            <a:chOff x="10096975" y="5939226"/>
            <a:chExt cx="929806" cy="414217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D693631-801B-B096-47E5-C73C1EFBA463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3BBE4E4-3A3D-5522-E285-FB5B619FB23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889C6A6-70BF-169E-4DC6-F18CB74C2C7D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A14217E-5329-2CD0-7691-694DD7F99948}"/>
              </a:ext>
            </a:extLst>
          </p:cNvPr>
          <p:cNvGrpSpPr/>
          <p:nvPr/>
        </p:nvGrpSpPr>
        <p:grpSpPr>
          <a:xfrm flipH="1">
            <a:off x="9395005" y="5246710"/>
            <a:ext cx="606354" cy="325031"/>
            <a:chOff x="5447388" y="3100610"/>
            <a:chExt cx="1500891" cy="80454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A2CF4568-AF56-C9DA-101A-8D2DE15F9DCD}"/>
                </a:ext>
              </a:extLst>
            </p:cNvPr>
            <p:cNvSpPr/>
            <p:nvPr/>
          </p:nvSpPr>
          <p:spPr>
            <a:xfrm>
              <a:off x="5447388" y="3266522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DEB9F6D-028B-F675-170F-EB9B8ED801D1}"/>
                </a:ext>
              </a:extLst>
            </p:cNvPr>
            <p:cNvSpPr/>
            <p:nvPr/>
          </p:nvSpPr>
          <p:spPr>
            <a:xfrm>
              <a:off x="5648906" y="3266522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0E20388-2B6F-882F-550C-EB1EEE5F1BCA}"/>
                </a:ext>
              </a:extLst>
            </p:cNvPr>
            <p:cNvSpPr/>
            <p:nvPr/>
          </p:nvSpPr>
          <p:spPr>
            <a:xfrm>
              <a:off x="6406985" y="3100610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2E71AE5-B7D7-F8C9-712C-5C9EE7F07EBE}"/>
                </a:ext>
              </a:extLst>
            </p:cNvPr>
            <p:cNvSpPr/>
            <p:nvPr/>
          </p:nvSpPr>
          <p:spPr>
            <a:xfrm>
              <a:off x="6611291" y="3100610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310E982-8C26-D492-0139-A3D88D5CEAF3}"/>
                </a:ext>
              </a:extLst>
            </p:cNvPr>
            <p:cNvSpPr/>
            <p:nvPr/>
          </p:nvSpPr>
          <p:spPr>
            <a:xfrm>
              <a:off x="6145254" y="3809875"/>
              <a:ext cx="202240" cy="9164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947057"/>
            <a:ext cx="3847847" cy="21717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0975" y="922246"/>
            <a:ext cx="5618483" cy="30955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28991" y="6356350"/>
            <a:ext cx="2066535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7382" y="6356350"/>
            <a:ext cx="491834" cy="365125"/>
          </a:xfrm>
        </p:spPr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4546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tar: 7 Points 2">
            <a:extLst>
              <a:ext uri="{FF2B5EF4-FFF2-40B4-BE49-F238E27FC236}">
                <a16:creationId xmlns:a16="http://schemas.microsoft.com/office/drawing/2014/main" id="{77EA1A05-7340-5497-CC8D-FAE60C30DD3B}"/>
              </a:ext>
            </a:extLst>
          </p:cNvPr>
          <p:cNvSpPr/>
          <p:nvPr/>
        </p:nvSpPr>
        <p:spPr>
          <a:xfrm rot="7778087">
            <a:off x="3673573" y="4743092"/>
            <a:ext cx="2146968" cy="2044828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5215 h 4845608"/>
              <a:gd name="connsiteX1" fmla="*/ 1612941 w 5102525"/>
              <a:gd name="connsiteY1" fmla="*/ 2135243 h 4845608"/>
              <a:gd name="connsiteX2" fmla="*/ 485506 w 5102525"/>
              <a:gd name="connsiteY2" fmla="*/ 937374 h 4845608"/>
              <a:gd name="connsiteX3" fmla="*/ 2767493 w 5102525"/>
              <a:gd name="connsiteY3" fmla="*/ 3648 h 4845608"/>
              <a:gd name="connsiteX4" fmla="*/ 3163847 w 5102525"/>
              <a:gd name="connsiteY4" fmla="*/ 1282362 h 4845608"/>
              <a:gd name="connsiteX5" fmla="*/ 4697917 w 5102525"/>
              <a:gd name="connsiteY5" fmla="*/ 714872 h 4845608"/>
              <a:gd name="connsiteX6" fmla="*/ 4272825 w 5102525"/>
              <a:gd name="connsiteY6" fmla="*/ 1484639 h 4845608"/>
              <a:gd name="connsiteX7" fmla="*/ 3922732 w 5102525"/>
              <a:gd name="connsiteY7" fmla="*/ 2016633 h 4845608"/>
              <a:gd name="connsiteX8" fmla="*/ 5102434 w 5102525"/>
              <a:gd name="connsiteY8" fmla="*/ 2343037 h 4845608"/>
              <a:gd name="connsiteX9" fmla="*/ 3863684 w 5102525"/>
              <a:gd name="connsiteY9" fmla="*/ 2815289 h 4845608"/>
              <a:gd name="connsiteX10" fmla="*/ 4828313 w 5102525"/>
              <a:gd name="connsiteY10" fmla="*/ 3991080 h 4845608"/>
              <a:gd name="connsiteX11" fmla="*/ 3349200 w 5102525"/>
              <a:gd name="connsiteY11" fmla="*/ 3476200 h 4845608"/>
              <a:gd name="connsiteX12" fmla="*/ 3184113 w 5102525"/>
              <a:gd name="connsiteY12" fmla="*/ 4844160 h 4845608"/>
              <a:gd name="connsiteX13" fmla="*/ 2421951 w 5102525"/>
              <a:gd name="connsiteY13" fmla="*/ 3721821 h 4845608"/>
              <a:gd name="connsiteX14" fmla="*/ 1092964 w 5102525"/>
              <a:gd name="connsiteY14" fmla="*/ 4440704 h 4845608"/>
              <a:gd name="connsiteX15" fmla="*/ 1577326 w 5102525"/>
              <a:gd name="connsiteY15" fmla="*/ 2985443 h 4845608"/>
              <a:gd name="connsiteX16" fmla="*/ -1 w 5102525"/>
              <a:gd name="connsiteY16" fmla="*/ 2875215 h 4845608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2767495 w 5102527"/>
              <a:gd name="connsiteY2" fmla="*/ 0 h 4841960"/>
              <a:gd name="connsiteX3" fmla="*/ 3163849 w 5102527"/>
              <a:gd name="connsiteY3" fmla="*/ 1278714 h 4841960"/>
              <a:gd name="connsiteX4" fmla="*/ 4697919 w 5102527"/>
              <a:gd name="connsiteY4" fmla="*/ 711224 h 4841960"/>
              <a:gd name="connsiteX5" fmla="*/ 4272827 w 5102527"/>
              <a:gd name="connsiteY5" fmla="*/ 1480991 h 4841960"/>
              <a:gd name="connsiteX6" fmla="*/ 3922734 w 5102527"/>
              <a:gd name="connsiteY6" fmla="*/ 2012985 h 4841960"/>
              <a:gd name="connsiteX7" fmla="*/ 5102436 w 5102527"/>
              <a:gd name="connsiteY7" fmla="*/ 2339389 h 4841960"/>
              <a:gd name="connsiteX8" fmla="*/ 3863686 w 5102527"/>
              <a:gd name="connsiteY8" fmla="*/ 2811641 h 4841960"/>
              <a:gd name="connsiteX9" fmla="*/ 4828315 w 5102527"/>
              <a:gd name="connsiteY9" fmla="*/ 3987432 h 4841960"/>
              <a:gd name="connsiteX10" fmla="*/ 3349202 w 5102527"/>
              <a:gd name="connsiteY10" fmla="*/ 3472552 h 4841960"/>
              <a:gd name="connsiteX11" fmla="*/ 3184115 w 5102527"/>
              <a:gd name="connsiteY11" fmla="*/ 4840512 h 4841960"/>
              <a:gd name="connsiteX12" fmla="*/ 2421953 w 5102527"/>
              <a:gd name="connsiteY12" fmla="*/ 3718173 h 4841960"/>
              <a:gd name="connsiteX13" fmla="*/ 1092966 w 5102527"/>
              <a:gd name="connsiteY13" fmla="*/ 4437056 h 4841960"/>
              <a:gd name="connsiteX14" fmla="*/ 1577328 w 5102527"/>
              <a:gd name="connsiteY14" fmla="*/ 2981795 h 4841960"/>
              <a:gd name="connsiteX15" fmla="*/ 1 w 5102527"/>
              <a:gd name="connsiteY15" fmla="*/ 2871567 h 4841960"/>
              <a:gd name="connsiteX0" fmla="*/ -1 w 5102525"/>
              <a:gd name="connsiteY0" fmla="*/ 2815753 h 4786146"/>
              <a:gd name="connsiteX1" fmla="*/ 1612941 w 5102525"/>
              <a:gd name="connsiteY1" fmla="*/ 2075781 h 4786146"/>
              <a:gd name="connsiteX2" fmla="*/ 2330067 w 5102525"/>
              <a:gd name="connsiteY2" fmla="*/ -1 h 4786146"/>
              <a:gd name="connsiteX3" fmla="*/ 3163847 w 5102525"/>
              <a:gd name="connsiteY3" fmla="*/ 1222900 h 4786146"/>
              <a:gd name="connsiteX4" fmla="*/ 4697917 w 5102525"/>
              <a:gd name="connsiteY4" fmla="*/ 655410 h 4786146"/>
              <a:gd name="connsiteX5" fmla="*/ 4272825 w 5102525"/>
              <a:gd name="connsiteY5" fmla="*/ 1425177 h 4786146"/>
              <a:gd name="connsiteX6" fmla="*/ 3922732 w 5102525"/>
              <a:gd name="connsiteY6" fmla="*/ 1957171 h 4786146"/>
              <a:gd name="connsiteX7" fmla="*/ 5102434 w 5102525"/>
              <a:gd name="connsiteY7" fmla="*/ 2283575 h 4786146"/>
              <a:gd name="connsiteX8" fmla="*/ 3863684 w 5102525"/>
              <a:gd name="connsiteY8" fmla="*/ 2755827 h 4786146"/>
              <a:gd name="connsiteX9" fmla="*/ 4828313 w 5102525"/>
              <a:gd name="connsiteY9" fmla="*/ 3931618 h 4786146"/>
              <a:gd name="connsiteX10" fmla="*/ 3349200 w 5102525"/>
              <a:gd name="connsiteY10" fmla="*/ 3416738 h 4786146"/>
              <a:gd name="connsiteX11" fmla="*/ 3184113 w 5102525"/>
              <a:gd name="connsiteY11" fmla="*/ 4784698 h 4786146"/>
              <a:gd name="connsiteX12" fmla="*/ 2421951 w 5102525"/>
              <a:gd name="connsiteY12" fmla="*/ 3662359 h 4786146"/>
              <a:gd name="connsiteX13" fmla="*/ 1092964 w 5102525"/>
              <a:gd name="connsiteY13" fmla="*/ 4381242 h 4786146"/>
              <a:gd name="connsiteX14" fmla="*/ 1577326 w 5102525"/>
              <a:gd name="connsiteY14" fmla="*/ 2925981 h 4786146"/>
              <a:gd name="connsiteX15" fmla="*/ -1 w 5102525"/>
              <a:gd name="connsiteY15" fmla="*/ 2815753 h 4786146"/>
              <a:gd name="connsiteX0" fmla="*/ 0 w 4853634"/>
              <a:gd name="connsiteY0" fmla="*/ 1626981 h 4786148"/>
              <a:gd name="connsiteX1" fmla="*/ 1364050 w 4853634"/>
              <a:gd name="connsiteY1" fmla="*/ 207578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0 w 4853634"/>
              <a:gd name="connsiteY0" fmla="*/ 1626979 h 4786146"/>
              <a:gd name="connsiteX1" fmla="*/ 1603369 w 4853634"/>
              <a:gd name="connsiteY1" fmla="*/ 1571261 h 4786146"/>
              <a:gd name="connsiteX2" fmla="*/ 2081176 w 4853634"/>
              <a:gd name="connsiteY2" fmla="*/ -1 h 4786146"/>
              <a:gd name="connsiteX3" fmla="*/ 2914956 w 4853634"/>
              <a:gd name="connsiteY3" fmla="*/ 1222900 h 4786146"/>
              <a:gd name="connsiteX4" fmla="*/ 4449026 w 4853634"/>
              <a:gd name="connsiteY4" fmla="*/ 655410 h 4786146"/>
              <a:gd name="connsiteX5" fmla="*/ 4023934 w 4853634"/>
              <a:gd name="connsiteY5" fmla="*/ 1425177 h 4786146"/>
              <a:gd name="connsiteX6" fmla="*/ 3673841 w 4853634"/>
              <a:gd name="connsiteY6" fmla="*/ 1957171 h 4786146"/>
              <a:gd name="connsiteX7" fmla="*/ 4853543 w 4853634"/>
              <a:gd name="connsiteY7" fmla="*/ 2283575 h 4786146"/>
              <a:gd name="connsiteX8" fmla="*/ 3614793 w 4853634"/>
              <a:gd name="connsiteY8" fmla="*/ 2755827 h 4786146"/>
              <a:gd name="connsiteX9" fmla="*/ 4579422 w 4853634"/>
              <a:gd name="connsiteY9" fmla="*/ 3931618 h 4786146"/>
              <a:gd name="connsiteX10" fmla="*/ 3100309 w 4853634"/>
              <a:gd name="connsiteY10" fmla="*/ 3416738 h 4786146"/>
              <a:gd name="connsiteX11" fmla="*/ 2935222 w 4853634"/>
              <a:gd name="connsiteY11" fmla="*/ 4784698 h 4786146"/>
              <a:gd name="connsiteX12" fmla="*/ 2173060 w 4853634"/>
              <a:gd name="connsiteY12" fmla="*/ 3662359 h 4786146"/>
              <a:gd name="connsiteX13" fmla="*/ 844073 w 4853634"/>
              <a:gd name="connsiteY13" fmla="*/ 4381242 h 4786146"/>
              <a:gd name="connsiteX14" fmla="*/ 1328435 w 4853634"/>
              <a:gd name="connsiteY14" fmla="*/ 2925981 h 4786146"/>
              <a:gd name="connsiteX15" fmla="*/ 0 w 4853634"/>
              <a:gd name="connsiteY15" fmla="*/ 1626979 h 4786146"/>
              <a:gd name="connsiteX0" fmla="*/ 0 w 4853634"/>
              <a:gd name="connsiteY0" fmla="*/ 1626981 h 4786148"/>
              <a:gd name="connsiteX1" fmla="*/ 1603369 w 4853634"/>
              <a:gd name="connsiteY1" fmla="*/ 1571263 h 4786148"/>
              <a:gd name="connsiteX2" fmla="*/ 2081176 w 4853634"/>
              <a:gd name="connsiteY2" fmla="*/ 1 h 4786148"/>
              <a:gd name="connsiteX3" fmla="*/ 2914956 w 4853634"/>
              <a:gd name="connsiteY3" fmla="*/ 1222902 h 4786148"/>
              <a:gd name="connsiteX4" fmla="*/ 4449026 w 4853634"/>
              <a:gd name="connsiteY4" fmla="*/ 655412 h 4786148"/>
              <a:gd name="connsiteX5" fmla="*/ 4023934 w 4853634"/>
              <a:gd name="connsiteY5" fmla="*/ 1425179 h 4786148"/>
              <a:gd name="connsiteX6" fmla="*/ 3673841 w 4853634"/>
              <a:gd name="connsiteY6" fmla="*/ 1957173 h 4786148"/>
              <a:gd name="connsiteX7" fmla="*/ 4853543 w 4853634"/>
              <a:gd name="connsiteY7" fmla="*/ 2283577 h 4786148"/>
              <a:gd name="connsiteX8" fmla="*/ 3614793 w 4853634"/>
              <a:gd name="connsiteY8" fmla="*/ 2755829 h 4786148"/>
              <a:gd name="connsiteX9" fmla="*/ 4579422 w 4853634"/>
              <a:gd name="connsiteY9" fmla="*/ 3931620 h 4786148"/>
              <a:gd name="connsiteX10" fmla="*/ 3100309 w 4853634"/>
              <a:gd name="connsiteY10" fmla="*/ 3416740 h 4786148"/>
              <a:gd name="connsiteX11" fmla="*/ 2935222 w 4853634"/>
              <a:gd name="connsiteY11" fmla="*/ 4784700 h 4786148"/>
              <a:gd name="connsiteX12" fmla="*/ 2173060 w 4853634"/>
              <a:gd name="connsiteY12" fmla="*/ 3662361 h 4786148"/>
              <a:gd name="connsiteX13" fmla="*/ 844073 w 4853634"/>
              <a:gd name="connsiteY13" fmla="*/ 4381244 h 4786148"/>
              <a:gd name="connsiteX14" fmla="*/ 1328435 w 4853634"/>
              <a:gd name="connsiteY14" fmla="*/ 2925983 h 4786148"/>
              <a:gd name="connsiteX15" fmla="*/ 0 w 4853634"/>
              <a:gd name="connsiteY15" fmla="*/ 1626981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814647 w 4824208"/>
              <a:gd name="connsiteY13" fmla="*/ 4381242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814649 w 4824210"/>
              <a:gd name="connsiteY13" fmla="*/ 4381244 h 4786148"/>
              <a:gd name="connsiteX14" fmla="*/ 1299011 w 4824210"/>
              <a:gd name="connsiteY14" fmla="*/ 2925983 h 4786148"/>
              <a:gd name="connsiteX15" fmla="*/ 1 w 4824210"/>
              <a:gd name="connsiteY15" fmla="*/ 1515908 h 4786148"/>
              <a:gd name="connsiteX0" fmla="*/ -1 w 4824208"/>
              <a:gd name="connsiteY0" fmla="*/ 1515906 h 4786146"/>
              <a:gd name="connsiteX1" fmla="*/ 1573943 w 4824208"/>
              <a:gd name="connsiteY1" fmla="*/ 1571261 h 4786146"/>
              <a:gd name="connsiteX2" fmla="*/ 2051750 w 4824208"/>
              <a:gd name="connsiteY2" fmla="*/ -1 h 4786146"/>
              <a:gd name="connsiteX3" fmla="*/ 2885530 w 4824208"/>
              <a:gd name="connsiteY3" fmla="*/ 1222900 h 4786146"/>
              <a:gd name="connsiteX4" fmla="*/ 4419600 w 4824208"/>
              <a:gd name="connsiteY4" fmla="*/ 655410 h 4786146"/>
              <a:gd name="connsiteX5" fmla="*/ 3994508 w 4824208"/>
              <a:gd name="connsiteY5" fmla="*/ 1425177 h 4786146"/>
              <a:gd name="connsiteX6" fmla="*/ 3644415 w 4824208"/>
              <a:gd name="connsiteY6" fmla="*/ 1957171 h 4786146"/>
              <a:gd name="connsiteX7" fmla="*/ 4824117 w 4824208"/>
              <a:gd name="connsiteY7" fmla="*/ 2283575 h 4786146"/>
              <a:gd name="connsiteX8" fmla="*/ 3585367 w 4824208"/>
              <a:gd name="connsiteY8" fmla="*/ 2755827 h 4786146"/>
              <a:gd name="connsiteX9" fmla="*/ 4549996 w 4824208"/>
              <a:gd name="connsiteY9" fmla="*/ 3931618 h 4786146"/>
              <a:gd name="connsiteX10" fmla="*/ 3070883 w 4824208"/>
              <a:gd name="connsiteY10" fmla="*/ 3416738 h 4786146"/>
              <a:gd name="connsiteX11" fmla="*/ 2905796 w 4824208"/>
              <a:gd name="connsiteY11" fmla="*/ 4784698 h 4786146"/>
              <a:gd name="connsiteX12" fmla="*/ 2143634 w 4824208"/>
              <a:gd name="connsiteY12" fmla="*/ 3662359 h 4786146"/>
              <a:gd name="connsiteX13" fmla="*/ 354842 w 4824208"/>
              <a:gd name="connsiteY13" fmla="*/ 3823584 h 4786146"/>
              <a:gd name="connsiteX14" fmla="*/ 1299009 w 4824208"/>
              <a:gd name="connsiteY14" fmla="*/ 2925981 h 4786146"/>
              <a:gd name="connsiteX15" fmla="*/ -1 w 4824208"/>
              <a:gd name="connsiteY15" fmla="*/ 1515906 h 4786146"/>
              <a:gd name="connsiteX0" fmla="*/ 1 w 4824210"/>
              <a:gd name="connsiteY0" fmla="*/ 1515908 h 4786148"/>
              <a:gd name="connsiteX1" fmla="*/ 1573945 w 4824210"/>
              <a:gd name="connsiteY1" fmla="*/ 1571263 h 4786148"/>
              <a:gd name="connsiteX2" fmla="*/ 2051752 w 4824210"/>
              <a:gd name="connsiteY2" fmla="*/ 1 h 4786148"/>
              <a:gd name="connsiteX3" fmla="*/ 2885532 w 4824210"/>
              <a:gd name="connsiteY3" fmla="*/ 1222902 h 4786148"/>
              <a:gd name="connsiteX4" fmla="*/ 4419602 w 4824210"/>
              <a:gd name="connsiteY4" fmla="*/ 655412 h 4786148"/>
              <a:gd name="connsiteX5" fmla="*/ 3994510 w 4824210"/>
              <a:gd name="connsiteY5" fmla="*/ 1425179 h 4786148"/>
              <a:gd name="connsiteX6" fmla="*/ 3644417 w 4824210"/>
              <a:gd name="connsiteY6" fmla="*/ 1957173 h 4786148"/>
              <a:gd name="connsiteX7" fmla="*/ 4824119 w 4824210"/>
              <a:gd name="connsiteY7" fmla="*/ 2283577 h 4786148"/>
              <a:gd name="connsiteX8" fmla="*/ 3585369 w 4824210"/>
              <a:gd name="connsiteY8" fmla="*/ 2755829 h 4786148"/>
              <a:gd name="connsiteX9" fmla="*/ 4549998 w 4824210"/>
              <a:gd name="connsiteY9" fmla="*/ 3931620 h 4786148"/>
              <a:gd name="connsiteX10" fmla="*/ 3070885 w 4824210"/>
              <a:gd name="connsiteY10" fmla="*/ 3416740 h 4786148"/>
              <a:gd name="connsiteX11" fmla="*/ 2905798 w 4824210"/>
              <a:gd name="connsiteY11" fmla="*/ 4784700 h 4786148"/>
              <a:gd name="connsiteX12" fmla="*/ 2143636 w 4824210"/>
              <a:gd name="connsiteY12" fmla="*/ 3662361 h 4786148"/>
              <a:gd name="connsiteX13" fmla="*/ 354844 w 4824210"/>
              <a:gd name="connsiteY13" fmla="*/ 3823586 h 4786148"/>
              <a:gd name="connsiteX14" fmla="*/ 1306700 w 4824210"/>
              <a:gd name="connsiteY14" fmla="*/ 2597830 h 4786148"/>
              <a:gd name="connsiteX15" fmla="*/ 1 w 4824210"/>
              <a:gd name="connsiteY15" fmla="*/ 1515908 h 4786148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885530 w 4824208"/>
              <a:gd name="connsiteY3" fmla="*/ 1222900 h 4785882"/>
              <a:gd name="connsiteX4" fmla="*/ 4419600 w 4824208"/>
              <a:gd name="connsiteY4" fmla="*/ 655410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4419602 w 4824210"/>
              <a:gd name="connsiteY4" fmla="*/ 655412 h 4785884"/>
              <a:gd name="connsiteX5" fmla="*/ 3994510 w 4824210"/>
              <a:gd name="connsiteY5" fmla="*/ 1425179 h 4785884"/>
              <a:gd name="connsiteX6" fmla="*/ 3644417 w 4824210"/>
              <a:gd name="connsiteY6" fmla="*/ 1957173 h 4785884"/>
              <a:gd name="connsiteX7" fmla="*/ 4824119 w 4824210"/>
              <a:gd name="connsiteY7" fmla="*/ 2283577 h 4785884"/>
              <a:gd name="connsiteX8" fmla="*/ 3585369 w 4824210"/>
              <a:gd name="connsiteY8" fmla="*/ 2755829 h 4785884"/>
              <a:gd name="connsiteX9" fmla="*/ 4549998 w 4824210"/>
              <a:gd name="connsiteY9" fmla="*/ 3931620 h 4785884"/>
              <a:gd name="connsiteX10" fmla="*/ 3070885 w 4824210"/>
              <a:gd name="connsiteY10" fmla="*/ 3416740 h 4785884"/>
              <a:gd name="connsiteX11" fmla="*/ 2905798 w 4824210"/>
              <a:gd name="connsiteY11" fmla="*/ 4784700 h 4785884"/>
              <a:gd name="connsiteX12" fmla="*/ 2017369 w 4824210"/>
              <a:gd name="connsiteY12" fmla="*/ 3391175 h 4785884"/>
              <a:gd name="connsiteX13" fmla="*/ 354844 w 4824210"/>
              <a:gd name="connsiteY13" fmla="*/ 3823586 h 4785884"/>
              <a:gd name="connsiteX14" fmla="*/ 1306700 w 4824210"/>
              <a:gd name="connsiteY14" fmla="*/ 2597830 h 4785884"/>
              <a:gd name="connsiteX15" fmla="*/ 1 w 4824210"/>
              <a:gd name="connsiteY15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787860 w 4824208"/>
              <a:gd name="connsiteY3" fmla="*/ 1342310 h 4785882"/>
              <a:gd name="connsiteX4" fmla="*/ 3924153 w 4824208"/>
              <a:gd name="connsiteY4" fmla="*/ 431702 h 4785882"/>
              <a:gd name="connsiteX5" fmla="*/ 3994508 w 4824208"/>
              <a:gd name="connsiteY5" fmla="*/ 1425177 h 4785882"/>
              <a:gd name="connsiteX6" fmla="*/ 3644415 w 4824208"/>
              <a:gd name="connsiteY6" fmla="*/ 1957171 h 4785882"/>
              <a:gd name="connsiteX7" fmla="*/ 4824117 w 4824208"/>
              <a:gd name="connsiteY7" fmla="*/ 2283575 h 4785882"/>
              <a:gd name="connsiteX8" fmla="*/ 3585367 w 4824208"/>
              <a:gd name="connsiteY8" fmla="*/ 2755827 h 4785882"/>
              <a:gd name="connsiteX9" fmla="*/ 4549996 w 4824208"/>
              <a:gd name="connsiteY9" fmla="*/ 3931618 h 4785882"/>
              <a:gd name="connsiteX10" fmla="*/ 3070883 w 4824208"/>
              <a:gd name="connsiteY10" fmla="*/ 3416738 h 4785882"/>
              <a:gd name="connsiteX11" fmla="*/ 2905796 w 4824208"/>
              <a:gd name="connsiteY11" fmla="*/ 4784698 h 4785882"/>
              <a:gd name="connsiteX12" fmla="*/ 2017367 w 4824208"/>
              <a:gd name="connsiteY12" fmla="*/ 3391173 h 4785882"/>
              <a:gd name="connsiteX13" fmla="*/ 354842 w 4824208"/>
              <a:gd name="connsiteY13" fmla="*/ 3823584 h 4785882"/>
              <a:gd name="connsiteX14" fmla="*/ 1306698 w 4824208"/>
              <a:gd name="connsiteY14" fmla="*/ 2597828 h 4785882"/>
              <a:gd name="connsiteX15" fmla="*/ -1 w 4824208"/>
              <a:gd name="connsiteY15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787862 w 4824210"/>
              <a:gd name="connsiteY3" fmla="*/ 1342312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644415 w 4824208"/>
              <a:gd name="connsiteY5" fmla="*/ 1957171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644417 w 4824210"/>
              <a:gd name="connsiteY5" fmla="*/ 1957173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573943 w 4824208"/>
              <a:gd name="connsiteY1" fmla="*/ 157126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573945 w 4824210"/>
              <a:gd name="connsiteY1" fmla="*/ 157126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785884"/>
              <a:gd name="connsiteX1" fmla="*/ 1681474 w 4824210"/>
              <a:gd name="connsiteY1" fmla="*/ 1764603 h 4785884"/>
              <a:gd name="connsiteX2" fmla="*/ 2051752 w 4824210"/>
              <a:gd name="connsiteY2" fmla="*/ 1 h 4785884"/>
              <a:gd name="connsiteX3" fmla="*/ 2692151 w 4824210"/>
              <a:gd name="connsiteY3" fmla="*/ 1634454 h 4785884"/>
              <a:gd name="connsiteX4" fmla="*/ 3924155 w 4824210"/>
              <a:gd name="connsiteY4" fmla="*/ 431704 h 4785884"/>
              <a:gd name="connsiteX5" fmla="*/ 3501933 w 4824210"/>
              <a:gd name="connsiteY5" fmla="*/ 2011010 h 4785884"/>
              <a:gd name="connsiteX6" fmla="*/ 4824119 w 4824210"/>
              <a:gd name="connsiteY6" fmla="*/ 2283577 h 4785884"/>
              <a:gd name="connsiteX7" fmla="*/ 3585369 w 4824210"/>
              <a:gd name="connsiteY7" fmla="*/ 2755829 h 4785884"/>
              <a:gd name="connsiteX8" fmla="*/ 4549998 w 4824210"/>
              <a:gd name="connsiteY8" fmla="*/ 3931620 h 4785884"/>
              <a:gd name="connsiteX9" fmla="*/ 3070885 w 4824210"/>
              <a:gd name="connsiteY9" fmla="*/ 3416740 h 4785884"/>
              <a:gd name="connsiteX10" fmla="*/ 2905798 w 4824210"/>
              <a:gd name="connsiteY10" fmla="*/ 4784700 h 4785884"/>
              <a:gd name="connsiteX11" fmla="*/ 2017369 w 4824210"/>
              <a:gd name="connsiteY11" fmla="*/ 3391175 h 4785884"/>
              <a:gd name="connsiteX12" fmla="*/ 354844 w 4824210"/>
              <a:gd name="connsiteY12" fmla="*/ 3823586 h 4785884"/>
              <a:gd name="connsiteX13" fmla="*/ 1306700 w 4824210"/>
              <a:gd name="connsiteY13" fmla="*/ 2597830 h 4785884"/>
              <a:gd name="connsiteX14" fmla="*/ 1 w 4824210"/>
              <a:gd name="connsiteY14" fmla="*/ 1515908 h 4785884"/>
              <a:gd name="connsiteX0" fmla="*/ -1 w 4824208"/>
              <a:gd name="connsiteY0" fmla="*/ 1515906 h 4785882"/>
              <a:gd name="connsiteX1" fmla="*/ 1681472 w 4824208"/>
              <a:gd name="connsiteY1" fmla="*/ 1764601 h 4785882"/>
              <a:gd name="connsiteX2" fmla="*/ 2051750 w 4824208"/>
              <a:gd name="connsiteY2" fmla="*/ -1 h 4785882"/>
              <a:gd name="connsiteX3" fmla="*/ 2692149 w 4824208"/>
              <a:gd name="connsiteY3" fmla="*/ 1634452 h 4785882"/>
              <a:gd name="connsiteX4" fmla="*/ 3924153 w 4824208"/>
              <a:gd name="connsiteY4" fmla="*/ 431702 h 4785882"/>
              <a:gd name="connsiteX5" fmla="*/ 3501931 w 4824208"/>
              <a:gd name="connsiteY5" fmla="*/ 2011008 h 4785882"/>
              <a:gd name="connsiteX6" fmla="*/ 4824117 w 4824208"/>
              <a:gd name="connsiteY6" fmla="*/ 2283575 h 4785882"/>
              <a:gd name="connsiteX7" fmla="*/ 3585367 w 4824208"/>
              <a:gd name="connsiteY7" fmla="*/ 2755827 h 4785882"/>
              <a:gd name="connsiteX8" fmla="*/ 4549996 w 4824208"/>
              <a:gd name="connsiteY8" fmla="*/ 3931618 h 4785882"/>
              <a:gd name="connsiteX9" fmla="*/ 3070883 w 4824208"/>
              <a:gd name="connsiteY9" fmla="*/ 3416738 h 4785882"/>
              <a:gd name="connsiteX10" fmla="*/ 2905796 w 4824208"/>
              <a:gd name="connsiteY10" fmla="*/ 4784698 h 4785882"/>
              <a:gd name="connsiteX11" fmla="*/ 2017367 w 4824208"/>
              <a:gd name="connsiteY11" fmla="*/ 3391173 h 4785882"/>
              <a:gd name="connsiteX12" fmla="*/ 354842 w 4824208"/>
              <a:gd name="connsiteY12" fmla="*/ 3823584 h 4785882"/>
              <a:gd name="connsiteX13" fmla="*/ 1306698 w 4824208"/>
              <a:gd name="connsiteY13" fmla="*/ 2597828 h 4785882"/>
              <a:gd name="connsiteX14" fmla="*/ -1 w 4824208"/>
              <a:gd name="connsiteY14" fmla="*/ 1515906 h 4785882"/>
              <a:gd name="connsiteX0" fmla="*/ 1 w 4824210"/>
              <a:gd name="connsiteY0" fmla="*/ 1515908 h 4816877"/>
              <a:gd name="connsiteX1" fmla="*/ 1681474 w 4824210"/>
              <a:gd name="connsiteY1" fmla="*/ 1764603 h 4816877"/>
              <a:gd name="connsiteX2" fmla="*/ 2051752 w 4824210"/>
              <a:gd name="connsiteY2" fmla="*/ 1 h 4816877"/>
              <a:gd name="connsiteX3" fmla="*/ 2692151 w 4824210"/>
              <a:gd name="connsiteY3" fmla="*/ 1634454 h 4816877"/>
              <a:gd name="connsiteX4" fmla="*/ 3924155 w 4824210"/>
              <a:gd name="connsiteY4" fmla="*/ 431704 h 4816877"/>
              <a:gd name="connsiteX5" fmla="*/ 3501933 w 4824210"/>
              <a:gd name="connsiteY5" fmla="*/ 2011010 h 4816877"/>
              <a:gd name="connsiteX6" fmla="*/ 4824119 w 4824210"/>
              <a:gd name="connsiteY6" fmla="*/ 2283577 h 4816877"/>
              <a:gd name="connsiteX7" fmla="*/ 3585369 w 4824210"/>
              <a:gd name="connsiteY7" fmla="*/ 2755829 h 4816877"/>
              <a:gd name="connsiteX8" fmla="*/ 4549998 w 4824210"/>
              <a:gd name="connsiteY8" fmla="*/ 3931620 h 4816877"/>
              <a:gd name="connsiteX9" fmla="*/ 3070885 w 4824210"/>
              <a:gd name="connsiteY9" fmla="*/ 3416740 h 4816877"/>
              <a:gd name="connsiteX10" fmla="*/ 2769359 w 4824210"/>
              <a:gd name="connsiteY10" fmla="*/ 4815717 h 4816877"/>
              <a:gd name="connsiteX11" fmla="*/ 2017369 w 4824210"/>
              <a:gd name="connsiteY11" fmla="*/ 3391175 h 4816877"/>
              <a:gd name="connsiteX12" fmla="*/ 354844 w 4824210"/>
              <a:gd name="connsiteY12" fmla="*/ 3823586 h 4816877"/>
              <a:gd name="connsiteX13" fmla="*/ 1306700 w 4824210"/>
              <a:gd name="connsiteY13" fmla="*/ 2597830 h 4816877"/>
              <a:gd name="connsiteX14" fmla="*/ 1 w 4824210"/>
              <a:gd name="connsiteY14" fmla="*/ 1515908 h 4816877"/>
              <a:gd name="connsiteX0" fmla="*/ -1 w 4824208"/>
              <a:gd name="connsiteY0" fmla="*/ 1515906 h 4816873"/>
              <a:gd name="connsiteX1" fmla="*/ 1681472 w 4824208"/>
              <a:gd name="connsiteY1" fmla="*/ 1764601 h 4816873"/>
              <a:gd name="connsiteX2" fmla="*/ 2051750 w 4824208"/>
              <a:gd name="connsiteY2" fmla="*/ -1 h 4816873"/>
              <a:gd name="connsiteX3" fmla="*/ 2588999 w 4824208"/>
              <a:gd name="connsiteY3" fmla="*/ 1677665 h 4816873"/>
              <a:gd name="connsiteX4" fmla="*/ 3924153 w 4824208"/>
              <a:gd name="connsiteY4" fmla="*/ 431702 h 4816873"/>
              <a:gd name="connsiteX5" fmla="*/ 3501931 w 4824208"/>
              <a:gd name="connsiteY5" fmla="*/ 2011008 h 4816873"/>
              <a:gd name="connsiteX6" fmla="*/ 4824117 w 4824208"/>
              <a:gd name="connsiteY6" fmla="*/ 2283575 h 4816873"/>
              <a:gd name="connsiteX7" fmla="*/ 3585367 w 4824208"/>
              <a:gd name="connsiteY7" fmla="*/ 2755827 h 4816873"/>
              <a:gd name="connsiteX8" fmla="*/ 4549996 w 4824208"/>
              <a:gd name="connsiteY8" fmla="*/ 3931618 h 4816873"/>
              <a:gd name="connsiteX9" fmla="*/ 3070883 w 4824208"/>
              <a:gd name="connsiteY9" fmla="*/ 3416738 h 4816873"/>
              <a:gd name="connsiteX10" fmla="*/ 2769357 w 4824208"/>
              <a:gd name="connsiteY10" fmla="*/ 4815715 h 4816873"/>
              <a:gd name="connsiteX11" fmla="*/ 2017367 w 4824208"/>
              <a:gd name="connsiteY11" fmla="*/ 3391173 h 4816873"/>
              <a:gd name="connsiteX12" fmla="*/ 354842 w 4824208"/>
              <a:gd name="connsiteY12" fmla="*/ 3823584 h 4816873"/>
              <a:gd name="connsiteX13" fmla="*/ 1306698 w 4824208"/>
              <a:gd name="connsiteY13" fmla="*/ 2597828 h 4816873"/>
              <a:gd name="connsiteX14" fmla="*/ -1 w 4824208"/>
              <a:gd name="connsiteY14" fmla="*/ 1515906 h 4816873"/>
              <a:gd name="connsiteX0" fmla="*/ 1 w 4824210"/>
              <a:gd name="connsiteY0" fmla="*/ 1450607 h 4751576"/>
              <a:gd name="connsiteX1" fmla="*/ 1681474 w 4824210"/>
              <a:gd name="connsiteY1" fmla="*/ 1699302 h 4751576"/>
              <a:gd name="connsiteX2" fmla="*/ 1872212 w 4824210"/>
              <a:gd name="connsiteY2" fmla="*/ 0 h 4751576"/>
              <a:gd name="connsiteX3" fmla="*/ 2589001 w 4824210"/>
              <a:gd name="connsiteY3" fmla="*/ 1612366 h 4751576"/>
              <a:gd name="connsiteX4" fmla="*/ 3924155 w 4824210"/>
              <a:gd name="connsiteY4" fmla="*/ 366403 h 4751576"/>
              <a:gd name="connsiteX5" fmla="*/ 3501933 w 4824210"/>
              <a:gd name="connsiteY5" fmla="*/ 1945709 h 4751576"/>
              <a:gd name="connsiteX6" fmla="*/ 4824119 w 4824210"/>
              <a:gd name="connsiteY6" fmla="*/ 2218276 h 4751576"/>
              <a:gd name="connsiteX7" fmla="*/ 3585369 w 4824210"/>
              <a:gd name="connsiteY7" fmla="*/ 2690528 h 4751576"/>
              <a:gd name="connsiteX8" fmla="*/ 4549998 w 4824210"/>
              <a:gd name="connsiteY8" fmla="*/ 3866319 h 4751576"/>
              <a:gd name="connsiteX9" fmla="*/ 3070885 w 4824210"/>
              <a:gd name="connsiteY9" fmla="*/ 3351439 h 4751576"/>
              <a:gd name="connsiteX10" fmla="*/ 2769359 w 4824210"/>
              <a:gd name="connsiteY10" fmla="*/ 4750416 h 4751576"/>
              <a:gd name="connsiteX11" fmla="*/ 2017369 w 4824210"/>
              <a:gd name="connsiteY11" fmla="*/ 3325874 h 4751576"/>
              <a:gd name="connsiteX12" fmla="*/ 354844 w 4824210"/>
              <a:gd name="connsiteY12" fmla="*/ 3758285 h 4751576"/>
              <a:gd name="connsiteX13" fmla="*/ 1306700 w 4824210"/>
              <a:gd name="connsiteY13" fmla="*/ 2532529 h 4751576"/>
              <a:gd name="connsiteX14" fmla="*/ 1 w 4824210"/>
              <a:gd name="connsiteY14" fmla="*/ 1450607 h 475157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589001 w 4824210"/>
              <a:gd name="connsiteY3" fmla="*/ 148555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588999 w 4824208"/>
              <a:gd name="connsiteY3" fmla="*/ 148555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52997 w 4824210"/>
              <a:gd name="connsiteY3" fmla="*/ 1403752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52995 w 4824208"/>
              <a:gd name="connsiteY3" fmla="*/ 1403750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3795 h 4624762"/>
              <a:gd name="connsiteX1" fmla="*/ 1681472 w 4824208"/>
              <a:gd name="connsiteY1" fmla="*/ 1572490 h 4624762"/>
              <a:gd name="connsiteX2" fmla="*/ 1951479 w 4824208"/>
              <a:gd name="connsiteY2" fmla="*/ -1 h 4624762"/>
              <a:gd name="connsiteX3" fmla="*/ 2660383 w 4824208"/>
              <a:gd name="connsiteY3" fmla="*/ 1382774 h 4624762"/>
              <a:gd name="connsiteX4" fmla="*/ 3924153 w 4824208"/>
              <a:gd name="connsiteY4" fmla="*/ 239591 h 4624762"/>
              <a:gd name="connsiteX5" fmla="*/ 3501931 w 4824208"/>
              <a:gd name="connsiteY5" fmla="*/ 1818897 h 4624762"/>
              <a:gd name="connsiteX6" fmla="*/ 4824117 w 4824208"/>
              <a:gd name="connsiteY6" fmla="*/ 2091464 h 4624762"/>
              <a:gd name="connsiteX7" fmla="*/ 3585367 w 4824208"/>
              <a:gd name="connsiteY7" fmla="*/ 2563716 h 4624762"/>
              <a:gd name="connsiteX8" fmla="*/ 4549996 w 4824208"/>
              <a:gd name="connsiteY8" fmla="*/ 3739507 h 4624762"/>
              <a:gd name="connsiteX9" fmla="*/ 3070883 w 4824208"/>
              <a:gd name="connsiteY9" fmla="*/ 3224627 h 4624762"/>
              <a:gd name="connsiteX10" fmla="*/ 2769357 w 4824208"/>
              <a:gd name="connsiteY10" fmla="*/ 4623604 h 4624762"/>
              <a:gd name="connsiteX11" fmla="*/ 2017367 w 4824208"/>
              <a:gd name="connsiteY11" fmla="*/ 3199062 h 4624762"/>
              <a:gd name="connsiteX12" fmla="*/ 354842 w 4824208"/>
              <a:gd name="connsiteY12" fmla="*/ 3631473 h 4624762"/>
              <a:gd name="connsiteX13" fmla="*/ 1306698 w 4824208"/>
              <a:gd name="connsiteY13" fmla="*/ 2405717 h 4624762"/>
              <a:gd name="connsiteX14" fmla="*/ -1 w 4824208"/>
              <a:gd name="connsiteY14" fmla="*/ 1323795 h 4624762"/>
              <a:gd name="connsiteX0" fmla="*/ 1 w 4824210"/>
              <a:gd name="connsiteY0" fmla="*/ 1323797 h 4624766"/>
              <a:gd name="connsiteX1" fmla="*/ 1681474 w 4824210"/>
              <a:gd name="connsiteY1" fmla="*/ 1572492 h 4624766"/>
              <a:gd name="connsiteX2" fmla="*/ 1951481 w 4824210"/>
              <a:gd name="connsiteY2" fmla="*/ 1 h 4624766"/>
              <a:gd name="connsiteX3" fmla="*/ 2660385 w 4824210"/>
              <a:gd name="connsiteY3" fmla="*/ 1382776 h 4624766"/>
              <a:gd name="connsiteX4" fmla="*/ 3924155 w 4824210"/>
              <a:gd name="connsiteY4" fmla="*/ 239593 h 4624766"/>
              <a:gd name="connsiteX5" fmla="*/ 3501933 w 4824210"/>
              <a:gd name="connsiteY5" fmla="*/ 1818899 h 4624766"/>
              <a:gd name="connsiteX6" fmla="*/ 4824119 w 4824210"/>
              <a:gd name="connsiteY6" fmla="*/ 2091466 h 4624766"/>
              <a:gd name="connsiteX7" fmla="*/ 3585369 w 4824210"/>
              <a:gd name="connsiteY7" fmla="*/ 2563718 h 4624766"/>
              <a:gd name="connsiteX8" fmla="*/ 4549998 w 4824210"/>
              <a:gd name="connsiteY8" fmla="*/ 3739509 h 4624766"/>
              <a:gd name="connsiteX9" fmla="*/ 3070885 w 4824210"/>
              <a:gd name="connsiteY9" fmla="*/ 3224629 h 4624766"/>
              <a:gd name="connsiteX10" fmla="*/ 2769359 w 4824210"/>
              <a:gd name="connsiteY10" fmla="*/ 4623606 h 4624766"/>
              <a:gd name="connsiteX11" fmla="*/ 2017369 w 4824210"/>
              <a:gd name="connsiteY11" fmla="*/ 3199064 h 4624766"/>
              <a:gd name="connsiteX12" fmla="*/ 354844 w 4824210"/>
              <a:gd name="connsiteY12" fmla="*/ 3631475 h 4624766"/>
              <a:gd name="connsiteX13" fmla="*/ 1306700 w 4824210"/>
              <a:gd name="connsiteY13" fmla="*/ 2405719 h 4624766"/>
              <a:gd name="connsiteX14" fmla="*/ 1 w 4824210"/>
              <a:gd name="connsiteY14" fmla="*/ 1323797 h 4624766"/>
              <a:gd name="connsiteX0" fmla="*/ -1 w 4824208"/>
              <a:gd name="connsiteY0" fmla="*/ 1326368 h 4627335"/>
              <a:gd name="connsiteX1" fmla="*/ 1681472 w 4824208"/>
              <a:gd name="connsiteY1" fmla="*/ 1575063 h 4627335"/>
              <a:gd name="connsiteX2" fmla="*/ 1951479 w 4824208"/>
              <a:gd name="connsiteY2" fmla="*/ 2572 h 4627335"/>
              <a:gd name="connsiteX3" fmla="*/ 2660383 w 4824208"/>
              <a:gd name="connsiteY3" fmla="*/ 1385347 h 4627335"/>
              <a:gd name="connsiteX4" fmla="*/ 3924153 w 4824208"/>
              <a:gd name="connsiteY4" fmla="*/ 242164 h 4627335"/>
              <a:gd name="connsiteX5" fmla="*/ 3501931 w 4824208"/>
              <a:gd name="connsiteY5" fmla="*/ 1821470 h 4627335"/>
              <a:gd name="connsiteX6" fmla="*/ 4824117 w 4824208"/>
              <a:gd name="connsiteY6" fmla="*/ 2094037 h 4627335"/>
              <a:gd name="connsiteX7" fmla="*/ 3585367 w 4824208"/>
              <a:gd name="connsiteY7" fmla="*/ 2566289 h 4627335"/>
              <a:gd name="connsiteX8" fmla="*/ 4549996 w 4824208"/>
              <a:gd name="connsiteY8" fmla="*/ 3742080 h 4627335"/>
              <a:gd name="connsiteX9" fmla="*/ 3070883 w 4824208"/>
              <a:gd name="connsiteY9" fmla="*/ 3227200 h 4627335"/>
              <a:gd name="connsiteX10" fmla="*/ 2769357 w 4824208"/>
              <a:gd name="connsiteY10" fmla="*/ 4626177 h 4627335"/>
              <a:gd name="connsiteX11" fmla="*/ 2017367 w 4824208"/>
              <a:gd name="connsiteY11" fmla="*/ 3201635 h 4627335"/>
              <a:gd name="connsiteX12" fmla="*/ 354842 w 4824208"/>
              <a:gd name="connsiteY12" fmla="*/ 3634046 h 4627335"/>
              <a:gd name="connsiteX13" fmla="*/ 1306698 w 4824208"/>
              <a:gd name="connsiteY13" fmla="*/ 2408290 h 4627335"/>
              <a:gd name="connsiteX14" fmla="*/ -1 w 4824208"/>
              <a:gd name="connsiteY14" fmla="*/ 1326368 h 4627335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55"/>
              <a:gd name="connsiteY0" fmla="*/ 1326370 h 4627337"/>
              <a:gd name="connsiteX1" fmla="*/ 1681472 w 4858855"/>
              <a:gd name="connsiteY1" fmla="*/ 1575065 h 4627337"/>
              <a:gd name="connsiteX2" fmla="*/ 1951479 w 4858855"/>
              <a:gd name="connsiteY2" fmla="*/ 2574 h 4627337"/>
              <a:gd name="connsiteX3" fmla="*/ 2660383 w 4858855"/>
              <a:gd name="connsiteY3" fmla="*/ 1385349 h 4627337"/>
              <a:gd name="connsiteX4" fmla="*/ 3924153 w 4858855"/>
              <a:gd name="connsiteY4" fmla="*/ 242166 h 4627337"/>
              <a:gd name="connsiteX5" fmla="*/ 3501931 w 4858855"/>
              <a:gd name="connsiteY5" fmla="*/ 1821472 h 4627337"/>
              <a:gd name="connsiteX6" fmla="*/ 4858768 w 4858855"/>
              <a:gd name="connsiteY6" fmla="*/ 2100005 h 4627337"/>
              <a:gd name="connsiteX7" fmla="*/ 3585367 w 4858855"/>
              <a:gd name="connsiteY7" fmla="*/ 2566291 h 4627337"/>
              <a:gd name="connsiteX8" fmla="*/ 4549996 w 4858855"/>
              <a:gd name="connsiteY8" fmla="*/ 3742082 h 4627337"/>
              <a:gd name="connsiteX9" fmla="*/ 3070883 w 4858855"/>
              <a:gd name="connsiteY9" fmla="*/ 3227202 h 4627337"/>
              <a:gd name="connsiteX10" fmla="*/ 2769357 w 4858855"/>
              <a:gd name="connsiteY10" fmla="*/ 4626179 h 4627337"/>
              <a:gd name="connsiteX11" fmla="*/ 2017367 w 4858855"/>
              <a:gd name="connsiteY11" fmla="*/ 3201637 h 4627337"/>
              <a:gd name="connsiteX12" fmla="*/ 354842 w 4858855"/>
              <a:gd name="connsiteY12" fmla="*/ 3634048 h 4627337"/>
              <a:gd name="connsiteX13" fmla="*/ 1306698 w 4858855"/>
              <a:gd name="connsiteY13" fmla="*/ 2408292 h 4627337"/>
              <a:gd name="connsiteX14" fmla="*/ -1 w 4858855"/>
              <a:gd name="connsiteY14" fmla="*/ 1326370 h 4627337"/>
              <a:gd name="connsiteX0" fmla="*/ 1 w 4858857"/>
              <a:gd name="connsiteY0" fmla="*/ 1326370 h 4627339"/>
              <a:gd name="connsiteX1" fmla="*/ 1681474 w 4858857"/>
              <a:gd name="connsiteY1" fmla="*/ 1575065 h 4627339"/>
              <a:gd name="connsiteX2" fmla="*/ 1951481 w 4858857"/>
              <a:gd name="connsiteY2" fmla="*/ 2574 h 4627339"/>
              <a:gd name="connsiteX3" fmla="*/ 2660385 w 4858857"/>
              <a:gd name="connsiteY3" fmla="*/ 1385349 h 4627339"/>
              <a:gd name="connsiteX4" fmla="*/ 3924155 w 4858857"/>
              <a:gd name="connsiteY4" fmla="*/ 242166 h 4627339"/>
              <a:gd name="connsiteX5" fmla="*/ 3501933 w 4858857"/>
              <a:gd name="connsiteY5" fmla="*/ 1821472 h 4627339"/>
              <a:gd name="connsiteX6" fmla="*/ 4858770 w 4858857"/>
              <a:gd name="connsiteY6" fmla="*/ 2100005 h 4627339"/>
              <a:gd name="connsiteX7" fmla="*/ 3585369 w 4858857"/>
              <a:gd name="connsiteY7" fmla="*/ 2566291 h 4627339"/>
              <a:gd name="connsiteX8" fmla="*/ 4549998 w 4858857"/>
              <a:gd name="connsiteY8" fmla="*/ 3742082 h 4627339"/>
              <a:gd name="connsiteX9" fmla="*/ 3070885 w 4858857"/>
              <a:gd name="connsiteY9" fmla="*/ 3227202 h 4627339"/>
              <a:gd name="connsiteX10" fmla="*/ 2769359 w 4858857"/>
              <a:gd name="connsiteY10" fmla="*/ 4626179 h 4627339"/>
              <a:gd name="connsiteX11" fmla="*/ 2017369 w 4858857"/>
              <a:gd name="connsiteY11" fmla="*/ 3201637 h 4627339"/>
              <a:gd name="connsiteX12" fmla="*/ 354844 w 4858857"/>
              <a:gd name="connsiteY12" fmla="*/ 3634048 h 4627339"/>
              <a:gd name="connsiteX13" fmla="*/ 1306700 w 4858857"/>
              <a:gd name="connsiteY13" fmla="*/ 2408292 h 4627339"/>
              <a:gd name="connsiteX14" fmla="*/ 1 w 4858857"/>
              <a:gd name="connsiteY14" fmla="*/ 1326370 h 4627339"/>
              <a:gd name="connsiteX0" fmla="*/ -1 w 4858845"/>
              <a:gd name="connsiteY0" fmla="*/ 1326370 h 4627337"/>
              <a:gd name="connsiteX1" fmla="*/ 1681472 w 4858845"/>
              <a:gd name="connsiteY1" fmla="*/ 1575065 h 4627337"/>
              <a:gd name="connsiteX2" fmla="*/ 1951479 w 4858845"/>
              <a:gd name="connsiteY2" fmla="*/ 2574 h 4627337"/>
              <a:gd name="connsiteX3" fmla="*/ 2660383 w 4858845"/>
              <a:gd name="connsiteY3" fmla="*/ 1385349 h 4627337"/>
              <a:gd name="connsiteX4" fmla="*/ 3924153 w 4858845"/>
              <a:gd name="connsiteY4" fmla="*/ 242166 h 4627337"/>
              <a:gd name="connsiteX5" fmla="*/ 3501931 w 4858845"/>
              <a:gd name="connsiteY5" fmla="*/ 1821472 h 4627337"/>
              <a:gd name="connsiteX6" fmla="*/ 4858768 w 4858845"/>
              <a:gd name="connsiteY6" fmla="*/ 2100005 h 4627337"/>
              <a:gd name="connsiteX7" fmla="*/ 3585367 w 4858845"/>
              <a:gd name="connsiteY7" fmla="*/ 2566291 h 4627337"/>
              <a:gd name="connsiteX8" fmla="*/ 4549996 w 4858845"/>
              <a:gd name="connsiteY8" fmla="*/ 3742082 h 4627337"/>
              <a:gd name="connsiteX9" fmla="*/ 3070883 w 4858845"/>
              <a:gd name="connsiteY9" fmla="*/ 3227202 h 4627337"/>
              <a:gd name="connsiteX10" fmla="*/ 2769357 w 4858845"/>
              <a:gd name="connsiteY10" fmla="*/ 4626179 h 4627337"/>
              <a:gd name="connsiteX11" fmla="*/ 2017367 w 4858845"/>
              <a:gd name="connsiteY11" fmla="*/ 3201637 h 4627337"/>
              <a:gd name="connsiteX12" fmla="*/ 354842 w 4858845"/>
              <a:gd name="connsiteY12" fmla="*/ 3634048 h 4627337"/>
              <a:gd name="connsiteX13" fmla="*/ 1306698 w 4858845"/>
              <a:gd name="connsiteY13" fmla="*/ 2408292 h 4627337"/>
              <a:gd name="connsiteX14" fmla="*/ -1 w 4858845"/>
              <a:gd name="connsiteY14" fmla="*/ 1326370 h 4627337"/>
              <a:gd name="connsiteX0" fmla="*/ 1 w 4858847"/>
              <a:gd name="connsiteY0" fmla="*/ 1326583 h 4627552"/>
              <a:gd name="connsiteX1" fmla="*/ 1681474 w 4858847"/>
              <a:gd name="connsiteY1" fmla="*/ 1575278 h 4627552"/>
              <a:gd name="connsiteX2" fmla="*/ 1951481 w 4858847"/>
              <a:gd name="connsiteY2" fmla="*/ 2787 h 4627552"/>
              <a:gd name="connsiteX3" fmla="*/ 2628117 w 4858847"/>
              <a:gd name="connsiteY3" fmla="*/ 1285257 h 4627552"/>
              <a:gd name="connsiteX4" fmla="*/ 3924155 w 4858847"/>
              <a:gd name="connsiteY4" fmla="*/ 242379 h 4627552"/>
              <a:gd name="connsiteX5" fmla="*/ 3501933 w 4858847"/>
              <a:gd name="connsiteY5" fmla="*/ 1821685 h 4627552"/>
              <a:gd name="connsiteX6" fmla="*/ 4858770 w 4858847"/>
              <a:gd name="connsiteY6" fmla="*/ 2100218 h 4627552"/>
              <a:gd name="connsiteX7" fmla="*/ 3585369 w 4858847"/>
              <a:gd name="connsiteY7" fmla="*/ 2566504 h 4627552"/>
              <a:gd name="connsiteX8" fmla="*/ 4549998 w 4858847"/>
              <a:gd name="connsiteY8" fmla="*/ 3742295 h 4627552"/>
              <a:gd name="connsiteX9" fmla="*/ 3070885 w 4858847"/>
              <a:gd name="connsiteY9" fmla="*/ 3227415 h 4627552"/>
              <a:gd name="connsiteX10" fmla="*/ 2769359 w 4858847"/>
              <a:gd name="connsiteY10" fmla="*/ 4626392 h 4627552"/>
              <a:gd name="connsiteX11" fmla="*/ 2017369 w 4858847"/>
              <a:gd name="connsiteY11" fmla="*/ 3201850 h 4627552"/>
              <a:gd name="connsiteX12" fmla="*/ 354844 w 4858847"/>
              <a:gd name="connsiteY12" fmla="*/ 3634261 h 4627552"/>
              <a:gd name="connsiteX13" fmla="*/ 1306700 w 4858847"/>
              <a:gd name="connsiteY13" fmla="*/ 2408505 h 4627552"/>
              <a:gd name="connsiteX14" fmla="*/ 1 w 4858847"/>
              <a:gd name="connsiteY14" fmla="*/ 1326583 h 4627552"/>
              <a:gd name="connsiteX0" fmla="*/ -1 w 4858845"/>
              <a:gd name="connsiteY0" fmla="*/ 1326583 h 4627550"/>
              <a:gd name="connsiteX1" fmla="*/ 1729268 w 4858845"/>
              <a:gd name="connsiteY1" fmla="*/ 1510282 h 4627550"/>
              <a:gd name="connsiteX2" fmla="*/ 1951479 w 4858845"/>
              <a:gd name="connsiteY2" fmla="*/ 2787 h 4627550"/>
              <a:gd name="connsiteX3" fmla="*/ 2628115 w 4858845"/>
              <a:gd name="connsiteY3" fmla="*/ 1285257 h 4627550"/>
              <a:gd name="connsiteX4" fmla="*/ 3924153 w 4858845"/>
              <a:gd name="connsiteY4" fmla="*/ 242379 h 4627550"/>
              <a:gd name="connsiteX5" fmla="*/ 3501931 w 4858845"/>
              <a:gd name="connsiteY5" fmla="*/ 1821685 h 4627550"/>
              <a:gd name="connsiteX6" fmla="*/ 4858768 w 4858845"/>
              <a:gd name="connsiteY6" fmla="*/ 2100218 h 4627550"/>
              <a:gd name="connsiteX7" fmla="*/ 3585367 w 4858845"/>
              <a:gd name="connsiteY7" fmla="*/ 2566504 h 4627550"/>
              <a:gd name="connsiteX8" fmla="*/ 4549996 w 4858845"/>
              <a:gd name="connsiteY8" fmla="*/ 3742295 h 4627550"/>
              <a:gd name="connsiteX9" fmla="*/ 3070883 w 4858845"/>
              <a:gd name="connsiteY9" fmla="*/ 3227415 h 4627550"/>
              <a:gd name="connsiteX10" fmla="*/ 2769357 w 4858845"/>
              <a:gd name="connsiteY10" fmla="*/ 4626392 h 4627550"/>
              <a:gd name="connsiteX11" fmla="*/ 2017367 w 4858845"/>
              <a:gd name="connsiteY11" fmla="*/ 3201850 h 4627550"/>
              <a:gd name="connsiteX12" fmla="*/ 354842 w 4858845"/>
              <a:gd name="connsiteY12" fmla="*/ 3634261 h 4627550"/>
              <a:gd name="connsiteX13" fmla="*/ 1306698 w 4858845"/>
              <a:gd name="connsiteY13" fmla="*/ 2408505 h 4627550"/>
              <a:gd name="connsiteX14" fmla="*/ -1 w 4858845"/>
              <a:gd name="connsiteY14" fmla="*/ 1326583 h 4627550"/>
              <a:gd name="connsiteX0" fmla="*/ 1 w 4858847"/>
              <a:gd name="connsiteY0" fmla="*/ 1326620 h 4627589"/>
              <a:gd name="connsiteX1" fmla="*/ 1729270 w 4858847"/>
              <a:gd name="connsiteY1" fmla="*/ 1510319 h 4627589"/>
              <a:gd name="connsiteX2" fmla="*/ 1951481 w 4858847"/>
              <a:gd name="connsiteY2" fmla="*/ 2824 h 4627589"/>
              <a:gd name="connsiteX3" fmla="*/ 2678273 w 4858847"/>
              <a:gd name="connsiteY3" fmla="*/ 1269160 h 4627589"/>
              <a:gd name="connsiteX4" fmla="*/ 3924155 w 4858847"/>
              <a:gd name="connsiteY4" fmla="*/ 242416 h 4627589"/>
              <a:gd name="connsiteX5" fmla="*/ 3501933 w 4858847"/>
              <a:gd name="connsiteY5" fmla="*/ 1821722 h 4627589"/>
              <a:gd name="connsiteX6" fmla="*/ 4858770 w 4858847"/>
              <a:gd name="connsiteY6" fmla="*/ 2100255 h 4627589"/>
              <a:gd name="connsiteX7" fmla="*/ 3585369 w 4858847"/>
              <a:gd name="connsiteY7" fmla="*/ 2566541 h 4627589"/>
              <a:gd name="connsiteX8" fmla="*/ 4549998 w 4858847"/>
              <a:gd name="connsiteY8" fmla="*/ 3742332 h 4627589"/>
              <a:gd name="connsiteX9" fmla="*/ 3070885 w 4858847"/>
              <a:gd name="connsiteY9" fmla="*/ 3227452 h 4627589"/>
              <a:gd name="connsiteX10" fmla="*/ 2769359 w 4858847"/>
              <a:gd name="connsiteY10" fmla="*/ 4626429 h 4627589"/>
              <a:gd name="connsiteX11" fmla="*/ 2017369 w 4858847"/>
              <a:gd name="connsiteY11" fmla="*/ 3201887 h 4627589"/>
              <a:gd name="connsiteX12" fmla="*/ 354844 w 4858847"/>
              <a:gd name="connsiteY12" fmla="*/ 3634298 h 4627589"/>
              <a:gd name="connsiteX13" fmla="*/ 1306700 w 4858847"/>
              <a:gd name="connsiteY13" fmla="*/ 2408542 h 4627589"/>
              <a:gd name="connsiteX14" fmla="*/ 1 w 4858847"/>
              <a:gd name="connsiteY14" fmla="*/ 1326620 h 4627589"/>
              <a:gd name="connsiteX0" fmla="*/ -1 w 4858845"/>
              <a:gd name="connsiteY0" fmla="*/ 1326722 h 4627689"/>
              <a:gd name="connsiteX1" fmla="*/ 1729268 w 4858845"/>
              <a:gd name="connsiteY1" fmla="*/ 1510421 h 4627689"/>
              <a:gd name="connsiteX2" fmla="*/ 1951479 w 4858845"/>
              <a:gd name="connsiteY2" fmla="*/ 2926 h 4627689"/>
              <a:gd name="connsiteX3" fmla="*/ 2682153 w 4858845"/>
              <a:gd name="connsiteY3" fmla="*/ 1227936 h 4627689"/>
              <a:gd name="connsiteX4" fmla="*/ 3924153 w 4858845"/>
              <a:gd name="connsiteY4" fmla="*/ 242518 h 4627689"/>
              <a:gd name="connsiteX5" fmla="*/ 3501931 w 4858845"/>
              <a:gd name="connsiteY5" fmla="*/ 1821824 h 4627689"/>
              <a:gd name="connsiteX6" fmla="*/ 4858768 w 4858845"/>
              <a:gd name="connsiteY6" fmla="*/ 2100357 h 4627689"/>
              <a:gd name="connsiteX7" fmla="*/ 3585367 w 4858845"/>
              <a:gd name="connsiteY7" fmla="*/ 2566643 h 4627689"/>
              <a:gd name="connsiteX8" fmla="*/ 4549996 w 4858845"/>
              <a:gd name="connsiteY8" fmla="*/ 3742434 h 4627689"/>
              <a:gd name="connsiteX9" fmla="*/ 3070883 w 4858845"/>
              <a:gd name="connsiteY9" fmla="*/ 3227554 h 4627689"/>
              <a:gd name="connsiteX10" fmla="*/ 2769357 w 4858845"/>
              <a:gd name="connsiteY10" fmla="*/ 4626531 h 4627689"/>
              <a:gd name="connsiteX11" fmla="*/ 2017367 w 4858845"/>
              <a:gd name="connsiteY11" fmla="*/ 3201989 h 4627689"/>
              <a:gd name="connsiteX12" fmla="*/ 354842 w 4858845"/>
              <a:gd name="connsiteY12" fmla="*/ 3634400 h 4627689"/>
              <a:gd name="connsiteX13" fmla="*/ 1306698 w 4858845"/>
              <a:gd name="connsiteY13" fmla="*/ 2408644 h 4627689"/>
              <a:gd name="connsiteX14" fmla="*/ -1 w 4858845"/>
              <a:gd name="connsiteY14" fmla="*/ 1326722 h 4627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858845" h="4627689">
                <a:moveTo>
                  <a:pt x="-1" y="1326722"/>
                </a:moveTo>
                <a:cubicBezTo>
                  <a:pt x="633321" y="1386803"/>
                  <a:pt x="1422331" y="1489110"/>
                  <a:pt x="1729268" y="1510421"/>
                </a:cubicBezTo>
                <a:cubicBezTo>
                  <a:pt x="1838388" y="1104512"/>
                  <a:pt x="1849623" y="188812"/>
                  <a:pt x="1951479" y="2926"/>
                </a:cubicBezTo>
                <a:cubicBezTo>
                  <a:pt x="1954761" y="-63939"/>
                  <a:pt x="2603697" y="1034996"/>
                  <a:pt x="2682153" y="1227936"/>
                </a:cubicBezTo>
                <a:cubicBezTo>
                  <a:pt x="3132575" y="810608"/>
                  <a:pt x="3766488" y="313694"/>
                  <a:pt x="3924153" y="242518"/>
                </a:cubicBezTo>
                <a:cubicBezTo>
                  <a:pt x="3844660" y="676883"/>
                  <a:pt x="3460638" y="1725148"/>
                  <a:pt x="3501931" y="1821824"/>
                </a:cubicBezTo>
                <a:cubicBezTo>
                  <a:pt x="3736210" y="1856001"/>
                  <a:pt x="4727255" y="1997138"/>
                  <a:pt x="4858768" y="2100357"/>
                </a:cubicBezTo>
                <a:cubicBezTo>
                  <a:pt x="4868100" y="2242594"/>
                  <a:pt x="4037744" y="2385170"/>
                  <a:pt x="3585367" y="2566643"/>
                </a:cubicBezTo>
                <a:cubicBezTo>
                  <a:pt x="3779726" y="2810820"/>
                  <a:pt x="4357567" y="3385338"/>
                  <a:pt x="4549996" y="3742434"/>
                </a:cubicBezTo>
                <a:cubicBezTo>
                  <a:pt x="4377750" y="3753626"/>
                  <a:pt x="3367928" y="3296337"/>
                  <a:pt x="3070883" y="3227554"/>
                </a:cubicBezTo>
                <a:cubicBezTo>
                  <a:pt x="3024507" y="3542861"/>
                  <a:pt x="2850188" y="4337729"/>
                  <a:pt x="2769357" y="4626531"/>
                </a:cubicBezTo>
                <a:cubicBezTo>
                  <a:pt x="2633062" y="4675001"/>
                  <a:pt x="2081636" y="3188308"/>
                  <a:pt x="2017367" y="3201989"/>
                </a:cubicBezTo>
                <a:cubicBezTo>
                  <a:pt x="1885985" y="3196322"/>
                  <a:pt x="500172" y="3770483"/>
                  <a:pt x="354842" y="3634400"/>
                </a:cubicBezTo>
                <a:cubicBezTo>
                  <a:pt x="407329" y="3527906"/>
                  <a:pt x="1071571" y="2713522"/>
                  <a:pt x="1306698" y="2408644"/>
                </a:cubicBezTo>
                <a:cubicBezTo>
                  <a:pt x="1218705" y="2337313"/>
                  <a:pt x="52034" y="1463538"/>
                  <a:pt x="-1" y="1326722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89" y="970539"/>
            <a:ext cx="3672139" cy="21163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3102503"/>
            <a:ext cx="2694536" cy="274919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9660" y="6356350"/>
            <a:ext cx="2173481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73141" y="6356350"/>
            <a:ext cx="1252515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E86D9B6D-77DB-9ADE-2F02-1C7FDB54C62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-60000">
            <a:off x="5326181" y="503529"/>
            <a:ext cx="6470404" cy="6381741"/>
          </a:xfrm>
          <a:custGeom>
            <a:avLst/>
            <a:gdLst>
              <a:gd name="connsiteX0" fmla="*/ 263541 w 6470404"/>
              <a:gd name="connsiteY0" fmla="*/ 0 h 6381741"/>
              <a:gd name="connsiteX1" fmla="*/ 6470404 w 6470404"/>
              <a:gd name="connsiteY1" fmla="*/ 418971 h 6381741"/>
              <a:gd name="connsiteX2" fmla="*/ 6058123 w 6470404"/>
              <a:gd name="connsiteY2" fmla="*/ 6381741 h 6381741"/>
              <a:gd name="connsiteX3" fmla="*/ 0 w 6470404"/>
              <a:gd name="connsiteY3" fmla="*/ 5981218 h 6381741"/>
              <a:gd name="connsiteX4" fmla="*/ 8833 w 6470404"/>
              <a:gd name="connsiteY4" fmla="*/ 5781428 h 6381741"/>
              <a:gd name="connsiteX5" fmla="*/ 13710 w 6470404"/>
              <a:gd name="connsiteY5" fmla="*/ 5661968 h 6381741"/>
              <a:gd name="connsiteX6" fmla="*/ 26674 w 6470404"/>
              <a:gd name="connsiteY6" fmla="*/ 5664322 h 6381741"/>
              <a:gd name="connsiteX7" fmla="*/ 296409 w 6470404"/>
              <a:gd name="connsiteY7" fmla="*/ 5699488 h 6381741"/>
              <a:gd name="connsiteX8" fmla="*/ 102515 w 6470404"/>
              <a:gd name="connsiteY8" fmla="*/ 5469989 h 6381741"/>
              <a:gd name="connsiteX9" fmla="*/ 24411 w 6470404"/>
              <a:gd name="connsiteY9" fmla="*/ 5387472 h 6381741"/>
              <a:gd name="connsiteX10" fmla="*/ 25185 w 6470404"/>
              <a:gd name="connsiteY10" fmla="*/ 5367338 h 6381741"/>
              <a:gd name="connsiteX11" fmla="*/ 37950 w 6470404"/>
              <a:gd name="connsiteY11" fmla="*/ 5027262 h 6381741"/>
              <a:gd name="connsiteX12" fmla="*/ 38343 w 6470404"/>
              <a:gd name="connsiteY12" fmla="*/ 5016631 h 6381741"/>
              <a:gd name="connsiteX13" fmla="*/ 94366 w 6470404"/>
              <a:gd name="connsiteY13" fmla="*/ 4964535 h 6381741"/>
              <a:gd name="connsiteX14" fmla="*/ 414068 w 6470404"/>
              <a:gd name="connsiteY14" fmla="*/ 4664176 h 6381741"/>
              <a:gd name="connsiteX15" fmla="*/ 166546 w 6470404"/>
              <a:gd name="connsiteY15" fmla="*/ 4692305 h 6381741"/>
              <a:gd name="connsiteX16" fmla="*/ 49514 w 6470404"/>
              <a:gd name="connsiteY16" fmla="*/ 4714276 h 6381741"/>
              <a:gd name="connsiteX17" fmla="*/ 52039 w 6470404"/>
              <a:gd name="connsiteY17" fmla="*/ 4645777 h 6381741"/>
              <a:gd name="connsiteX18" fmla="*/ 263541 w 6470404"/>
              <a:gd name="connsiteY18" fmla="*/ 0 h 6381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470404" h="6381741">
                <a:moveTo>
                  <a:pt x="263541" y="0"/>
                </a:moveTo>
                <a:lnTo>
                  <a:pt x="6470404" y="418971"/>
                </a:lnTo>
                <a:lnTo>
                  <a:pt x="6058123" y="6381741"/>
                </a:lnTo>
                <a:lnTo>
                  <a:pt x="0" y="5981218"/>
                </a:lnTo>
                <a:cubicBezTo>
                  <a:pt x="2649" y="5925958"/>
                  <a:pt x="5601" y="5858895"/>
                  <a:pt x="8833" y="5781428"/>
                </a:cubicBezTo>
                <a:lnTo>
                  <a:pt x="13710" y="5661968"/>
                </a:lnTo>
                <a:lnTo>
                  <a:pt x="26674" y="5664322"/>
                </a:lnTo>
                <a:cubicBezTo>
                  <a:pt x="173708" y="5690087"/>
                  <a:pt x="307148" y="5709658"/>
                  <a:pt x="296409" y="5699488"/>
                </a:cubicBezTo>
                <a:cubicBezTo>
                  <a:pt x="279898" y="5655665"/>
                  <a:pt x="195687" y="5566936"/>
                  <a:pt x="102515" y="5469989"/>
                </a:cubicBezTo>
                <a:lnTo>
                  <a:pt x="24411" y="5387472"/>
                </a:lnTo>
                <a:lnTo>
                  <a:pt x="25185" y="5367338"/>
                </a:lnTo>
                <a:cubicBezTo>
                  <a:pt x="29204" y="5261815"/>
                  <a:pt x="33466" y="5147990"/>
                  <a:pt x="37950" y="5027262"/>
                </a:cubicBezTo>
                <a:lnTo>
                  <a:pt x="38343" y="5016631"/>
                </a:lnTo>
                <a:lnTo>
                  <a:pt x="94366" y="4964535"/>
                </a:lnTo>
                <a:cubicBezTo>
                  <a:pt x="196936" y="4869268"/>
                  <a:pt x="312872" y="4761715"/>
                  <a:pt x="414068" y="4664176"/>
                </a:cubicBezTo>
                <a:cubicBezTo>
                  <a:pt x="391249" y="4655955"/>
                  <a:pt x="288573" y="4670473"/>
                  <a:pt x="166546" y="4692305"/>
                </a:cubicBezTo>
                <a:lnTo>
                  <a:pt x="49514" y="4714276"/>
                </a:lnTo>
                <a:lnTo>
                  <a:pt x="52039" y="4645777"/>
                </a:lnTo>
                <a:cubicBezTo>
                  <a:pt x="108406" y="3114781"/>
                  <a:pt x="190860" y="856243"/>
                  <a:pt x="263541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6C44693-C69D-4576-2193-CF5BB3785B93}"/>
              </a:ext>
            </a:extLst>
          </p:cNvPr>
          <p:cNvGrpSpPr/>
          <p:nvPr/>
        </p:nvGrpSpPr>
        <p:grpSpPr>
          <a:xfrm>
            <a:off x="4528770" y="5602945"/>
            <a:ext cx="511470" cy="258450"/>
            <a:chOff x="1162566" y="1754387"/>
            <a:chExt cx="619238" cy="312906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C16810E-FBD3-2782-B418-0B7CBB547BF5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74EA105-50A2-B88F-772C-D7703D52DE69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3A381B1-068D-C74E-25E1-0D42A2052FEA}"/>
                </a:ext>
              </a:extLst>
            </p:cNvPr>
            <p:cNvSpPr/>
            <p:nvPr/>
          </p:nvSpPr>
          <p:spPr>
            <a:xfrm rot="21262796" flipV="1">
              <a:off x="1505310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CEFB066-0FBA-B2D3-4528-4C85B1A9AF37}"/>
                </a:ext>
              </a:extLst>
            </p:cNvPr>
            <p:cNvSpPr/>
            <p:nvPr/>
          </p:nvSpPr>
          <p:spPr>
            <a:xfrm rot="18622065" flipV="1">
              <a:off x="1641096" y="1843587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EE2C089-1D47-C9AE-CEE0-846B87832EDF}"/>
              </a:ext>
            </a:extLst>
          </p:cNvPr>
          <p:cNvSpPr/>
          <p:nvPr/>
        </p:nvSpPr>
        <p:spPr>
          <a:xfrm>
            <a:off x="4733078" y="5936343"/>
            <a:ext cx="134669" cy="45719"/>
          </a:xfrm>
          <a:custGeom>
            <a:avLst/>
            <a:gdLst>
              <a:gd name="connsiteX0" fmla="*/ 7177 w 337329"/>
              <a:gd name="connsiteY0" fmla="*/ 89885 h 247879"/>
              <a:gd name="connsiteX1" fmla="*/ 31377 w 337329"/>
              <a:gd name="connsiteY1" fmla="*/ 247182 h 247879"/>
              <a:gd name="connsiteX2" fmla="*/ 256088 w 337329"/>
              <a:gd name="connsiteY2" fmla="*/ 146927 h 247879"/>
              <a:gd name="connsiteX3" fmla="*/ 283744 w 337329"/>
              <a:gd name="connsiteY3" fmla="*/ 131370 h 247879"/>
              <a:gd name="connsiteX4" fmla="*/ 337329 w 337329"/>
              <a:gd name="connsiteY4" fmla="*/ 0 h 247879"/>
              <a:gd name="connsiteX0" fmla="*/ 7177 w 283744"/>
              <a:gd name="connsiteY0" fmla="*/ 0 h 157994"/>
              <a:gd name="connsiteX1" fmla="*/ 31377 w 283744"/>
              <a:gd name="connsiteY1" fmla="*/ 157297 h 157994"/>
              <a:gd name="connsiteX2" fmla="*/ 256088 w 283744"/>
              <a:gd name="connsiteY2" fmla="*/ 57042 h 157994"/>
              <a:gd name="connsiteX3" fmla="*/ 283744 w 283744"/>
              <a:gd name="connsiteY3" fmla="*/ 41485 h 157994"/>
              <a:gd name="connsiteX0" fmla="*/ 8640 w 285207"/>
              <a:gd name="connsiteY0" fmla="*/ 0 h 157643"/>
              <a:gd name="connsiteX1" fmla="*/ 32840 w 285207"/>
              <a:gd name="connsiteY1" fmla="*/ 157297 h 157643"/>
              <a:gd name="connsiteX2" fmla="*/ 285207 w 285207"/>
              <a:gd name="connsiteY2" fmla="*/ 41485 h 157643"/>
              <a:gd name="connsiteX0" fmla="*/ 8640 w 285207"/>
              <a:gd name="connsiteY0" fmla="*/ 0 h 158393"/>
              <a:gd name="connsiteX1" fmla="*/ 32840 w 285207"/>
              <a:gd name="connsiteY1" fmla="*/ 157297 h 158393"/>
              <a:gd name="connsiteX2" fmla="*/ 285207 w 285207"/>
              <a:gd name="connsiteY2" fmla="*/ 41485 h 158393"/>
              <a:gd name="connsiteX0" fmla="*/ 1000 w 277567"/>
              <a:gd name="connsiteY0" fmla="*/ 0 h 165132"/>
              <a:gd name="connsiteX1" fmla="*/ 87428 w 277567"/>
              <a:gd name="connsiteY1" fmla="*/ 164212 h 165132"/>
              <a:gd name="connsiteX2" fmla="*/ 277567 w 277567"/>
              <a:gd name="connsiteY2" fmla="*/ 41485 h 165132"/>
              <a:gd name="connsiteX0" fmla="*/ 1000 w 277604"/>
              <a:gd name="connsiteY0" fmla="*/ 0 h 165033"/>
              <a:gd name="connsiteX1" fmla="*/ 87428 w 277604"/>
              <a:gd name="connsiteY1" fmla="*/ 164212 h 165033"/>
              <a:gd name="connsiteX2" fmla="*/ 277567 w 277604"/>
              <a:gd name="connsiteY2" fmla="*/ 41485 h 165033"/>
              <a:gd name="connsiteX0" fmla="*/ 515 w 277141"/>
              <a:gd name="connsiteY0" fmla="*/ 0 h 158261"/>
              <a:gd name="connsiteX1" fmla="*/ 140528 w 277141"/>
              <a:gd name="connsiteY1" fmla="*/ 157298 h 158261"/>
              <a:gd name="connsiteX2" fmla="*/ 277082 w 277141"/>
              <a:gd name="connsiteY2" fmla="*/ 41485 h 158261"/>
              <a:gd name="connsiteX0" fmla="*/ 916 w 277522"/>
              <a:gd name="connsiteY0" fmla="*/ 0 h 117784"/>
              <a:gd name="connsiteX1" fmla="*/ 92530 w 277522"/>
              <a:gd name="connsiteY1" fmla="*/ 112355 h 117784"/>
              <a:gd name="connsiteX2" fmla="*/ 277483 w 277522"/>
              <a:gd name="connsiteY2" fmla="*/ 41485 h 117784"/>
              <a:gd name="connsiteX0" fmla="*/ 817 w 230766"/>
              <a:gd name="connsiteY0" fmla="*/ 0 h 112925"/>
              <a:gd name="connsiteX1" fmla="*/ 92431 w 230766"/>
              <a:gd name="connsiteY1" fmla="*/ 112355 h 112925"/>
              <a:gd name="connsiteX2" fmla="*/ 230713 w 230766"/>
              <a:gd name="connsiteY2" fmla="*/ 17286 h 112925"/>
              <a:gd name="connsiteX0" fmla="*/ 750 w 192694"/>
              <a:gd name="connsiteY0" fmla="*/ 0 h 112462"/>
              <a:gd name="connsiteX1" fmla="*/ 92364 w 192694"/>
              <a:gd name="connsiteY1" fmla="*/ 112355 h 112462"/>
              <a:gd name="connsiteX2" fmla="*/ 192618 w 192694"/>
              <a:gd name="connsiteY2" fmla="*/ 8643 h 112462"/>
              <a:gd name="connsiteX0" fmla="*/ 717 w 192665"/>
              <a:gd name="connsiteY0" fmla="*/ 0 h 97264"/>
              <a:gd name="connsiteX1" fmla="*/ 95788 w 192665"/>
              <a:gd name="connsiteY1" fmla="*/ 96799 h 97264"/>
              <a:gd name="connsiteX2" fmla="*/ 192585 w 192665"/>
              <a:gd name="connsiteY2" fmla="*/ 8643 h 97264"/>
              <a:gd name="connsiteX0" fmla="*/ 717 w 192665"/>
              <a:gd name="connsiteY0" fmla="*/ 0 h 112462"/>
              <a:gd name="connsiteX1" fmla="*/ 95788 w 192665"/>
              <a:gd name="connsiteY1" fmla="*/ 112355 h 112462"/>
              <a:gd name="connsiteX2" fmla="*/ 192585 w 192665"/>
              <a:gd name="connsiteY2" fmla="*/ 8643 h 112462"/>
              <a:gd name="connsiteX0" fmla="*/ 0 w 191948"/>
              <a:gd name="connsiteY0" fmla="*/ 0 h 112462"/>
              <a:gd name="connsiteX1" fmla="*/ 95071 w 191948"/>
              <a:gd name="connsiteY1" fmla="*/ 112355 h 112462"/>
              <a:gd name="connsiteX2" fmla="*/ 191868 w 191948"/>
              <a:gd name="connsiteY2" fmla="*/ 8643 h 112462"/>
              <a:gd name="connsiteX0" fmla="*/ 0 w 202321"/>
              <a:gd name="connsiteY0" fmla="*/ 6914 h 103741"/>
              <a:gd name="connsiteX1" fmla="*/ 105442 w 202321"/>
              <a:gd name="connsiteY1" fmla="*/ 103712 h 103741"/>
              <a:gd name="connsiteX2" fmla="*/ 202239 w 202321"/>
              <a:gd name="connsiteY2" fmla="*/ 0 h 103741"/>
              <a:gd name="connsiteX0" fmla="*/ 0 w 202321"/>
              <a:gd name="connsiteY0" fmla="*/ 6914 h 103732"/>
              <a:gd name="connsiteX1" fmla="*/ 105442 w 202321"/>
              <a:gd name="connsiteY1" fmla="*/ 103712 h 103732"/>
              <a:gd name="connsiteX2" fmla="*/ 202239 w 202321"/>
              <a:gd name="connsiteY2" fmla="*/ 0 h 103732"/>
              <a:gd name="connsiteX0" fmla="*/ 0 w 202321"/>
              <a:gd name="connsiteY0" fmla="*/ 6914 h 103734"/>
              <a:gd name="connsiteX1" fmla="*/ 105442 w 202321"/>
              <a:gd name="connsiteY1" fmla="*/ 103712 h 103734"/>
              <a:gd name="connsiteX2" fmla="*/ 202239 w 202321"/>
              <a:gd name="connsiteY2" fmla="*/ 0 h 103734"/>
              <a:gd name="connsiteX0" fmla="*/ 0 w 202239"/>
              <a:gd name="connsiteY0" fmla="*/ 6914 h 103734"/>
              <a:gd name="connsiteX1" fmla="*/ 105442 w 202239"/>
              <a:gd name="connsiteY1" fmla="*/ 103712 h 103734"/>
              <a:gd name="connsiteX2" fmla="*/ 202239 w 202239"/>
              <a:gd name="connsiteY2" fmla="*/ 0 h 103734"/>
              <a:gd name="connsiteX0" fmla="*/ 0 w 202239"/>
              <a:gd name="connsiteY0" fmla="*/ 6914 h 91643"/>
              <a:gd name="connsiteX1" fmla="*/ 107170 w 202239"/>
              <a:gd name="connsiteY1" fmla="*/ 91612 h 91643"/>
              <a:gd name="connsiteX2" fmla="*/ 202239 w 202239"/>
              <a:gd name="connsiteY2" fmla="*/ 0 h 91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2239" h="91643">
                <a:moveTo>
                  <a:pt x="0" y="6914"/>
                </a:moveTo>
                <a:cubicBezTo>
                  <a:pt x="25926" y="61795"/>
                  <a:pt x="73464" y="92764"/>
                  <a:pt x="107170" y="91612"/>
                </a:cubicBezTo>
                <a:cubicBezTo>
                  <a:pt x="140876" y="90460"/>
                  <a:pt x="196335" y="69070"/>
                  <a:pt x="202239" y="0"/>
                </a:cubicBezTo>
              </a:path>
            </a:pathLst>
          </a:custGeom>
          <a:noFill/>
          <a:ln w="53975" cap="rnd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38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393947"/>
            <a:ext cx="4317777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1866073"/>
            <a:ext cx="4317777" cy="41848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A947E307-FD1B-B59C-8656-08EC231E2D7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08607" y="715327"/>
            <a:ext cx="6174128" cy="5170603"/>
          </a:xfrm>
          <a:custGeom>
            <a:avLst/>
            <a:gdLst>
              <a:gd name="connsiteX0" fmla="*/ 194215 w 6174128"/>
              <a:gd name="connsiteY0" fmla="*/ 0 h 5170603"/>
              <a:gd name="connsiteX1" fmla="*/ 6164780 w 6174128"/>
              <a:gd name="connsiteY1" fmla="*/ 136351 h 5170603"/>
              <a:gd name="connsiteX2" fmla="*/ 6174128 w 6174128"/>
              <a:gd name="connsiteY2" fmla="*/ 380097 h 5170603"/>
              <a:gd name="connsiteX3" fmla="*/ 6025458 w 6174128"/>
              <a:gd name="connsiteY3" fmla="*/ 5170603 h 5170603"/>
              <a:gd name="connsiteX4" fmla="*/ 550169 w 6174128"/>
              <a:gd name="connsiteY4" fmla="*/ 5018512 h 5170603"/>
              <a:gd name="connsiteX5" fmla="*/ 421477 w 6174128"/>
              <a:gd name="connsiteY5" fmla="*/ 5009858 h 5170603"/>
              <a:gd name="connsiteX6" fmla="*/ 92991 w 6174128"/>
              <a:gd name="connsiteY6" fmla="*/ 4857238 h 5170603"/>
              <a:gd name="connsiteX7" fmla="*/ 0 w 6174128"/>
              <a:gd name="connsiteY7" fmla="*/ 4817341 h 5170603"/>
              <a:gd name="connsiteX8" fmla="*/ 5212 w 6174128"/>
              <a:gd name="connsiteY8" fmla="*/ 4689916 h 5170603"/>
              <a:gd name="connsiteX9" fmla="*/ 194215 w 6174128"/>
              <a:gd name="connsiteY9" fmla="*/ 0 h 5170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74128" h="5170603">
                <a:moveTo>
                  <a:pt x="194215" y="0"/>
                </a:moveTo>
                <a:cubicBezTo>
                  <a:pt x="1962445" y="4679"/>
                  <a:pt x="4580303" y="83224"/>
                  <a:pt x="6164780" y="136351"/>
                </a:cubicBezTo>
                <a:cubicBezTo>
                  <a:pt x="6175983" y="128528"/>
                  <a:pt x="6172419" y="326204"/>
                  <a:pt x="6174128" y="380097"/>
                </a:cubicBezTo>
                <a:cubicBezTo>
                  <a:pt x="6150907" y="1219140"/>
                  <a:pt x="6123269" y="3319304"/>
                  <a:pt x="6025458" y="5170603"/>
                </a:cubicBezTo>
                <a:cubicBezTo>
                  <a:pt x="4749495" y="5170818"/>
                  <a:pt x="1803684" y="5098090"/>
                  <a:pt x="550169" y="5018512"/>
                </a:cubicBezTo>
                <a:lnTo>
                  <a:pt x="421477" y="5009858"/>
                </a:lnTo>
                <a:lnTo>
                  <a:pt x="92991" y="4857238"/>
                </a:lnTo>
                <a:lnTo>
                  <a:pt x="0" y="4817341"/>
                </a:lnTo>
                <a:lnTo>
                  <a:pt x="5212" y="4689916"/>
                </a:lnTo>
                <a:cubicBezTo>
                  <a:pt x="62369" y="3264627"/>
                  <a:pt x="137898" y="998491"/>
                  <a:pt x="19421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14C0A5A-5E29-5179-0BFE-C6BDBDE1E6DE}"/>
              </a:ext>
            </a:extLst>
          </p:cNvPr>
          <p:cNvSpPr/>
          <p:nvPr/>
        </p:nvSpPr>
        <p:spPr>
          <a:xfrm rot="1478417">
            <a:off x="5226311" y="5728725"/>
            <a:ext cx="2131513" cy="1040024"/>
          </a:xfrm>
          <a:custGeom>
            <a:avLst/>
            <a:gdLst>
              <a:gd name="connsiteX0" fmla="*/ 60961 w 4809470"/>
              <a:gd name="connsiteY0" fmla="*/ 0 h 3178596"/>
              <a:gd name="connsiteX1" fmla="*/ 4792129 w 4809470"/>
              <a:gd name="connsiteY1" fmla="*/ 390938 h 3178596"/>
              <a:gd name="connsiteX2" fmla="*/ 4807287 w 4809470"/>
              <a:gd name="connsiteY2" fmla="*/ 588882 h 3178596"/>
              <a:gd name="connsiteX3" fmla="*/ 4614824 w 4809470"/>
              <a:gd name="connsiteY3" fmla="*/ 1612192 h 3178596"/>
              <a:gd name="connsiteX4" fmla="*/ 1976024 w 4809470"/>
              <a:gd name="connsiteY4" fmla="*/ 3156896 h 3178596"/>
              <a:gd name="connsiteX5" fmla="*/ 18719 w 4809470"/>
              <a:gd name="connsiteY5" fmla="*/ 821586 h 3178596"/>
              <a:gd name="connsiteX6" fmla="*/ 34223 w 4809470"/>
              <a:gd name="connsiteY6" fmla="*/ 119143 h 3178596"/>
              <a:gd name="connsiteX0" fmla="*/ 34223 w 4809470"/>
              <a:gd name="connsiteY0" fmla="*/ 0 h 3059453"/>
              <a:gd name="connsiteX1" fmla="*/ 4792129 w 4809470"/>
              <a:gd name="connsiteY1" fmla="*/ 271795 h 3059453"/>
              <a:gd name="connsiteX2" fmla="*/ 4807287 w 4809470"/>
              <a:gd name="connsiteY2" fmla="*/ 469739 h 3059453"/>
              <a:gd name="connsiteX3" fmla="*/ 4614824 w 4809470"/>
              <a:gd name="connsiteY3" fmla="*/ 1493049 h 3059453"/>
              <a:gd name="connsiteX4" fmla="*/ 1976024 w 4809470"/>
              <a:gd name="connsiteY4" fmla="*/ 3037753 h 3059453"/>
              <a:gd name="connsiteX5" fmla="*/ 18719 w 4809470"/>
              <a:gd name="connsiteY5" fmla="*/ 702443 h 3059453"/>
              <a:gd name="connsiteX6" fmla="*/ 34223 w 4809470"/>
              <a:gd name="connsiteY6" fmla="*/ 0 h 3059453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809793 w 4811976"/>
              <a:gd name="connsiteY2" fmla="*/ 393308 h 2983022"/>
              <a:gd name="connsiteX3" fmla="*/ 4617330 w 4811976"/>
              <a:gd name="connsiteY3" fmla="*/ 1416618 h 2983022"/>
              <a:gd name="connsiteX4" fmla="*/ 1978530 w 4811976"/>
              <a:gd name="connsiteY4" fmla="*/ 2961322 h 2983022"/>
              <a:gd name="connsiteX5" fmla="*/ 21225 w 4811976"/>
              <a:gd name="connsiteY5" fmla="*/ 626012 h 2983022"/>
              <a:gd name="connsiteX6" fmla="*/ 30413 w 4811976"/>
              <a:gd name="connsiteY6" fmla="*/ 0 h 2983022"/>
              <a:gd name="connsiteX0" fmla="*/ 30413 w 4811976"/>
              <a:gd name="connsiteY0" fmla="*/ 0 h 2983022"/>
              <a:gd name="connsiteX1" fmla="*/ 4794635 w 4811976"/>
              <a:gd name="connsiteY1" fmla="*/ 195364 h 2983022"/>
              <a:gd name="connsiteX2" fmla="*/ 4711079 w 4811976"/>
              <a:gd name="connsiteY2" fmla="*/ 101695 h 2983022"/>
              <a:gd name="connsiteX3" fmla="*/ 4809793 w 4811976"/>
              <a:gd name="connsiteY3" fmla="*/ 393308 h 2983022"/>
              <a:gd name="connsiteX4" fmla="*/ 4617330 w 4811976"/>
              <a:gd name="connsiteY4" fmla="*/ 1416618 h 2983022"/>
              <a:gd name="connsiteX5" fmla="*/ 1978530 w 4811976"/>
              <a:gd name="connsiteY5" fmla="*/ 2961322 h 2983022"/>
              <a:gd name="connsiteX6" fmla="*/ 21225 w 4811976"/>
              <a:gd name="connsiteY6" fmla="*/ 626012 h 2983022"/>
              <a:gd name="connsiteX7" fmla="*/ 30413 w 4811976"/>
              <a:gd name="connsiteY7" fmla="*/ 0 h 2983022"/>
              <a:gd name="connsiteX0" fmla="*/ 30413 w 5159423"/>
              <a:gd name="connsiteY0" fmla="*/ 0 h 2983022"/>
              <a:gd name="connsiteX1" fmla="*/ 4794635 w 5159423"/>
              <a:gd name="connsiteY1" fmla="*/ 195364 h 2983022"/>
              <a:gd name="connsiteX2" fmla="*/ 4809793 w 5159423"/>
              <a:gd name="connsiteY2" fmla="*/ 393308 h 2983022"/>
              <a:gd name="connsiteX3" fmla="*/ 4617330 w 5159423"/>
              <a:gd name="connsiteY3" fmla="*/ 1416618 h 2983022"/>
              <a:gd name="connsiteX4" fmla="*/ 1978530 w 5159423"/>
              <a:gd name="connsiteY4" fmla="*/ 2961322 h 2983022"/>
              <a:gd name="connsiteX5" fmla="*/ 21225 w 5159423"/>
              <a:gd name="connsiteY5" fmla="*/ 626012 h 2983022"/>
              <a:gd name="connsiteX6" fmla="*/ 30413 w 5159423"/>
              <a:gd name="connsiteY6" fmla="*/ 0 h 2983022"/>
              <a:gd name="connsiteX0" fmla="*/ 30413 w 5099315"/>
              <a:gd name="connsiteY0" fmla="*/ 0 h 2983022"/>
              <a:gd name="connsiteX1" fmla="*/ 4709797 w 5099315"/>
              <a:gd name="connsiteY1" fmla="*/ 75883 h 2983022"/>
              <a:gd name="connsiteX2" fmla="*/ 4809793 w 5099315"/>
              <a:gd name="connsiteY2" fmla="*/ 393308 h 2983022"/>
              <a:gd name="connsiteX3" fmla="*/ 4617330 w 5099315"/>
              <a:gd name="connsiteY3" fmla="*/ 1416618 h 2983022"/>
              <a:gd name="connsiteX4" fmla="*/ 1978530 w 5099315"/>
              <a:gd name="connsiteY4" fmla="*/ 2961322 h 2983022"/>
              <a:gd name="connsiteX5" fmla="*/ 21225 w 5099315"/>
              <a:gd name="connsiteY5" fmla="*/ 626012 h 2983022"/>
              <a:gd name="connsiteX6" fmla="*/ 30413 w 5099315"/>
              <a:gd name="connsiteY6" fmla="*/ 0 h 2983022"/>
              <a:gd name="connsiteX0" fmla="*/ 30413 w 4816479"/>
              <a:gd name="connsiteY0" fmla="*/ 0 h 2983022"/>
              <a:gd name="connsiteX1" fmla="*/ 4709797 w 4816479"/>
              <a:gd name="connsiteY1" fmla="*/ 75883 h 2983022"/>
              <a:gd name="connsiteX2" fmla="*/ 4809793 w 4816479"/>
              <a:gd name="connsiteY2" fmla="*/ 393308 h 2983022"/>
              <a:gd name="connsiteX3" fmla="*/ 4617330 w 4816479"/>
              <a:gd name="connsiteY3" fmla="*/ 1416618 h 2983022"/>
              <a:gd name="connsiteX4" fmla="*/ 1978530 w 4816479"/>
              <a:gd name="connsiteY4" fmla="*/ 2961322 h 2983022"/>
              <a:gd name="connsiteX5" fmla="*/ 21225 w 4816479"/>
              <a:gd name="connsiteY5" fmla="*/ 626012 h 2983022"/>
              <a:gd name="connsiteX6" fmla="*/ 30413 w 4816479"/>
              <a:gd name="connsiteY6" fmla="*/ 0 h 2983022"/>
              <a:gd name="connsiteX0" fmla="*/ 30413 w 4824424"/>
              <a:gd name="connsiteY0" fmla="*/ 0 h 2983022"/>
              <a:gd name="connsiteX1" fmla="*/ 4709797 w 4824424"/>
              <a:gd name="connsiteY1" fmla="*/ 75883 h 2983022"/>
              <a:gd name="connsiteX2" fmla="*/ 4818251 w 4824424"/>
              <a:gd name="connsiteY2" fmla="*/ 577510 h 2983022"/>
              <a:gd name="connsiteX3" fmla="*/ 4617330 w 4824424"/>
              <a:gd name="connsiteY3" fmla="*/ 1416618 h 2983022"/>
              <a:gd name="connsiteX4" fmla="*/ 1978530 w 4824424"/>
              <a:gd name="connsiteY4" fmla="*/ 2961322 h 2983022"/>
              <a:gd name="connsiteX5" fmla="*/ 21225 w 4824424"/>
              <a:gd name="connsiteY5" fmla="*/ 626012 h 2983022"/>
              <a:gd name="connsiteX6" fmla="*/ 30413 w 4824424"/>
              <a:gd name="connsiteY6" fmla="*/ 0 h 2983022"/>
              <a:gd name="connsiteX0" fmla="*/ 30413 w 4824424"/>
              <a:gd name="connsiteY0" fmla="*/ 0 h 3053918"/>
              <a:gd name="connsiteX1" fmla="*/ 4709797 w 4824424"/>
              <a:gd name="connsiteY1" fmla="*/ 75883 h 3053918"/>
              <a:gd name="connsiteX2" fmla="*/ 4818251 w 4824424"/>
              <a:gd name="connsiteY2" fmla="*/ 577510 h 3053918"/>
              <a:gd name="connsiteX3" fmla="*/ 4499705 w 4824424"/>
              <a:gd name="connsiteY3" fmla="*/ 2052119 h 3053918"/>
              <a:gd name="connsiteX4" fmla="*/ 1978530 w 4824424"/>
              <a:gd name="connsiteY4" fmla="*/ 2961322 h 3053918"/>
              <a:gd name="connsiteX5" fmla="*/ 21225 w 4824424"/>
              <a:gd name="connsiteY5" fmla="*/ 626012 h 3053918"/>
              <a:gd name="connsiteX6" fmla="*/ 30413 w 4824424"/>
              <a:gd name="connsiteY6" fmla="*/ 0 h 3053918"/>
              <a:gd name="connsiteX0" fmla="*/ 30413 w 4824424"/>
              <a:gd name="connsiteY0" fmla="*/ 0 h 3031422"/>
              <a:gd name="connsiteX1" fmla="*/ 4709797 w 4824424"/>
              <a:gd name="connsiteY1" fmla="*/ 75883 h 3031422"/>
              <a:gd name="connsiteX2" fmla="*/ 4818251 w 4824424"/>
              <a:gd name="connsiteY2" fmla="*/ 577510 h 3031422"/>
              <a:gd name="connsiteX3" fmla="*/ 4499705 w 4824424"/>
              <a:gd name="connsiteY3" fmla="*/ 2052119 h 3031422"/>
              <a:gd name="connsiteX4" fmla="*/ 1247066 w 4824424"/>
              <a:gd name="connsiteY4" fmla="*/ 2930478 h 3031422"/>
              <a:gd name="connsiteX5" fmla="*/ 21225 w 4824424"/>
              <a:gd name="connsiteY5" fmla="*/ 626012 h 3031422"/>
              <a:gd name="connsiteX6" fmla="*/ 30413 w 4824424"/>
              <a:gd name="connsiteY6" fmla="*/ 0 h 3031422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65285"/>
              <a:gd name="connsiteX1" fmla="*/ 4709797 w 4824424"/>
              <a:gd name="connsiteY1" fmla="*/ 75883 h 3065285"/>
              <a:gd name="connsiteX2" fmla="*/ 4818251 w 4824424"/>
              <a:gd name="connsiteY2" fmla="*/ 577510 h 3065285"/>
              <a:gd name="connsiteX3" fmla="*/ 4499705 w 4824424"/>
              <a:gd name="connsiteY3" fmla="*/ 2052119 h 3065285"/>
              <a:gd name="connsiteX4" fmla="*/ 3835975 w 4824424"/>
              <a:gd name="connsiteY4" fmla="*/ 2740497 h 3065285"/>
              <a:gd name="connsiteX5" fmla="*/ 1247066 w 4824424"/>
              <a:gd name="connsiteY5" fmla="*/ 2930478 h 3065285"/>
              <a:gd name="connsiteX6" fmla="*/ 21225 w 4824424"/>
              <a:gd name="connsiteY6" fmla="*/ 626012 h 3065285"/>
              <a:gd name="connsiteX7" fmla="*/ 30413 w 4824424"/>
              <a:gd name="connsiteY7" fmla="*/ 0 h 3065285"/>
              <a:gd name="connsiteX0" fmla="*/ 30413 w 4824424"/>
              <a:gd name="connsiteY0" fmla="*/ 0 h 3022995"/>
              <a:gd name="connsiteX1" fmla="*/ 4709797 w 4824424"/>
              <a:gd name="connsiteY1" fmla="*/ 75883 h 3022995"/>
              <a:gd name="connsiteX2" fmla="*/ 4818251 w 4824424"/>
              <a:gd name="connsiteY2" fmla="*/ 577510 h 3022995"/>
              <a:gd name="connsiteX3" fmla="*/ 4499705 w 4824424"/>
              <a:gd name="connsiteY3" fmla="*/ 2052119 h 3022995"/>
              <a:gd name="connsiteX4" fmla="*/ 3835975 w 4824424"/>
              <a:gd name="connsiteY4" fmla="*/ 2740497 h 3022995"/>
              <a:gd name="connsiteX5" fmla="*/ 1162762 w 4824424"/>
              <a:gd name="connsiteY5" fmla="*/ 2876156 h 3022995"/>
              <a:gd name="connsiteX6" fmla="*/ 21225 w 4824424"/>
              <a:gd name="connsiteY6" fmla="*/ 626012 h 3022995"/>
              <a:gd name="connsiteX7" fmla="*/ 30413 w 4824424"/>
              <a:gd name="connsiteY7" fmla="*/ 0 h 3022995"/>
              <a:gd name="connsiteX0" fmla="*/ 30413 w 4804923"/>
              <a:gd name="connsiteY0" fmla="*/ 0 h 3022995"/>
              <a:gd name="connsiteX1" fmla="*/ 4709797 w 4804923"/>
              <a:gd name="connsiteY1" fmla="*/ 75883 h 3022995"/>
              <a:gd name="connsiteX2" fmla="*/ 4797311 w 4804923"/>
              <a:gd name="connsiteY2" fmla="*/ 759283 h 3022995"/>
              <a:gd name="connsiteX3" fmla="*/ 4499705 w 4804923"/>
              <a:gd name="connsiteY3" fmla="*/ 2052119 h 3022995"/>
              <a:gd name="connsiteX4" fmla="*/ 3835975 w 4804923"/>
              <a:gd name="connsiteY4" fmla="*/ 2740497 h 3022995"/>
              <a:gd name="connsiteX5" fmla="*/ 1162762 w 4804923"/>
              <a:gd name="connsiteY5" fmla="*/ 2876156 h 3022995"/>
              <a:gd name="connsiteX6" fmla="*/ 21225 w 4804923"/>
              <a:gd name="connsiteY6" fmla="*/ 626012 h 3022995"/>
              <a:gd name="connsiteX7" fmla="*/ 30413 w 4804923"/>
              <a:gd name="connsiteY7" fmla="*/ 0 h 3022995"/>
              <a:gd name="connsiteX0" fmla="*/ 30413 w 4798181"/>
              <a:gd name="connsiteY0" fmla="*/ 0 h 3022995"/>
              <a:gd name="connsiteX1" fmla="*/ 4709797 w 4798181"/>
              <a:gd name="connsiteY1" fmla="*/ 75883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98181"/>
              <a:gd name="connsiteY0" fmla="*/ 0 h 3022995"/>
              <a:gd name="connsiteX1" fmla="*/ 4692404 w 4798181"/>
              <a:gd name="connsiteY1" fmla="*/ 3339 h 3022995"/>
              <a:gd name="connsiteX2" fmla="*/ 4797311 w 4798181"/>
              <a:gd name="connsiteY2" fmla="*/ 759283 h 3022995"/>
              <a:gd name="connsiteX3" fmla="*/ 4499705 w 4798181"/>
              <a:gd name="connsiteY3" fmla="*/ 2052119 h 3022995"/>
              <a:gd name="connsiteX4" fmla="*/ 3835975 w 4798181"/>
              <a:gd name="connsiteY4" fmla="*/ 2740497 h 3022995"/>
              <a:gd name="connsiteX5" fmla="*/ 1162762 w 4798181"/>
              <a:gd name="connsiteY5" fmla="*/ 2876156 h 3022995"/>
              <a:gd name="connsiteX6" fmla="*/ 21225 w 4798181"/>
              <a:gd name="connsiteY6" fmla="*/ 626012 h 3022995"/>
              <a:gd name="connsiteX7" fmla="*/ 30413 w 4798181"/>
              <a:gd name="connsiteY7" fmla="*/ 0 h 3022995"/>
              <a:gd name="connsiteX0" fmla="*/ 30413 w 4710956"/>
              <a:gd name="connsiteY0" fmla="*/ 0 h 3022995"/>
              <a:gd name="connsiteX1" fmla="*/ 4692404 w 4710956"/>
              <a:gd name="connsiteY1" fmla="*/ 3339 h 3022995"/>
              <a:gd name="connsiteX2" fmla="*/ 4684257 w 4710956"/>
              <a:gd name="connsiteY2" fmla="*/ 996698 h 3022995"/>
              <a:gd name="connsiteX3" fmla="*/ 4499705 w 4710956"/>
              <a:gd name="connsiteY3" fmla="*/ 2052119 h 3022995"/>
              <a:gd name="connsiteX4" fmla="*/ 3835975 w 4710956"/>
              <a:gd name="connsiteY4" fmla="*/ 2740497 h 3022995"/>
              <a:gd name="connsiteX5" fmla="*/ 1162762 w 4710956"/>
              <a:gd name="connsiteY5" fmla="*/ 2876156 h 3022995"/>
              <a:gd name="connsiteX6" fmla="*/ 21225 w 4710956"/>
              <a:gd name="connsiteY6" fmla="*/ 626012 h 3022995"/>
              <a:gd name="connsiteX7" fmla="*/ 30413 w 4710956"/>
              <a:gd name="connsiteY7" fmla="*/ 0 h 3022995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1225 w 4710956"/>
              <a:gd name="connsiteY6" fmla="*/ 626012 h 3107876"/>
              <a:gd name="connsiteX7" fmla="*/ 30413 w 4710956"/>
              <a:gd name="connsiteY7" fmla="*/ 0 h 3107876"/>
              <a:gd name="connsiteX0" fmla="*/ 30413 w 4710956"/>
              <a:gd name="connsiteY0" fmla="*/ 0 h 3107876"/>
              <a:gd name="connsiteX1" fmla="*/ 4692404 w 4710956"/>
              <a:gd name="connsiteY1" fmla="*/ 3339 h 3107876"/>
              <a:gd name="connsiteX2" fmla="*/ 4684257 w 4710956"/>
              <a:gd name="connsiteY2" fmla="*/ 996698 h 3107876"/>
              <a:gd name="connsiteX3" fmla="*/ 4499705 w 4710956"/>
              <a:gd name="connsiteY3" fmla="*/ 2052119 h 3107876"/>
              <a:gd name="connsiteX4" fmla="*/ 3305486 w 4710956"/>
              <a:gd name="connsiteY4" fmla="*/ 2977913 h 3107876"/>
              <a:gd name="connsiteX5" fmla="*/ 1162762 w 4710956"/>
              <a:gd name="connsiteY5" fmla="*/ 2876156 h 3107876"/>
              <a:gd name="connsiteX6" fmla="*/ 290487 w 4710956"/>
              <a:gd name="connsiteY6" fmla="*/ 2027706 h 3107876"/>
              <a:gd name="connsiteX7" fmla="*/ 21225 w 4710956"/>
              <a:gd name="connsiteY7" fmla="*/ 626012 h 3107876"/>
              <a:gd name="connsiteX8" fmla="*/ 30413 w 4710956"/>
              <a:gd name="connsiteY8" fmla="*/ 0 h 3107876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30413 w 4710956"/>
              <a:gd name="connsiteY0" fmla="*/ 0 h 3084308"/>
              <a:gd name="connsiteX1" fmla="*/ 4692404 w 4710956"/>
              <a:gd name="connsiteY1" fmla="*/ 3339 h 3084308"/>
              <a:gd name="connsiteX2" fmla="*/ 4684257 w 4710956"/>
              <a:gd name="connsiteY2" fmla="*/ 996698 h 3084308"/>
              <a:gd name="connsiteX3" fmla="*/ 4499705 w 4710956"/>
              <a:gd name="connsiteY3" fmla="*/ 2052119 h 3084308"/>
              <a:gd name="connsiteX4" fmla="*/ 3305486 w 4710956"/>
              <a:gd name="connsiteY4" fmla="*/ 2977913 h 3084308"/>
              <a:gd name="connsiteX5" fmla="*/ 1197549 w 4710956"/>
              <a:gd name="connsiteY5" fmla="*/ 2823397 h 3084308"/>
              <a:gd name="connsiteX6" fmla="*/ 290487 w 4710956"/>
              <a:gd name="connsiteY6" fmla="*/ 2027706 h 3084308"/>
              <a:gd name="connsiteX7" fmla="*/ 21225 w 4710956"/>
              <a:gd name="connsiteY7" fmla="*/ 626012 h 3084308"/>
              <a:gd name="connsiteX8" fmla="*/ 30413 w 4710956"/>
              <a:gd name="connsiteY8" fmla="*/ 0 h 3084308"/>
              <a:gd name="connsiteX0" fmla="*/ 16752 w 4697295"/>
              <a:gd name="connsiteY0" fmla="*/ 0 h 3084308"/>
              <a:gd name="connsiteX1" fmla="*/ 4678743 w 4697295"/>
              <a:gd name="connsiteY1" fmla="*/ 3339 h 3084308"/>
              <a:gd name="connsiteX2" fmla="*/ 4670596 w 4697295"/>
              <a:gd name="connsiteY2" fmla="*/ 996698 h 3084308"/>
              <a:gd name="connsiteX3" fmla="*/ 4486044 w 4697295"/>
              <a:gd name="connsiteY3" fmla="*/ 2052119 h 3084308"/>
              <a:gd name="connsiteX4" fmla="*/ 3291825 w 4697295"/>
              <a:gd name="connsiteY4" fmla="*/ 2977913 h 3084308"/>
              <a:gd name="connsiteX5" fmla="*/ 1183888 w 4697295"/>
              <a:gd name="connsiteY5" fmla="*/ 2823397 h 3084308"/>
              <a:gd name="connsiteX6" fmla="*/ 276826 w 4697295"/>
              <a:gd name="connsiteY6" fmla="*/ 2027706 h 3084308"/>
              <a:gd name="connsiteX7" fmla="*/ 42350 w 4697295"/>
              <a:gd name="connsiteY7" fmla="*/ 698556 h 3084308"/>
              <a:gd name="connsiteX8" fmla="*/ 16752 w 4697295"/>
              <a:gd name="connsiteY8" fmla="*/ 0 h 3084308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81567"/>
              <a:gd name="connsiteX1" fmla="*/ 4678743 w 4697295"/>
              <a:gd name="connsiteY1" fmla="*/ 3339 h 3081567"/>
              <a:gd name="connsiteX2" fmla="*/ 4670596 w 4697295"/>
              <a:gd name="connsiteY2" fmla="*/ 996698 h 3081567"/>
              <a:gd name="connsiteX3" fmla="*/ 4486044 w 4697295"/>
              <a:gd name="connsiteY3" fmla="*/ 2052119 h 3081567"/>
              <a:gd name="connsiteX4" fmla="*/ 3291825 w 4697295"/>
              <a:gd name="connsiteY4" fmla="*/ 2977913 h 3081567"/>
              <a:gd name="connsiteX5" fmla="*/ 1183888 w 4697295"/>
              <a:gd name="connsiteY5" fmla="*/ 2823397 h 3081567"/>
              <a:gd name="connsiteX6" fmla="*/ 276826 w 4697295"/>
              <a:gd name="connsiteY6" fmla="*/ 2027706 h 3081567"/>
              <a:gd name="connsiteX7" fmla="*/ 42350 w 4697295"/>
              <a:gd name="connsiteY7" fmla="*/ 698556 h 3081567"/>
              <a:gd name="connsiteX8" fmla="*/ 16752 w 4697295"/>
              <a:gd name="connsiteY8" fmla="*/ 0 h 308156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276826 w 4697295"/>
              <a:gd name="connsiteY6" fmla="*/ 2027706 h 3067327"/>
              <a:gd name="connsiteX7" fmla="*/ 42350 w 4697295"/>
              <a:gd name="connsiteY7" fmla="*/ 698556 h 3067327"/>
              <a:gd name="connsiteX8" fmla="*/ 16752 w 4697295"/>
              <a:gd name="connsiteY8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4486044 w 4697295"/>
              <a:gd name="connsiteY3" fmla="*/ 2052119 h 3067327"/>
              <a:gd name="connsiteX4" fmla="*/ 3291825 w 4697295"/>
              <a:gd name="connsiteY4" fmla="*/ 2977913 h 3067327"/>
              <a:gd name="connsiteX5" fmla="*/ 1183888 w 4697295"/>
              <a:gd name="connsiteY5" fmla="*/ 2823397 h 3067327"/>
              <a:gd name="connsiteX6" fmla="*/ 42350 w 4697295"/>
              <a:gd name="connsiteY6" fmla="*/ 698556 h 3067327"/>
              <a:gd name="connsiteX7" fmla="*/ 16752 w 4697295"/>
              <a:gd name="connsiteY7" fmla="*/ 0 h 3067327"/>
              <a:gd name="connsiteX0" fmla="*/ 16752 w 4697295"/>
              <a:gd name="connsiteY0" fmla="*/ 0 h 3067327"/>
              <a:gd name="connsiteX1" fmla="*/ 4678743 w 4697295"/>
              <a:gd name="connsiteY1" fmla="*/ 3339 h 3067327"/>
              <a:gd name="connsiteX2" fmla="*/ 4670596 w 4697295"/>
              <a:gd name="connsiteY2" fmla="*/ 996698 h 3067327"/>
              <a:gd name="connsiteX3" fmla="*/ 3291825 w 4697295"/>
              <a:gd name="connsiteY3" fmla="*/ 2977913 h 3067327"/>
              <a:gd name="connsiteX4" fmla="*/ 1183888 w 4697295"/>
              <a:gd name="connsiteY4" fmla="*/ 2823397 h 3067327"/>
              <a:gd name="connsiteX5" fmla="*/ 42350 w 4697295"/>
              <a:gd name="connsiteY5" fmla="*/ 698556 h 3067327"/>
              <a:gd name="connsiteX6" fmla="*/ 16752 w 4697295"/>
              <a:gd name="connsiteY6" fmla="*/ 0 h 3067327"/>
              <a:gd name="connsiteX0" fmla="*/ 5293 w 4685836"/>
              <a:gd name="connsiteY0" fmla="*/ 0 h 3067327"/>
              <a:gd name="connsiteX1" fmla="*/ 4667284 w 4685836"/>
              <a:gd name="connsiteY1" fmla="*/ 3339 h 3067327"/>
              <a:gd name="connsiteX2" fmla="*/ 4659137 w 4685836"/>
              <a:gd name="connsiteY2" fmla="*/ 996698 h 3067327"/>
              <a:gd name="connsiteX3" fmla="*/ 3280366 w 4685836"/>
              <a:gd name="connsiteY3" fmla="*/ 2977913 h 3067327"/>
              <a:gd name="connsiteX4" fmla="*/ 1172429 w 4685836"/>
              <a:gd name="connsiteY4" fmla="*/ 2823397 h 3067327"/>
              <a:gd name="connsiteX5" fmla="*/ 167010 w 4685836"/>
              <a:gd name="connsiteY5" fmla="*/ 939931 h 3067327"/>
              <a:gd name="connsiteX6" fmla="*/ 5293 w 4685836"/>
              <a:gd name="connsiteY6" fmla="*/ 0 h 3067327"/>
              <a:gd name="connsiteX0" fmla="*/ 5293 w 4675425"/>
              <a:gd name="connsiteY0" fmla="*/ 0 h 3067327"/>
              <a:gd name="connsiteX1" fmla="*/ 4667284 w 4675425"/>
              <a:gd name="connsiteY1" fmla="*/ 3339 h 3067327"/>
              <a:gd name="connsiteX2" fmla="*/ 4504867 w 4675425"/>
              <a:gd name="connsiteY2" fmla="*/ 1441337 h 3067327"/>
              <a:gd name="connsiteX3" fmla="*/ 3280366 w 4675425"/>
              <a:gd name="connsiteY3" fmla="*/ 2977913 h 3067327"/>
              <a:gd name="connsiteX4" fmla="*/ 1172429 w 4675425"/>
              <a:gd name="connsiteY4" fmla="*/ 2823397 h 3067327"/>
              <a:gd name="connsiteX5" fmla="*/ 167010 w 4675425"/>
              <a:gd name="connsiteY5" fmla="*/ 939931 h 3067327"/>
              <a:gd name="connsiteX6" fmla="*/ 5293 w 4675425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067327"/>
              <a:gd name="connsiteX1" fmla="*/ 4667284 w 4686087"/>
              <a:gd name="connsiteY1" fmla="*/ 3339 h 3067327"/>
              <a:gd name="connsiteX2" fmla="*/ 4504867 w 4686087"/>
              <a:gd name="connsiteY2" fmla="*/ 1441337 h 3067327"/>
              <a:gd name="connsiteX3" fmla="*/ 3280366 w 4686087"/>
              <a:gd name="connsiteY3" fmla="*/ 2977913 h 3067327"/>
              <a:gd name="connsiteX4" fmla="*/ 1172429 w 4686087"/>
              <a:gd name="connsiteY4" fmla="*/ 2823397 h 3067327"/>
              <a:gd name="connsiteX5" fmla="*/ 167010 w 4686087"/>
              <a:gd name="connsiteY5" fmla="*/ 939931 h 3067327"/>
              <a:gd name="connsiteX6" fmla="*/ 5293 w 4686087"/>
              <a:gd name="connsiteY6" fmla="*/ 0 h 3067327"/>
              <a:gd name="connsiteX0" fmla="*/ 5293 w 4686087"/>
              <a:gd name="connsiteY0" fmla="*/ 0 h 3130670"/>
              <a:gd name="connsiteX1" fmla="*/ 4667284 w 4686087"/>
              <a:gd name="connsiteY1" fmla="*/ 3339 h 3130670"/>
              <a:gd name="connsiteX2" fmla="*/ 4504867 w 4686087"/>
              <a:gd name="connsiteY2" fmla="*/ 1441337 h 3130670"/>
              <a:gd name="connsiteX3" fmla="*/ 3153322 w 4686087"/>
              <a:gd name="connsiteY3" fmla="*/ 3066840 h 3130670"/>
              <a:gd name="connsiteX4" fmla="*/ 1172429 w 4686087"/>
              <a:gd name="connsiteY4" fmla="*/ 2823397 h 3130670"/>
              <a:gd name="connsiteX5" fmla="*/ 167010 w 4686087"/>
              <a:gd name="connsiteY5" fmla="*/ 939931 h 3130670"/>
              <a:gd name="connsiteX6" fmla="*/ 5293 w 4686087"/>
              <a:gd name="connsiteY6" fmla="*/ 0 h 3130670"/>
              <a:gd name="connsiteX0" fmla="*/ 5293 w 4686087"/>
              <a:gd name="connsiteY0" fmla="*/ 66646 h 3197316"/>
              <a:gd name="connsiteX1" fmla="*/ 4667284 w 4686087"/>
              <a:gd name="connsiteY1" fmla="*/ 69985 h 3197316"/>
              <a:gd name="connsiteX2" fmla="*/ 4504867 w 4686087"/>
              <a:gd name="connsiteY2" fmla="*/ 1507983 h 3197316"/>
              <a:gd name="connsiteX3" fmla="*/ 3153322 w 4686087"/>
              <a:gd name="connsiteY3" fmla="*/ 3133486 h 3197316"/>
              <a:gd name="connsiteX4" fmla="*/ 1172429 w 4686087"/>
              <a:gd name="connsiteY4" fmla="*/ 2890043 h 3197316"/>
              <a:gd name="connsiteX5" fmla="*/ 167010 w 4686087"/>
              <a:gd name="connsiteY5" fmla="*/ 1006577 h 3197316"/>
              <a:gd name="connsiteX6" fmla="*/ 5293 w 4686087"/>
              <a:gd name="connsiteY6" fmla="*/ 66646 h 3197316"/>
              <a:gd name="connsiteX0" fmla="*/ 0 w 4680794"/>
              <a:gd name="connsiteY0" fmla="*/ 66648 h 3197318"/>
              <a:gd name="connsiteX1" fmla="*/ 4661991 w 4680794"/>
              <a:gd name="connsiteY1" fmla="*/ 69987 h 3197318"/>
              <a:gd name="connsiteX2" fmla="*/ 4499574 w 4680794"/>
              <a:gd name="connsiteY2" fmla="*/ 1507985 h 3197318"/>
              <a:gd name="connsiteX3" fmla="*/ 3148029 w 4680794"/>
              <a:gd name="connsiteY3" fmla="*/ 3133488 h 3197318"/>
              <a:gd name="connsiteX4" fmla="*/ 1167136 w 4680794"/>
              <a:gd name="connsiteY4" fmla="*/ 2890045 h 3197318"/>
              <a:gd name="connsiteX5" fmla="*/ 161717 w 4680794"/>
              <a:gd name="connsiteY5" fmla="*/ 1006579 h 3197318"/>
              <a:gd name="connsiteX6" fmla="*/ 0 w 4680794"/>
              <a:gd name="connsiteY6" fmla="*/ 66648 h 3197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80794" h="3197318">
                <a:moveTo>
                  <a:pt x="0" y="66648"/>
                </a:moveTo>
                <a:cubicBezTo>
                  <a:pt x="1535847" y="-84686"/>
                  <a:pt x="3107994" y="68874"/>
                  <a:pt x="4661991" y="69987"/>
                </a:cubicBezTo>
                <a:cubicBezTo>
                  <a:pt x="4716788" y="86085"/>
                  <a:pt x="4648578" y="1038473"/>
                  <a:pt x="4499574" y="1507985"/>
                </a:cubicBezTo>
                <a:cubicBezTo>
                  <a:pt x="4268421" y="2156197"/>
                  <a:pt x="3729147" y="2829038"/>
                  <a:pt x="3148029" y="3133488"/>
                </a:cubicBezTo>
                <a:cubicBezTo>
                  <a:pt x="2640710" y="3273286"/>
                  <a:pt x="1746572" y="3179628"/>
                  <a:pt x="1167136" y="2890045"/>
                </a:cubicBezTo>
                <a:cubicBezTo>
                  <a:pt x="625557" y="2510152"/>
                  <a:pt x="356240" y="1477145"/>
                  <a:pt x="161717" y="1006579"/>
                </a:cubicBezTo>
                <a:cubicBezTo>
                  <a:pt x="130392" y="735572"/>
                  <a:pt x="17519" y="584911"/>
                  <a:pt x="0" y="6664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F01B343-8EFD-4853-A5EB-49AFE61FB070}"/>
              </a:ext>
            </a:extLst>
          </p:cNvPr>
          <p:cNvGrpSpPr/>
          <p:nvPr/>
        </p:nvGrpSpPr>
        <p:grpSpPr>
          <a:xfrm>
            <a:off x="6096000" y="6050957"/>
            <a:ext cx="604535" cy="324056"/>
            <a:chOff x="5447388" y="3100610"/>
            <a:chExt cx="1500891" cy="80454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B109EC9-0B66-D112-9A2F-6C049154B06C}"/>
                </a:ext>
              </a:extLst>
            </p:cNvPr>
            <p:cNvSpPr/>
            <p:nvPr/>
          </p:nvSpPr>
          <p:spPr>
            <a:xfrm>
              <a:off x="5447388" y="3266522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9DA0E32-2A9E-3DB7-EE9B-782A9838C27C}"/>
                </a:ext>
              </a:extLst>
            </p:cNvPr>
            <p:cNvSpPr/>
            <p:nvPr/>
          </p:nvSpPr>
          <p:spPr>
            <a:xfrm>
              <a:off x="5648906" y="3266522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1BEF5F2-194B-76C6-E20C-7BF4815080CA}"/>
                </a:ext>
              </a:extLst>
            </p:cNvPr>
            <p:cNvSpPr/>
            <p:nvPr/>
          </p:nvSpPr>
          <p:spPr>
            <a:xfrm>
              <a:off x="6406985" y="3100610"/>
              <a:ext cx="541294" cy="638628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1635AF6-8966-8100-A012-FF1979702490}"/>
                </a:ext>
              </a:extLst>
            </p:cNvPr>
            <p:cNvSpPr/>
            <p:nvPr/>
          </p:nvSpPr>
          <p:spPr>
            <a:xfrm>
              <a:off x="6611291" y="3100610"/>
              <a:ext cx="325836" cy="289179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72BC8D46-5871-31FD-7843-B208B6E68BFF}"/>
                </a:ext>
              </a:extLst>
            </p:cNvPr>
            <p:cNvSpPr/>
            <p:nvPr/>
          </p:nvSpPr>
          <p:spPr>
            <a:xfrm>
              <a:off x="6145254" y="3809875"/>
              <a:ext cx="202240" cy="9164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239" h="91643">
                  <a:moveTo>
                    <a:pt x="0" y="6914"/>
                  </a:moveTo>
                  <a:cubicBezTo>
                    <a:pt x="25926" y="61795"/>
                    <a:pt x="73464" y="92764"/>
                    <a:pt x="107170" y="91612"/>
                  </a:cubicBezTo>
                  <a:cubicBezTo>
                    <a:pt x="140876" y="90460"/>
                    <a:pt x="196335" y="69070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755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C702D98-F007-4217-54BE-CF666380E56A}"/>
              </a:ext>
            </a:extLst>
          </p:cNvPr>
          <p:cNvSpPr/>
          <p:nvPr/>
        </p:nvSpPr>
        <p:spPr>
          <a:xfrm rot="10501542">
            <a:off x="1936564" y="5732033"/>
            <a:ext cx="2409819" cy="1099578"/>
          </a:xfrm>
          <a:custGeom>
            <a:avLst/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742142 w 2920534"/>
              <a:gd name="connsiteY0" fmla="*/ 1390335 h 1560220"/>
              <a:gd name="connsiteX1" fmla="*/ 160426 w 2920534"/>
              <a:gd name="connsiteY1" fmla="*/ 590029 h 1560220"/>
              <a:gd name="connsiteX2" fmla="*/ 0 w 2920534"/>
              <a:gd name="connsiteY2" fmla="*/ 83887 h 1560220"/>
              <a:gd name="connsiteX3" fmla="*/ 618027 w 2920534"/>
              <a:gd name="connsiteY3" fmla="*/ 0 h 1560220"/>
              <a:gd name="connsiteX4" fmla="*/ 636459 w 2920534"/>
              <a:gd name="connsiteY4" fmla="*/ 142333 h 1560220"/>
              <a:gd name="connsiteX5" fmla="*/ 1121557 w 2920534"/>
              <a:gd name="connsiteY5" fmla="*/ 764841 h 1560220"/>
              <a:gd name="connsiteX6" fmla="*/ 1835368 w 2920534"/>
              <a:gd name="connsiteY6" fmla="*/ 767945 h 1560220"/>
              <a:gd name="connsiteX7" fmla="*/ 2170229 w 2920534"/>
              <a:gd name="connsiteY7" fmla="*/ 478752 h 1560220"/>
              <a:gd name="connsiteX8" fmla="*/ 2254549 w 2920534"/>
              <a:gd name="connsiteY8" fmla="*/ 23807 h 1560220"/>
              <a:gd name="connsiteX9" fmla="*/ 2920534 w 2920534"/>
              <a:gd name="connsiteY9" fmla="*/ 39276 h 1560220"/>
              <a:gd name="connsiteX10" fmla="*/ 2128040 w 2920534"/>
              <a:gd name="connsiteY10" fmla="*/ 1412939 h 1560220"/>
              <a:gd name="connsiteX11" fmla="*/ 742142 w 2920534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4549 w 2913516"/>
              <a:gd name="connsiteY8" fmla="*/ 23807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426 w 2913516"/>
              <a:gd name="connsiteY1" fmla="*/ 59002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  <a:gd name="connsiteX0" fmla="*/ 742142 w 2913516"/>
              <a:gd name="connsiteY0" fmla="*/ 1390335 h 1560220"/>
              <a:gd name="connsiteX1" fmla="*/ 160250 w 2913516"/>
              <a:gd name="connsiteY1" fmla="*/ 645859 h 1560220"/>
              <a:gd name="connsiteX2" fmla="*/ 0 w 2913516"/>
              <a:gd name="connsiteY2" fmla="*/ 83887 h 1560220"/>
              <a:gd name="connsiteX3" fmla="*/ 618027 w 2913516"/>
              <a:gd name="connsiteY3" fmla="*/ 0 h 1560220"/>
              <a:gd name="connsiteX4" fmla="*/ 636459 w 2913516"/>
              <a:gd name="connsiteY4" fmla="*/ 142333 h 1560220"/>
              <a:gd name="connsiteX5" fmla="*/ 1121557 w 2913516"/>
              <a:gd name="connsiteY5" fmla="*/ 764841 h 1560220"/>
              <a:gd name="connsiteX6" fmla="*/ 1835368 w 2913516"/>
              <a:gd name="connsiteY6" fmla="*/ 767945 h 1560220"/>
              <a:gd name="connsiteX7" fmla="*/ 2170229 w 2913516"/>
              <a:gd name="connsiteY7" fmla="*/ 478752 h 1560220"/>
              <a:gd name="connsiteX8" fmla="*/ 2259170 w 2913516"/>
              <a:gd name="connsiteY8" fmla="*/ 14971 h 1560220"/>
              <a:gd name="connsiteX9" fmla="*/ 2913516 w 2913516"/>
              <a:gd name="connsiteY9" fmla="*/ 80446 h 1560220"/>
              <a:gd name="connsiteX10" fmla="*/ 2128040 w 2913516"/>
              <a:gd name="connsiteY10" fmla="*/ 1412939 h 1560220"/>
              <a:gd name="connsiteX11" fmla="*/ 742142 w 2913516"/>
              <a:gd name="connsiteY11" fmla="*/ 1390335 h 1560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3516" h="1560220">
                <a:moveTo>
                  <a:pt x="742142" y="1390335"/>
                </a:moveTo>
                <a:cubicBezTo>
                  <a:pt x="425816" y="1190875"/>
                  <a:pt x="253306" y="902358"/>
                  <a:pt x="160250" y="645859"/>
                </a:cubicBezTo>
                <a:cubicBezTo>
                  <a:pt x="67194" y="389360"/>
                  <a:pt x="12108" y="225479"/>
                  <a:pt x="0" y="83887"/>
                </a:cubicBezTo>
                <a:lnTo>
                  <a:pt x="618027" y="0"/>
                </a:lnTo>
                <a:lnTo>
                  <a:pt x="636459" y="142333"/>
                </a:lnTo>
                <a:cubicBezTo>
                  <a:pt x="683907" y="442220"/>
                  <a:pt x="921739" y="660572"/>
                  <a:pt x="1121557" y="764841"/>
                </a:cubicBezTo>
                <a:cubicBezTo>
                  <a:pt x="1321375" y="869110"/>
                  <a:pt x="1624402" y="845068"/>
                  <a:pt x="1835368" y="767945"/>
                </a:cubicBezTo>
                <a:cubicBezTo>
                  <a:pt x="1986803" y="697752"/>
                  <a:pt x="2098375" y="615429"/>
                  <a:pt x="2170229" y="478752"/>
                </a:cubicBezTo>
                <a:cubicBezTo>
                  <a:pt x="2230162" y="332585"/>
                  <a:pt x="2242066" y="175475"/>
                  <a:pt x="2259170" y="14971"/>
                </a:cubicBezTo>
                <a:lnTo>
                  <a:pt x="2913516" y="80446"/>
                </a:lnTo>
                <a:cubicBezTo>
                  <a:pt x="2891438" y="332946"/>
                  <a:pt x="2753271" y="1124828"/>
                  <a:pt x="2128040" y="1412939"/>
                </a:cubicBezTo>
                <a:cubicBezTo>
                  <a:pt x="1597853" y="1666223"/>
                  <a:pt x="1069085" y="1548465"/>
                  <a:pt x="742142" y="1390335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1909" y="524414"/>
            <a:ext cx="5099448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2">
            <a:extLst>
              <a:ext uri="{FF2B5EF4-FFF2-40B4-BE49-F238E27FC236}">
                <a16:creationId xmlns:a16="http://schemas.microsoft.com/office/drawing/2014/main" id="{28F9C7CC-D823-5202-529E-0CE25F1FAD2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267" y="2090182"/>
            <a:ext cx="3810250" cy="3691086"/>
          </a:xfrm>
          <a:custGeom>
            <a:avLst/>
            <a:gdLst>
              <a:gd name="connsiteX0" fmla="*/ 1733499 w 3643243"/>
              <a:gd name="connsiteY0" fmla="*/ 101 h 3529302"/>
              <a:gd name="connsiteX1" fmla="*/ 1879032 w 3643243"/>
              <a:gd name="connsiteY1" fmla="*/ 10137 h 3529302"/>
              <a:gd name="connsiteX2" fmla="*/ 3624111 w 3643243"/>
              <a:gd name="connsiteY2" fmla="*/ 1556495 h 3529302"/>
              <a:gd name="connsiteX3" fmla="*/ 2815655 w 3643243"/>
              <a:gd name="connsiteY3" fmla="*/ 3277800 h 3529302"/>
              <a:gd name="connsiteX4" fmla="*/ 1104347 w 3643243"/>
              <a:gd name="connsiteY4" fmla="*/ 3421282 h 3529302"/>
              <a:gd name="connsiteX5" fmla="*/ 158226 w 3643243"/>
              <a:gd name="connsiteY5" fmla="*/ 2495066 h 3529302"/>
              <a:gd name="connsiteX6" fmla="*/ 176604 w 3643243"/>
              <a:gd name="connsiteY6" fmla="*/ 970733 h 3529302"/>
              <a:gd name="connsiteX7" fmla="*/ 1733499 w 3643243"/>
              <a:gd name="connsiteY7" fmla="*/ 101 h 3529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43243" h="3529302">
                <a:moveTo>
                  <a:pt x="1733499" y="101"/>
                </a:moveTo>
                <a:cubicBezTo>
                  <a:pt x="1781367" y="699"/>
                  <a:pt x="1829894" y="3965"/>
                  <a:pt x="1879032" y="10137"/>
                </a:cubicBezTo>
                <a:cubicBezTo>
                  <a:pt x="2843412" y="202782"/>
                  <a:pt x="3515202" y="911597"/>
                  <a:pt x="3624111" y="1556495"/>
                </a:cubicBezTo>
                <a:cubicBezTo>
                  <a:pt x="3733021" y="2201394"/>
                  <a:pt x="3365404" y="2931605"/>
                  <a:pt x="2815655" y="3277800"/>
                </a:cubicBezTo>
                <a:cubicBezTo>
                  <a:pt x="2265907" y="3623995"/>
                  <a:pt x="1547253" y="3551738"/>
                  <a:pt x="1104347" y="3421282"/>
                </a:cubicBezTo>
                <a:cubicBezTo>
                  <a:pt x="661443" y="3290825"/>
                  <a:pt x="312850" y="2903490"/>
                  <a:pt x="158226" y="2495066"/>
                </a:cubicBezTo>
                <a:cubicBezTo>
                  <a:pt x="3602" y="2086641"/>
                  <a:pt x="-110197" y="1384888"/>
                  <a:pt x="176604" y="970733"/>
                </a:cubicBezTo>
                <a:cubicBezTo>
                  <a:pt x="445480" y="582463"/>
                  <a:pt x="1015474" y="-8872"/>
                  <a:pt x="1733499" y="101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1909" y="1996540"/>
            <a:ext cx="5099448" cy="408252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61909" y="6356350"/>
            <a:ext cx="3172685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9" name="Star: 7 Points 2">
            <a:extLst>
              <a:ext uri="{FF2B5EF4-FFF2-40B4-BE49-F238E27FC236}">
                <a16:creationId xmlns:a16="http://schemas.microsoft.com/office/drawing/2014/main" id="{4D992FEB-30B5-0081-357C-23D9BD7B9108}"/>
              </a:ext>
            </a:extLst>
          </p:cNvPr>
          <p:cNvSpPr/>
          <p:nvPr/>
        </p:nvSpPr>
        <p:spPr>
          <a:xfrm rot="14040461">
            <a:off x="2721815" y="671469"/>
            <a:ext cx="2138987" cy="2029695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614529 h 4485695"/>
              <a:gd name="connsiteX1" fmla="*/ 1247571 w 5095972"/>
              <a:gd name="connsiteY1" fmla="*/ 1969496 h 4485695"/>
              <a:gd name="connsiteX2" fmla="*/ 582112 w 5095972"/>
              <a:gd name="connsiteY2" fmla="*/ 1194259 h 4485695"/>
              <a:gd name="connsiteX3" fmla="*/ 457035 w 5095972"/>
              <a:gd name="connsiteY3" fmla="*/ 844684 h 4485695"/>
              <a:gd name="connsiteX4" fmla="*/ 867546 w 5095972"/>
              <a:gd name="connsiteY4" fmla="*/ 822942 h 4485695"/>
              <a:gd name="connsiteX5" fmla="*/ 1966018 w 5095972"/>
              <a:gd name="connsiteY5" fmla="*/ 1088448 h 4485695"/>
              <a:gd name="connsiteX6" fmla="*/ 2861175 w 5095972"/>
              <a:gd name="connsiteY6" fmla="*/ 0 h 4485695"/>
              <a:gd name="connsiteX7" fmla="*/ 3146302 w 5095972"/>
              <a:gd name="connsiteY7" fmla="*/ 1087312 h 4485695"/>
              <a:gd name="connsiteX8" fmla="*/ 4148777 w 5095972"/>
              <a:gd name="connsiteY8" fmla="*/ 464254 h 4485695"/>
              <a:gd name="connsiteX9" fmla="*/ 4680372 w 5095972"/>
              <a:gd name="connsiteY9" fmla="*/ 519822 h 4485695"/>
              <a:gd name="connsiteX10" fmla="*/ 4255280 w 5095972"/>
              <a:gd name="connsiteY10" fmla="*/ 1289589 h 4485695"/>
              <a:gd name="connsiteX11" fmla="*/ 3905187 w 5095972"/>
              <a:gd name="connsiteY11" fmla="*/ 1821583 h 4485695"/>
              <a:gd name="connsiteX12" fmla="*/ 4477698 w 5095972"/>
              <a:gd name="connsiteY12" fmla="*/ 1928245 h 4485695"/>
              <a:gd name="connsiteX13" fmla="*/ 5084889 w 5095972"/>
              <a:gd name="connsiteY13" fmla="*/ 2147987 h 4485695"/>
              <a:gd name="connsiteX14" fmla="*/ 4694264 w 5095972"/>
              <a:gd name="connsiteY14" fmla="*/ 2440895 h 4485695"/>
              <a:gd name="connsiteX15" fmla="*/ 3961178 w 5095972"/>
              <a:gd name="connsiteY15" fmla="*/ 2675005 h 4485695"/>
              <a:gd name="connsiteX16" fmla="*/ 4479678 w 5095972"/>
              <a:gd name="connsiteY16" fmla="*/ 3578772 h 4485695"/>
              <a:gd name="connsiteX17" fmla="*/ 4272550 w 5095972"/>
              <a:gd name="connsiteY17" fmla="*/ 3740433 h 4485695"/>
              <a:gd name="connsiteX18" fmla="*/ 3249533 w 5095972"/>
              <a:gd name="connsiteY18" fmla="*/ 3316071 h 4485695"/>
              <a:gd name="connsiteX19" fmla="*/ 3123234 w 5095972"/>
              <a:gd name="connsiteY19" fmla="*/ 4354243 h 4485695"/>
              <a:gd name="connsiteX20" fmla="*/ 2790770 w 5095972"/>
              <a:gd name="connsiteY20" fmla="*/ 4405911 h 4485695"/>
              <a:gd name="connsiteX21" fmla="*/ 2431760 w 5095972"/>
              <a:gd name="connsiteY21" fmla="*/ 3606889 h 4485695"/>
              <a:gd name="connsiteX22" fmla="*/ 1693537 w 5095972"/>
              <a:gd name="connsiteY22" fmla="*/ 4159744 h 4485695"/>
              <a:gd name="connsiteX23" fmla="*/ 1176032 w 5095972"/>
              <a:gd name="connsiteY23" fmla="*/ 4110373 h 4485695"/>
              <a:gd name="connsiteX24" fmla="*/ 1559781 w 5095972"/>
              <a:gd name="connsiteY24" fmla="*/ 2790393 h 4485695"/>
              <a:gd name="connsiteX25" fmla="*/ 388250 w 5095972"/>
              <a:gd name="connsiteY25" fmla="*/ 2886283 h 4485695"/>
              <a:gd name="connsiteX26" fmla="*/ 40328 w 5095972"/>
              <a:gd name="connsiteY26" fmla="*/ 2614529 h 4485695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148777 w 5095972"/>
              <a:gd name="connsiteY8" fmla="*/ 655656 h 4677097"/>
              <a:gd name="connsiteX9" fmla="*/ 4680372 w 5095972"/>
              <a:gd name="connsiteY9" fmla="*/ 711224 h 4677097"/>
              <a:gd name="connsiteX10" fmla="*/ 4255280 w 5095972"/>
              <a:gd name="connsiteY10" fmla="*/ 1480991 h 4677097"/>
              <a:gd name="connsiteX11" fmla="*/ 3905187 w 5095972"/>
              <a:gd name="connsiteY11" fmla="*/ 2012985 h 4677097"/>
              <a:gd name="connsiteX12" fmla="*/ 4477698 w 5095972"/>
              <a:gd name="connsiteY12" fmla="*/ 2119647 h 4677097"/>
              <a:gd name="connsiteX13" fmla="*/ 5084889 w 5095972"/>
              <a:gd name="connsiteY13" fmla="*/ 2339389 h 4677097"/>
              <a:gd name="connsiteX14" fmla="*/ 4694264 w 5095972"/>
              <a:gd name="connsiteY14" fmla="*/ 2632297 h 4677097"/>
              <a:gd name="connsiteX15" fmla="*/ 3961178 w 5095972"/>
              <a:gd name="connsiteY15" fmla="*/ 2866407 h 4677097"/>
              <a:gd name="connsiteX16" fmla="*/ 4479678 w 5095972"/>
              <a:gd name="connsiteY16" fmla="*/ 3770174 h 4677097"/>
              <a:gd name="connsiteX17" fmla="*/ 4272550 w 5095972"/>
              <a:gd name="connsiteY17" fmla="*/ 3931835 h 4677097"/>
              <a:gd name="connsiteX18" fmla="*/ 3249533 w 5095972"/>
              <a:gd name="connsiteY18" fmla="*/ 3507473 h 4677097"/>
              <a:gd name="connsiteX19" fmla="*/ 3123234 w 5095972"/>
              <a:gd name="connsiteY19" fmla="*/ 4545645 h 4677097"/>
              <a:gd name="connsiteX20" fmla="*/ 2790770 w 5095972"/>
              <a:gd name="connsiteY20" fmla="*/ 4597313 h 4677097"/>
              <a:gd name="connsiteX21" fmla="*/ 2431760 w 5095972"/>
              <a:gd name="connsiteY21" fmla="*/ 3798291 h 4677097"/>
              <a:gd name="connsiteX22" fmla="*/ 1693537 w 5095972"/>
              <a:gd name="connsiteY22" fmla="*/ 4351146 h 4677097"/>
              <a:gd name="connsiteX23" fmla="*/ 1176032 w 5095972"/>
              <a:gd name="connsiteY23" fmla="*/ 4301775 h 4677097"/>
              <a:gd name="connsiteX24" fmla="*/ 1559781 w 5095972"/>
              <a:gd name="connsiteY24" fmla="*/ 2981795 h 4677097"/>
              <a:gd name="connsiteX25" fmla="*/ 388250 w 5095972"/>
              <a:gd name="connsiteY25" fmla="*/ 3077685 h 4677097"/>
              <a:gd name="connsiteX26" fmla="*/ 40328 w 5095972"/>
              <a:gd name="connsiteY26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4477698 w 5095972"/>
              <a:gd name="connsiteY11" fmla="*/ 2119647 h 4677097"/>
              <a:gd name="connsiteX12" fmla="*/ 5084889 w 5095972"/>
              <a:gd name="connsiteY12" fmla="*/ 2339389 h 4677097"/>
              <a:gd name="connsiteX13" fmla="*/ 4694264 w 5095972"/>
              <a:gd name="connsiteY13" fmla="*/ 2632297 h 4677097"/>
              <a:gd name="connsiteX14" fmla="*/ 3961178 w 5095972"/>
              <a:gd name="connsiteY14" fmla="*/ 2866407 h 4677097"/>
              <a:gd name="connsiteX15" fmla="*/ 4479678 w 5095972"/>
              <a:gd name="connsiteY15" fmla="*/ 3770174 h 4677097"/>
              <a:gd name="connsiteX16" fmla="*/ 4272550 w 5095972"/>
              <a:gd name="connsiteY16" fmla="*/ 3931835 h 4677097"/>
              <a:gd name="connsiteX17" fmla="*/ 3249533 w 5095972"/>
              <a:gd name="connsiteY17" fmla="*/ 3507473 h 4677097"/>
              <a:gd name="connsiteX18" fmla="*/ 3123234 w 5095972"/>
              <a:gd name="connsiteY18" fmla="*/ 4545645 h 4677097"/>
              <a:gd name="connsiteX19" fmla="*/ 2790770 w 5095972"/>
              <a:gd name="connsiteY19" fmla="*/ 4597313 h 4677097"/>
              <a:gd name="connsiteX20" fmla="*/ 2431760 w 5095972"/>
              <a:gd name="connsiteY20" fmla="*/ 3798291 h 4677097"/>
              <a:gd name="connsiteX21" fmla="*/ 1693537 w 5095972"/>
              <a:gd name="connsiteY21" fmla="*/ 4351146 h 4677097"/>
              <a:gd name="connsiteX22" fmla="*/ 1176032 w 5095972"/>
              <a:gd name="connsiteY22" fmla="*/ 4301775 h 4677097"/>
              <a:gd name="connsiteX23" fmla="*/ 1559781 w 5095972"/>
              <a:gd name="connsiteY23" fmla="*/ 2981795 h 4677097"/>
              <a:gd name="connsiteX24" fmla="*/ 388250 w 5095972"/>
              <a:gd name="connsiteY24" fmla="*/ 3077685 h 4677097"/>
              <a:gd name="connsiteX25" fmla="*/ 40328 w 5095972"/>
              <a:gd name="connsiteY25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4272550 w 5095972"/>
              <a:gd name="connsiteY15" fmla="*/ 3931835 h 4677097"/>
              <a:gd name="connsiteX16" fmla="*/ 3249533 w 5095972"/>
              <a:gd name="connsiteY16" fmla="*/ 3507473 h 4677097"/>
              <a:gd name="connsiteX17" fmla="*/ 3123234 w 5095972"/>
              <a:gd name="connsiteY17" fmla="*/ 4545645 h 4677097"/>
              <a:gd name="connsiteX18" fmla="*/ 2790770 w 5095972"/>
              <a:gd name="connsiteY18" fmla="*/ 4597313 h 4677097"/>
              <a:gd name="connsiteX19" fmla="*/ 2431760 w 5095972"/>
              <a:gd name="connsiteY19" fmla="*/ 3798291 h 4677097"/>
              <a:gd name="connsiteX20" fmla="*/ 1693537 w 5095972"/>
              <a:gd name="connsiteY20" fmla="*/ 4351146 h 4677097"/>
              <a:gd name="connsiteX21" fmla="*/ 1176032 w 5095972"/>
              <a:gd name="connsiteY21" fmla="*/ 4301775 h 4677097"/>
              <a:gd name="connsiteX22" fmla="*/ 1559781 w 5095972"/>
              <a:gd name="connsiteY22" fmla="*/ 2981795 h 4677097"/>
              <a:gd name="connsiteX23" fmla="*/ 388250 w 5095972"/>
              <a:gd name="connsiteY23" fmla="*/ 3077685 h 4677097"/>
              <a:gd name="connsiteX24" fmla="*/ 40328 w 5095972"/>
              <a:gd name="connsiteY24" fmla="*/ 2805931 h 4677097"/>
              <a:gd name="connsiteX0" fmla="*/ 40328 w 5095972"/>
              <a:gd name="connsiteY0" fmla="*/ 2805931 h 4677097"/>
              <a:gd name="connsiteX1" fmla="*/ 1247571 w 5095972"/>
              <a:gd name="connsiteY1" fmla="*/ 2160898 h 4677097"/>
              <a:gd name="connsiteX2" fmla="*/ 582112 w 5095972"/>
              <a:gd name="connsiteY2" fmla="*/ 1385661 h 4677097"/>
              <a:gd name="connsiteX3" fmla="*/ 457035 w 5095972"/>
              <a:gd name="connsiteY3" fmla="*/ 1036086 h 4677097"/>
              <a:gd name="connsiteX4" fmla="*/ 867546 w 5095972"/>
              <a:gd name="connsiteY4" fmla="*/ 1014344 h 4677097"/>
              <a:gd name="connsiteX5" fmla="*/ 1966018 w 5095972"/>
              <a:gd name="connsiteY5" fmla="*/ 1279850 h 4677097"/>
              <a:gd name="connsiteX6" fmla="*/ 2749948 w 5095972"/>
              <a:gd name="connsiteY6" fmla="*/ 0 h 4677097"/>
              <a:gd name="connsiteX7" fmla="*/ 3146302 w 5095972"/>
              <a:gd name="connsiteY7" fmla="*/ 1278714 h 4677097"/>
              <a:gd name="connsiteX8" fmla="*/ 4680372 w 5095972"/>
              <a:gd name="connsiteY8" fmla="*/ 711224 h 4677097"/>
              <a:gd name="connsiteX9" fmla="*/ 4255280 w 5095972"/>
              <a:gd name="connsiteY9" fmla="*/ 1480991 h 4677097"/>
              <a:gd name="connsiteX10" fmla="*/ 3905187 w 5095972"/>
              <a:gd name="connsiteY10" fmla="*/ 2012985 h 4677097"/>
              <a:gd name="connsiteX11" fmla="*/ 5084889 w 5095972"/>
              <a:gd name="connsiteY11" fmla="*/ 2339389 h 4677097"/>
              <a:gd name="connsiteX12" fmla="*/ 4694264 w 5095972"/>
              <a:gd name="connsiteY12" fmla="*/ 2632297 h 4677097"/>
              <a:gd name="connsiteX13" fmla="*/ 3961178 w 5095972"/>
              <a:gd name="connsiteY13" fmla="*/ 2866407 h 4677097"/>
              <a:gd name="connsiteX14" fmla="*/ 4479678 w 5095972"/>
              <a:gd name="connsiteY14" fmla="*/ 3770174 h 4677097"/>
              <a:gd name="connsiteX15" fmla="*/ 3249533 w 5095972"/>
              <a:gd name="connsiteY15" fmla="*/ 3507473 h 4677097"/>
              <a:gd name="connsiteX16" fmla="*/ 3123234 w 5095972"/>
              <a:gd name="connsiteY16" fmla="*/ 4545645 h 4677097"/>
              <a:gd name="connsiteX17" fmla="*/ 2790770 w 5095972"/>
              <a:gd name="connsiteY17" fmla="*/ 4597313 h 4677097"/>
              <a:gd name="connsiteX18" fmla="*/ 2431760 w 5095972"/>
              <a:gd name="connsiteY18" fmla="*/ 3798291 h 4677097"/>
              <a:gd name="connsiteX19" fmla="*/ 1693537 w 5095972"/>
              <a:gd name="connsiteY19" fmla="*/ 4351146 h 4677097"/>
              <a:gd name="connsiteX20" fmla="*/ 1176032 w 5095972"/>
              <a:gd name="connsiteY20" fmla="*/ 4301775 h 4677097"/>
              <a:gd name="connsiteX21" fmla="*/ 1559781 w 5095972"/>
              <a:gd name="connsiteY21" fmla="*/ 2981795 h 4677097"/>
              <a:gd name="connsiteX22" fmla="*/ 388250 w 5095972"/>
              <a:gd name="connsiteY22" fmla="*/ 3077685 h 4677097"/>
              <a:gd name="connsiteX23" fmla="*/ 40328 w 5095972"/>
              <a:gd name="connsiteY23" fmla="*/ 2805931 h 4677097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693537 w 5095972"/>
              <a:gd name="connsiteY18" fmla="*/ 4351146 h 4547858"/>
              <a:gd name="connsiteX19" fmla="*/ 1176032 w 5095972"/>
              <a:gd name="connsiteY19" fmla="*/ 4301775 h 4547858"/>
              <a:gd name="connsiteX20" fmla="*/ 1559781 w 5095972"/>
              <a:gd name="connsiteY20" fmla="*/ 2981795 h 4547858"/>
              <a:gd name="connsiteX21" fmla="*/ 388250 w 5095972"/>
              <a:gd name="connsiteY21" fmla="*/ 3077685 h 4547858"/>
              <a:gd name="connsiteX22" fmla="*/ 40328 w 5095972"/>
              <a:gd name="connsiteY22" fmla="*/ 2805931 h 4547858"/>
              <a:gd name="connsiteX0" fmla="*/ 40328 w 5095972"/>
              <a:gd name="connsiteY0" fmla="*/ 2805931 h 4547858"/>
              <a:gd name="connsiteX1" fmla="*/ 1247571 w 5095972"/>
              <a:gd name="connsiteY1" fmla="*/ 2160898 h 4547858"/>
              <a:gd name="connsiteX2" fmla="*/ 582112 w 5095972"/>
              <a:gd name="connsiteY2" fmla="*/ 1385661 h 4547858"/>
              <a:gd name="connsiteX3" fmla="*/ 457035 w 5095972"/>
              <a:gd name="connsiteY3" fmla="*/ 1036086 h 4547858"/>
              <a:gd name="connsiteX4" fmla="*/ 867546 w 5095972"/>
              <a:gd name="connsiteY4" fmla="*/ 1014344 h 4547858"/>
              <a:gd name="connsiteX5" fmla="*/ 1966018 w 5095972"/>
              <a:gd name="connsiteY5" fmla="*/ 1279850 h 4547858"/>
              <a:gd name="connsiteX6" fmla="*/ 2749948 w 5095972"/>
              <a:gd name="connsiteY6" fmla="*/ 0 h 4547858"/>
              <a:gd name="connsiteX7" fmla="*/ 3146302 w 5095972"/>
              <a:gd name="connsiteY7" fmla="*/ 1278714 h 4547858"/>
              <a:gd name="connsiteX8" fmla="*/ 4680372 w 5095972"/>
              <a:gd name="connsiteY8" fmla="*/ 711224 h 4547858"/>
              <a:gd name="connsiteX9" fmla="*/ 4255280 w 5095972"/>
              <a:gd name="connsiteY9" fmla="*/ 1480991 h 4547858"/>
              <a:gd name="connsiteX10" fmla="*/ 3905187 w 5095972"/>
              <a:gd name="connsiteY10" fmla="*/ 2012985 h 4547858"/>
              <a:gd name="connsiteX11" fmla="*/ 5084889 w 5095972"/>
              <a:gd name="connsiteY11" fmla="*/ 2339389 h 4547858"/>
              <a:gd name="connsiteX12" fmla="*/ 4694264 w 5095972"/>
              <a:gd name="connsiteY12" fmla="*/ 2632297 h 4547858"/>
              <a:gd name="connsiteX13" fmla="*/ 3961178 w 5095972"/>
              <a:gd name="connsiteY13" fmla="*/ 2866407 h 4547858"/>
              <a:gd name="connsiteX14" fmla="*/ 4479678 w 5095972"/>
              <a:gd name="connsiteY14" fmla="*/ 3770174 h 4547858"/>
              <a:gd name="connsiteX15" fmla="*/ 3249533 w 5095972"/>
              <a:gd name="connsiteY15" fmla="*/ 3507473 h 4547858"/>
              <a:gd name="connsiteX16" fmla="*/ 3123234 w 5095972"/>
              <a:gd name="connsiteY16" fmla="*/ 4545645 h 4547858"/>
              <a:gd name="connsiteX17" fmla="*/ 2431760 w 5095972"/>
              <a:gd name="connsiteY17" fmla="*/ 3798291 h 4547858"/>
              <a:gd name="connsiteX18" fmla="*/ 1176032 w 5095972"/>
              <a:gd name="connsiteY18" fmla="*/ 4301775 h 4547858"/>
              <a:gd name="connsiteX19" fmla="*/ 1559781 w 5095972"/>
              <a:gd name="connsiteY19" fmla="*/ 2981795 h 4547858"/>
              <a:gd name="connsiteX20" fmla="*/ 388250 w 5095972"/>
              <a:gd name="connsiteY20" fmla="*/ 3077685 h 4547858"/>
              <a:gd name="connsiteX21" fmla="*/ 40328 w 5095972"/>
              <a:gd name="connsiteY21" fmla="*/ 2805931 h 4547858"/>
              <a:gd name="connsiteX0" fmla="*/ 40328 w 5095972"/>
              <a:gd name="connsiteY0" fmla="*/ 2805931 h 4842127"/>
              <a:gd name="connsiteX1" fmla="*/ 1247571 w 5095972"/>
              <a:gd name="connsiteY1" fmla="*/ 2160898 h 4842127"/>
              <a:gd name="connsiteX2" fmla="*/ 582112 w 5095972"/>
              <a:gd name="connsiteY2" fmla="*/ 1385661 h 4842127"/>
              <a:gd name="connsiteX3" fmla="*/ 457035 w 5095972"/>
              <a:gd name="connsiteY3" fmla="*/ 1036086 h 4842127"/>
              <a:gd name="connsiteX4" fmla="*/ 867546 w 5095972"/>
              <a:gd name="connsiteY4" fmla="*/ 1014344 h 4842127"/>
              <a:gd name="connsiteX5" fmla="*/ 1966018 w 5095972"/>
              <a:gd name="connsiteY5" fmla="*/ 1279850 h 4842127"/>
              <a:gd name="connsiteX6" fmla="*/ 2749948 w 5095972"/>
              <a:gd name="connsiteY6" fmla="*/ 0 h 4842127"/>
              <a:gd name="connsiteX7" fmla="*/ 3146302 w 5095972"/>
              <a:gd name="connsiteY7" fmla="*/ 1278714 h 4842127"/>
              <a:gd name="connsiteX8" fmla="*/ 4680372 w 5095972"/>
              <a:gd name="connsiteY8" fmla="*/ 711224 h 4842127"/>
              <a:gd name="connsiteX9" fmla="*/ 4255280 w 5095972"/>
              <a:gd name="connsiteY9" fmla="*/ 1480991 h 4842127"/>
              <a:gd name="connsiteX10" fmla="*/ 3905187 w 5095972"/>
              <a:gd name="connsiteY10" fmla="*/ 2012985 h 4842127"/>
              <a:gd name="connsiteX11" fmla="*/ 5084889 w 5095972"/>
              <a:gd name="connsiteY11" fmla="*/ 2339389 h 4842127"/>
              <a:gd name="connsiteX12" fmla="*/ 4694264 w 5095972"/>
              <a:gd name="connsiteY12" fmla="*/ 2632297 h 4842127"/>
              <a:gd name="connsiteX13" fmla="*/ 3961178 w 5095972"/>
              <a:gd name="connsiteY13" fmla="*/ 2866407 h 4842127"/>
              <a:gd name="connsiteX14" fmla="*/ 4479678 w 5095972"/>
              <a:gd name="connsiteY14" fmla="*/ 3770174 h 4842127"/>
              <a:gd name="connsiteX15" fmla="*/ 3249533 w 5095972"/>
              <a:gd name="connsiteY15" fmla="*/ 3507473 h 4842127"/>
              <a:gd name="connsiteX16" fmla="*/ 3166568 w 5095972"/>
              <a:gd name="connsiteY16" fmla="*/ 4840512 h 4842127"/>
              <a:gd name="connsiteX17" fmla="*/ 2431760 w 5095972"/>
              <a:gd name="connsiteY17" fmla="*/ 3798291 h 4842127"/>
              <a:gd name="connsiteX18" fmla="*/ 1176032 w 5095972"/>
              <a:gd name="connsiteY18" fmla="*/ 4301775 h 4842127"/>
              <a:gd name="connsiteX19" fmla="*/ 1559781 w 5095972"/>
              <a:gd name="connsiteY19" fmla="*/ 2981795 h 4842127"/>
              <a:gd name="connsiteX20" fmla="*/ 388250 w 5095972"/>
              <a:gd name="connsiteY20" fmla="*/ 3077685 h 4842127"/>
              <a:gd name="connsiteX21" fmla="*/ 40328 w 5095972"/>
              <a:gd name="connsiteY21" fmla="*/ 2805931 h 4842127"/>
              <a:gd name="connsiteX0" fmla="*/ 40328 w 5095972"/>
              <a:gd name="connsiteY0" fmla="*/ 2805931 h 4842017"/>
              <a:gd name="connsiteX1" fmla="*/ 1247571 w 5095972"/>
              <a:gd name="connsiteY1" fmla="*/ 2160898 h 4842017"/>
              <a:gd name="connsiteX2" fmla="*/ 582112 w 5095972"/>
              <a:gd name="connsiteY2" fmla="*/ 1385661 h 4842017"/>
              <a:gd name="connsiteX3" fmla="*/ 457035 w 5095972"/>
              <a:gd name="connsiteY3" fmla="*/ 1036086 h 4842017"/>
              <a:gd name="connsiteX4" fmla="*/ 867546 w 5095972"/>
              <a:gd name="connsiteY4" fmla="*/ 1014344 h 4842017"/>
              <a:gd name="connsiteX5" fmla="*/ 1966018 w 5095972"/>
              <a:gd name="connsiteY5" fmla="*/ 1279850 h 4842017"/>
              <a:gd name="connsiteX6" fmla="*/ 2749948 w 5095972"/>
              <a:gd name="connsiteY6" fmla="*/ 0 h 4842017"/>
              <a:gd name="connsiteX7" fmla="*/ 3146302 w 5095972"/>
              <a:gd name="connsiteY7" fmla="*/ 1278714 h 4842017"/>
              <a:gd name="connsiteX8" fmla="*/ 4680372 w 5095972"/>
              <a:gd name="connsiteY8" fmla="*/ 711224 h 4842017"/>
              <a:gd name="connsiteX9" fmla="*/ 4255280 w 5095972"/>
              <a:gd name="connsiteY9" fmla="*/ 1480991 h 4842017"/>
              <a:gd name="connsiteX10" fmla="*/ 3905187 w 5095972"/>
              <a:gd name="connsiteY10" fmla="*/ 2012985 h 4842017"/>
              <a:gd name="connsiteX11" fmla="*/ 5084889 w 5095972"/>
              <a:gd name="connsiteY11" fmla="*/ 2339389 h 4842017"/>
              <a:gd name="connsiteX12" fmla="*/ 4694264 w 5095972"/>
              <a:gd name="connsiteY12" fmla="*/ 2632297 h 4842017"/>
              <a:gd name="connsiteX13" fmla="*/ 3961178 w 5095972"/>
              <a:gd name="connsiteY13" fmla="*/ 2866407 h 4842017"/>
              <a:gd name="connsiteX14" fmla="*/ 4479678 w 5095972"/>
              <a:gd name="connsiteY14" fmla="*/ 3770174 h 4842017"/>
              <a:gd name="connsiteX15" fmla="*/ 3249533 w 5095972"/>
              <a:gd name="connsiteY15" fmla="*/ 3507473 h 4842017"/>
              <a:gd name="connsiteX16" fmla="*/ 3166568 w 5095972"/>
              <a:gd name="connsiteY16" fmla="*/ 4840512 h 4842017"/>
              <a:gd name="connsiteX17" fmla="*/ 2404406 w 5095972"/>
              <a:gd name="connsiteY17" fmla="*/ 3718173 h 4842017"/>
              <a:gd name="connsiteX18" fmla="*/ 1176032 w 5095972"/>
              <a:gd name="connsiteY18" fmla="*/ 4301775 h 4842017"/>
              <a:gd name="connsiteX19" fmla="*/ 1559781 w 5095972"/>
              <a:gd name="connsiteY19" fmla="*/ 2981795 h 4842017"/>
              <a:gd name="connsiteX20" fmla="*/ 388250 w 5095972"/>
              <a:gd name="connsiteY20" fmla="*/ 3077685 h 4842017"/>
              <a:gd name="connsiteX21" fmla="*/ 40328 w 5095972"/>
              <a:gd name="connsiteY21" fmla="*/ 2805931 h 4842017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176032 w 5095972"/>
              <a:gd name="connsiteY18" fmla="*/ 4301775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40328 w 5095972"/>
              <a:gd name="connsiteY0" fmla="*/ 2805931 h 4841960"/>
              <a:gd name="connsiteX1" fmla="*/ 1247571 w 5095972"/>
              <a:gd name="connsiteY1" fmla="*/ 2160898 h 4841960"/>
              <a:gd name="connsiteX2" fmla="*/ 582112 w 5095972"/>
              <a:gd name="connsiteY2" fmla="*/ 1385661 h 4841960"/>
              <a:gd name="connsiteX3" fmla="*/ 457035 w 5095972"/>
              <a:gd name="connsiteY3" fmla="*/ 1036086 h 4841960"/>
              <a:gd name="connsiteX4" fmla="*/ 867546 w 5095972"/>
              <a:gd name="connsiteY4" fmla="*/ 1014344 h 4841960"/>
              <a:gd name="connsiteX5" fmla="*/ 1966018 w 5095972"/>
              <a:gd name="connsiteY5" fmla="*/ 1279850 h 4841960"/>
              <a:gd name="connsiteX6" fmla="*/ 2749948 w 5095972"/>
              <a:gd name="connsiteY6" fmla="*/ 0 h 4841960"/>
              <a:gd name="connsiteX7" fmla="*/ 3146302 w 5095972"/>
              <a:gd name="connsiteY7" fmla="*/ 1278714 h 4841960"/>
              <a:gd name="connsiteX8" fmla="*/ 4680372 w 5095972"/>
              <a:gd name="connsiteY8" fmla="*/ 711224 h 4841960"/>
              <a:gd name="connsiteX9" fmla="*/ 4255280 w 5095972"/>
              <a:gd name="connsiteY9" fmla="*/ 1480991 h 4841960"/>
              <a:gd name="connsiteX10" fmla="*/ 3905187 w 5095972"/>
              <a:gd name="connsiteY10" fmla="*/ 2012985 h 4841960"/>
              <a:gd name="connsiteX11" fmla="*/ 5084889 w 5095972"/>
              <a:gd name="connsiteY11" fmla="*/ 2339389 h 4841960"/>
              <a:gd name="connsiteX12" fmla="*/ 4694264 w 5095972"/>
              <a:gd name="connsiteY12" fmla="*/ 2632297 h 4841960"/>
              <a:gd name="connsiteX13" fmla="*/ 3961178 w 5095972"/>
              <a:gd name="connsiteY13" fmla="*/ 2866407 h 4841960"/>
              <a:gd name="connsiteX14" fmla="*/ 4479678 w 5095972"/>
              <a:gd name="connsiteY14" fmla="*/ 3770174 h 4841960"/>
              <a:gd name="connsiteX15" fmla="*/ 3249533 w 5095972"/>
              <a:gd name="connsiteY15" fmla="*/ 3507473 h 4841960"/>
              <a:gd name="connsiteX16" fmla="*/ 3166568 w 5095972"/>
              <a:gd name="connsiteY16" fmla="*/ 4840512 h 4841960"/>
              <a:gd name="connsiteX17" fmla="*/ 2404406 w 5095972"/>
              <a:gd name="connsiteY17" fmla="*/ 3718173 h 4841960"/>
              <a:gd name="connsiteX18" fmla="*/ 1075419 w 5095972"/>
              <a:gd name="connsiteY18" fmla="*/ 4437056 h 4841960"/>
              <a:gd name="connsiteX19" fmla="*/ 1559781 w 5095972"/>
              <a:gd name="connsiteY19" fmla="*/ 2981795 h 4841960"/>
              <a:gd name="connsiteX20" fmla="*/ 388250 w 5095972"/>
              <a:gd name="connsiteY20" fmla="*/ 3077685 h 4841960"/>
              <a:gd name="connsiteX21" fmla="*/ 40328 w 5095972"/>
              <a:gd name="connsiteY21" fmla="*/ 2805931 h 4841960"/>
              <a:gd name="connsiteX0" fmla="*/ 0 w 5055644"/>
              <a:gd name="connsiteY0" fmla="*/ 2805931 h 4841960"/>
              <a:gd name="connsiteX1" fmla="*/ 1207243 w 5055644"/>
              <a:gd name="connsiteY1" fmla="*/ 2160898 h 4841960"/>
              <a:gd name="connsiteX2" fmla="*/ 541784 w 5055644"/>
              <a:gd name="connsiteY2" fmla="*/ 1385661 h 4841960"/>
              <a:gd name="connsiteX3" fmla="*/ 416707 w 5055644"/>
              <a:gd name="connsiteY3" fmla="*/ 1036086 h 4841960"/>
              <a:gd name="connsiteX4" fmla="*/ 827218 w 5055644"/>
              <a:gd name="connsiteY4" fmla="*/ 1014344 h 4841960"/>
              <a:gd name="connsiteX5" fmla="*/ 1925690 w 5055644"/>
              <a:gd name="connsiteY5" fmla="*/ 1279850 h 4841960"/>
              <a:gd name="connsiteX6" fmla="*/ 2709620 w 5055644"/>
              <a:gd name="connsiteY6" fmla="*/ 0 h 4841960"/>
              <a:gd name="connsiteX7" fmla="*/ 3105974 w 5055644"/>
              <a:gd name="connsiteY7" fmla="*/ 1278714 h 4841960"/>
              <a:gd name="connsiteX8" fmla="*/ 4640044 w 5055644"/>
              <a:gd name="connsiteY8" fmla="*/ 711224 h 4841960"/>
              <a:gd name="connsiteX9" fmla="*/ 4214952 w 5055644"/>
              <a:gd name="connsiteY9" fmla="*/ 1480991 h 4841960"/>
              <a:gd name="connsiteX10" fmla="*/ 3864859 w 5055644"/>
              <a:gd name="connsiteY10" fmla="*/ 2012985 h 4841960"/>
              <a:gd name="connsiteX11" fmla="*/ 5044561 w 5055644"/>
              <a:gd name="connsiteY11" fmla="*/ 2339389 h 4841960"/>
              <a:gd name="connsiteX12" fmla="*/ 4653936 w 5055644"/>
              <a:gd name="connsiteY12" fmla="*/ 2632297 h 4841960"/>
              <a:gd name="connsiteX13" fmla="*/ 3920850 w 5055644"/>
              <a:gd name="connsiteY13" fmla="*/ 2866407 h 4841960"/>
              <a:gd name="connsiteX14" fmla="*/ 4439350 w 5055644"/>
              <a:gd name="connsiteY14" fmla="*/ 3770174 h 4841960"/>
              <a:gd name="connsiteX15" fmla="*/ 3209205 w 5055644"/>
              <a:gd name="connsiteY15" fmla="*/ 3507473 h 4841960"/>
              <a:gd name="connsiteX16" fmla="*/ 3126240 w 5055644"/>
              <a:gd name="connsiteY16" fmla="*/ 4840512 h 4841960"/>
              <a:gd name="connsiteX17" fmla="*/ 2364078 w 5055644"/>
              <a:gd name="connsiteY17" fmla="*/ 3718173 h 4841960"/>
              <a:gd name="connsiteX18" fmla="*/ 1035091 w 5055644"/>
              <a:gd name="connsiteY18" fmla="*/ 4437056 h 4841960"/>
              <a:gd name="connsiteX19" fmla="*/ 1519453 w 5055644"/>
              <a:gd name="connsiteY19" fmla="*/ 2981795 h 4841960"/>
              <a:gd name="connsiteX20" fmla="*/ 0 w 5055644"/>
              <a:gd name="connsiteY20" fmla="*/ 2805931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599657 w 5113517"/>
              <a:gd name="connsiteY2" fmla="*/ 1385661 h 4841960"/>
              <a:gd name="connsiteX3" fmla="*/ 474580 w 5113517"/>
              <a:gd name="connsiteY3" fmla="*/ 1036086 h 4841960"/>
              <a:gd name="connsiteX4" fmla="*/ 885091 w 5113517"/>
              <a:gd name="connsiteY4" fmla="*/ 1014344 h 4841960"/>
              <a:gd name="connsiteX5" fmla="*/ 1983563 w 5113517"/>
              <a:gd name="connsiteY5" fmla="*/ 1279850 h 4841960"/>
              <a:gd name="connsiteX6" fmla="*/ 2767493 w 5113517"/>
              <a:gd name="connsiteY6" fmla="*/ 0 h 4841960"/>
              <a:gd name="connsiteX7" fmla="*/ 3163847 w 5113517"/>
              <a:gd name="connsiteY7" fmla="*/ 1278714 h 4841960"/>
              <a:gd name="connsiteX8" fmla="*/ 4697917 w 5113517"/>
              <a:gd name="connsiteY8" fmla="*/ 711224 h 4841960"/>
              <a:gd name="connsiteX9" fmla="*/ 4272825 w 5113517"/>
              <a:gd name="connsiteY9" fmla="*/ 1480991 h 4841960"/>
              <a:gd name="connsiteX10" fmla="*/ 3922732 w 5113517"/>
              <a:gd name="connsiteY10" fmla="*/ 2012985 h 4841960"/>
              <a:gd name="connsiteX11" fmla="*/ 5102434 w 5113517"/>
              <a:gd name="connsiteY11" fmla="*/ 2339389 h 4841960"/>
              <a:gd name="connsiteX12" fmla="*/ 4711809 w 5113517"/>
              <a:gd name="connsiteY12" fmla="*/ 2632297 h 4841960"/>
              <a:gd name="connsiteX13" fmla="*/ 3978723 w 5113517"/>
              <a:gd name="connsiteY13" fmla="*/ 2866407 h 4841960"/>
              <a:gd name="connsiteX14" fmla="*/ 4497223 w 5113517"/>
              <a:gd name="connsiteY14" fmla="*/ 3770174 h 4841960"/>
              <a:gd name="connsiteX15" fmla="*/ 3267078 w 5113517"/>
              <a:gd name="connsiteY15" fmla="*/ 3507473 h 4841960"/>
              <a:gd name="connsiteX16" fmla="*/ 3184113 w 5113517"/>
              <a:gd name="connsiteY16" fmla="*/ 4840512 h 4841960"/>
              <a:gd name="connsiteX17" fmla="*/ 2421951 w 5113517"/>
              <a:gd name="connsiteY17" fmla="*/ 3718173 h 4841960"/>
              <a:gd name="connsiteX18" fmla="*/ 1092964 w 5113517"/>
              <a:gd name="connsiteY18" fmla="*/ 4437056 h 4841960"/>
              <a:gd name="connsiteX19" fmla="*/ 1577326 w 5113517"/>
              <a:gd name="connsiteY19" fmla="*/ 2981795 h 4841960"/>
              <a:gd name="connsiteX20" fmla="*/ -1 w 5113517"/>
              <a:gd name="connsiteY20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599659 w 5113519"/>
              <a:gd name="connsiteY2" fmla="*/ 1385661 h 4841960"/>
              <a:gd name="connsiteX3" fmla="*/ 474582 w 5113519"/>
              <a:gd name="connsiteY3" fmla="*/ 1036086 h 4841960"/>
              <a:gd name="connsiteX4" fmla="*/ 885093 w 5113519"/>
              <a:gd name="connsiteY4" fmla="*/ 1014344 h 4841960"/>
              <a:gd name="connsiteX5" fmla="*/ 1983565 w 5113519"/>
              <a:gd name="connsiteY5" fmla="*/ 1279850 h 4841960"/>
              <a:gd name="connsiteX6" fmla="*/ 2767495 w 5113519"/>
              <a:gd name="connsiteY6" fmla="*/ 0 h 4841960"/>
              <a:gd name="connsiteX7" fmla="*/ 3163849 w 5113519"/>
              <a:gd name="connsiteY7" fmla="*/ 1278714 h 4841960"/>
              <a:gd name="connsiteX8" fmla="*/ 4697919 w 5113519"/>
              <a:gd name="connsiteY8" fmla="*/ 711224 h 4841960"/>
              <a:gd name="connsiteX9" fmla="*/ 4272827 w 5113519"/>
              <a:gd name="connsiteY9" fmla="*/ 1480991 h 4841960"/>
              <a:gd name="connsiteX10" fmla="*/ 3922734 w 5113519"/>
              <a:gd name="connsiteY10" fmla="*/ 2012985 h 4841960"/>
              <a:gd name="connsiteX11" fmla="*/ 5102436 w 5113519"/>
              <a:gd name="connsiteY11" fmla="*/ 2339389 h 4841960"/>
              <a:gd name="connsiteX12" fmla="*/ 4711811 w 5113519"/>
              <a:gd name="connsiteY12" fmla="*/ 2632297 h 4841960"/>
              <a:gd name="connsiteX13" fmla="*/ 3978725 w 5113519"/>
              <a:gd name="connsiteY13" fmla="*/ 2866407 h 4841960"/>
              <a:gd name="connsiteX14" fmla="*/ 4497225 w 5113519"/>
              <a:gd name="connsiteY14" fmla="*/ 3770174 h 4841960"/>
              <a:gd name="connsiteX15" fmla="*/ 3267080 w 5113519"/>
              <a:gd name="connsiteY15" fmla="*/ 3507473 h 4841960"/>
              <a:gd name="connsiteX16" fmla="*/ 3184115 w 5113519"/>
              <a:gd name="connsiteY16" fmla="*/ 4840512 h 4841960"/>
              <a:gd name="connsiteX17" fmla="*/ 2421953 w 5113519"/>
              <a:gd name="connsiteY17" fmla="*/ 3718173 h 4841960"/>
              <a:gd name="connsiteX18" fmla="*/ 1092966 w 5113519"/>
              <a:gd name="connsiteY18" fmla="*/ 4437056 h 4841960"/>
              <a:gd name="connsiteX19" fmla="*/ 1577328 w 5113519"/>
              <a:gd name="connsiteY19" fmla="*/ 2981795 h 4841960"/>
              <a:gd name="connsiteX20" fmla="*/ 1 w 5113519"/>
              <a:gd name="connsiteY20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74580 w 5113517"/>
              <a:gd name="connsiteY2" fmla="*/ 1036086 h 4841960"/>
              <a:gd name="connsiteX3" fmla="*/ 885091 w 5113517"/>
              <a:gd name="connsiteY3" fmla="*/ 1014344 h 4841960"/>
              <a:gd name="connsiteX4" fmla="*/ 1983563 w 5113517"/>
              <a:gd name="connsiteY4" fmla="*/ 1279850 h 4841960"/>
              <a:gd name="connsiteX5" fmla="*/ 2767493 w 5113517"/>
              <a:gd name="connsiteY5" fmla="*/ 0 h 4841960"/>
              <a:gd name="connsiteX6" fmla="*/ 3163847 w 5113517"/>
              <a:gd name="connsiteY6" fmla="*/ 1278714 h 4841960"/>
              <a:gd name="connsiteX7" fmla="*/ 4697917 w 5113517"/>
              <a:gd name="connsiteY7" fmla="*/ 711224 h 4841960"/>
              <a:gd name="connsiteX8" fmla="*/ 4272825 w 5113517"/>
              <a:gd name="connsiteY8" fmla="*/ 1480991 h 4841960"/>
              <a:gd name="connsiteX9" fmla="*/ 3922732 w 5113517"/>
              <a:gd name="connsiteY9" fmla="*/ 2012985 h 4841960"/>
              <a:gd name="connsiteX10" fmla="*/ 5102434 w 5113517"/>
              <a:gd name="connsiteY10" fmla="*/ 2339389 h 4841960"/>
              <a:gd name="connsiteX11" fmla="*/ 4711809 w 5113517"/>
              <a:gd name="connsiteY11" fmla="*/ 2632297 h 4841960"/>
              <a:gd name="connsiteX12" fmla="*/ 3978723 w 5113517"/>
              <a:gd name="connsiteY12" fmla="*/ 2866407 h 4841960"/>
              <a:gd name="connsiteX13" fmla="*/ 4497223 w 5113517"/>
              <a:gd name="connsiteY13" fmla="*/ 3770174 h 4841960"/>
              <a:gd name="connsiteX14" fmla="*/ 3267078 w 5113517"/>
              <a:gd name="connsiteY14" fmla="*/ 3507473 h 4841960"/>
              <a:gd name="connsiteX15" fmla="*/ 3184113 w 5113517"/>
              <a:gd name="connsiteY15" fmla="*/ 4840512 h 4841960"/>
              <a:gd name="connsiteX16" fmla="*/ 2421951 w 5113517"/>
              <a:gd name="connsiteY16" fmla="*/ 3718173 h 4841960"/>
              <a:gd name="connsiteX17" fmla="*/ 1092964 w 5113517"/>
              <a:gd name="connsiteY17" fmla="*/ 4437056 h 4841960"/>
              <a:gd name="connsiteX18" fmla="*/ 1577326 w 5113517"/>
              <a:gd name="connsiteY18" fmla="*/ 2981795 h 4841960"/>
              <a:gd name="connsiteX19" fmla="*/ -1 w 5113517"/>
              <a:gd name="connsiteY19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74582 w 5113519"/>
              <a:gd name="connsiteY2" fmla="*/ 103608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13519"/>
              <a:gd name="connsiteY0" fmla="*/ 2871567 h 4841960"/>
              <a:gd name="connsiteX1" fmla="*/ 1265118 w 5113519"/>
              <a:gd name="connsiteY1" fmla="*/ 2160898 h 4841960"/>
              <a:gd name="connsiteX2" fmla="*/ 485508 w 5113519"/>
              <a:gd name="connsiteY2" fmla="*/ 933726 h 4841960"/>
              <a:gd name="connsiteX3" fmla="*/ 1983565 w 5113519"/>
              <a:gd name="connsiteY3" fmla="*/ 1279850 h 4841960"/>
              <a:gd name="connsiteX4" fmla="*/ 2767495 w 5113519"/>
              <a:gd name="connsiteY4" fmla="*/ 0 h 4841960"/>
              <a:gd name="connsiteX5" fmla="*/ 3163849 w 5113519"/>
              <a:gd name="connsiteY5" fmla="*/ 1278714 h 4841960"/>
              <a:gd name="connsiteX6" fmla="*/ 4697919 w 5113519"/>
              <a:gd name="connsiteY6" fmla="*/ 711224 h 4841960"/>
              <a:gd name="connsiteX7" fmla="*/ 4272827 w 5113519"/>
              <a:gd name="connsiteY7" fmla="*/ 1480991 h 4841960"/>
              <a:gd name="connsiteX8" fmla="*/ 3922734 w 5113519"/>
              <a:gd name="connsiteY8" fmla="*/ 2012985 h 4841960"/>
              <a:gd name="connsiteX9" fmla="*/ 5102436 w 5113519"/>
              <a:gd name="connsiteY9" fmla="*/ 2339389 h 4841960"/>
              <a:gd name="connsiteX10" fmla="*/ 4711811 w 5113519"/>
              <a:gd name="connsiteY10" fmla="*/ 2632297 h 4841960"/>
              <a:gd name="connsiteX11" fmla="*/ 3978725 w 5113519"/>
              <a:gd name="connsiteY11" fmla="*/ 2866407 h 4841960"/>
              <a:gd name="connsiteX12" fmla="*/ 4497225 w 5113519"/>
              <a:gd name="connsiteY12" fmla="*/ 3770174 h 4841960"/>
              <a:gd name="connsiteX13" fmla="*/ 3267080 w 5113519"/>
              <a:gd name="connsiteY13" fmla="*/ 3507473 h 4841960"/>
              <a:gd name="connsiteX14" fmla="*/ 3184115 w 5113519"/>
              <a:gd name="connsiteY14" fmla="*/ 4840512 h 4841960"/>
              <a:gd name="connsiteX15" fmla="*/ 2421953 w 5113519"/>
              <a:gd name="connsiteY15" fmla="*/ 3718173 h 4841960"/>
              <a:gd name="connsiteX16" fmla="*/ 1092966 w 5113519"/>
              <a:gd name="connsiteY16" fmla="*/ 4437056 h 4841960"/>
              <a:gd name="connsiteX17" fmla="*/ 1577328 w 5113519"/>
              <a:gd name="connsiteY17" fmla="*/ 2981795 h 4841960"/>
              <a:gd name="connsiteX18" fmla="*/ 1 w 5113519"/>
              <a:gd name="connsiteY18" fmla="*/ 2871567 h 4841960"/>
              <a:gd name="connsiteX0" fmla="*/ -1 w 5113517"/>
              <a:gd name="connsiteY0" fmla="*/ 2871567 h 4841960"/>
              <a:gd name="connsiteX1" fmla="*/ 1265116 w 5113517"/>
              <a:gd name="connsiteY1" fmla="*/ 2160898 h 4841960"/>
              <a:gd name="connsiteX2" fmla="*/ 485506 w 5113517"/>
              <a:gd name="connsiteY2" fmla="*/ 933726 h 4841960"/>
              <a:gd name="connsiteX3" fmla="*/ 1983563 w 5113517"/>
              <a:gd name="connsiteY3" fmla="*/ 1279850 h 4841960"/>
              <a:gd name="connsiteX4" fmla="*/ 2767493 w 5113517"/>
              <a:gd name="connsiteY4" fmla="*/ 0 h 4841960"/>
              <a:gd name="connsiteX5" fmla="*/ 3163847 w 5113517"/>
              <a:gd name="connsiteY5" fmla="*/ 1278714 h 4841960"/>
              <a:gd name="connsiteX6" fmla="*/ 4697917 w 5113517"/>
              <a:gd name="connsiteY6" fmla="*/ 711224 h 4841960"/>
              <a:gd name="connsiteX7" fmla="*/ 4272825 w 5113517"/>
              <a:gd name="connsiteY7" fmla="*/ 1480991 h 4841960"/>
              <a:gd name="connsiteX8" fmla="*/ 3922732 w 5113517"/>
              <a:gd name="connsiteY8" fmla="*/ 2012985 h 4841960"/>
              <a:gd name="connsiteX9" fmla="*/ 5102434 w 5113517"/>
              <a:gd name="connsiteY9" fmla="*/ 2339389 h 4841960"/>
              <a:gd name="connsiteX10" fmla="*/ 4711809 w 5113517"/>
              <a:gd name="connsiteY10" fmla="*/ 2632297 h 4841960"/>
              <a:gd name="connsiteX11" fmla="*/ 3978723 w 5113517"/>
              <a:gd name="connsiteY11" fmla="*/ 2866407 h 4841960"/>
              <a:gd name="connsiteX12" fmla="*/ 4497223 w 5113517"/>
              <a:gd name="connsiteY12" fmla="*/ 3770174 h 4841960"/>
              <a:gd name="connsiteX13" fmla="*/ 3267078 w 5113517"/>
              <a:gd name="connsiteY13" fmla="*/ 3507473 h 4841960"/>
              <a:gd name="connsiteX14" fmla="*/ 3184113 w 5113517"/>
              <a:gd name="connsiteY14" fmla="*/ 4840512 h 4841960"/>
              <a:gd name="connsiteX15" fmla="*/ 2421951 w 5113517"/>
              <a:gd name="connsiteY15" fmla="*/ 3718173 h 4841960"/>
              <a:gd name="connsiteX16" fmla="*/ 1092964 w 5113517"/>
              <a:gd name="connsiteY16" fmla="*/ 4437056 h 4841960"/>
              <a:gd name="connsiteX17" fmla="*/ 1577326 w 5113517"/>
              <a:gd name="connsiteY17" fmla="*/ 2981795 h 4841960"/>
              <a:gd name="connsiteX18" fmla="*/ -1 w 5113517"/>
              <a:gd name="connsiteY18" fmla="*/ 2871567 h 4841960"/>
              <a:gd name="connsiteX0" fmla="*/ 1 w 5102498"/>
              <a:gd name="connsiteY0" fmla="*/ 2871567 h 4841960"/>
              <a:gd name="connsiteX1" fmla="*/ 1265118 w 5102498"/>
              <a:gd name="connsiteY1" fmla="*/ 2160898 h 4841960"/>
              <a:gd name="connsiteX2" fmla="*/ 485508 w 5102498"/>
              <a:gd name="connsiteY2" fmla="*/ 933726 h 4841960"/>
              <a:gd name="connsiteX3" fmla="*/ 1983565 w 5102498"/>
              <a:gd name="connsiteY3" fmla="*/ 1279850 h 4841960"/>
              <a:gd name="connsiteX4" fmla="*/ 2767495 w 5102498"/>
              <a:gd name="connsiteY4" fmla="*/ 0 h 4841960"/>
              <a:gd name="connsiteX5" fmla="*/ 3163849 w 5102498"/>
              <a:gd name="connsiteY5" fmla="*/ 1278714 h 4841960"/>
              <a:gd name="connsiteX6" fmla="*/ 4697919 w 5102498"/>
              <a:gd name="connsiteY6" fmla="*/ 711224 h 4841960"/>
              <a:gd name="connsiteX7" fmla="*/ 4272827 w 5102498"/>
              <a:gd name="connsiteY7" fmla="*/ 1480991 h 4841960"/>
              <a:gd name="connsiteX8" fmla="*/ 3922734 w 5102498"/>
              <a:gd name="connsiteY8" fmla="*/ 2012985 h 4841960"/>
              <a:gd name="connsiteX9" fmla="*/ 5102436 w 5102498"/>
              <a:gd name="connsiteY9" fmla="*/ 2339389 h 4841960"/>
              <a:gd name="connsiteX10" fmla="*/ 3978725 w 5102498"/>
              <a:gd name="connsiteY10" fmla="*/ 2866407 h 4841960"/>
              <a:gd name="connsiteX11" fmla="*/ 4497225 w 5102498"/>
              <a:gd name="connsiteY11" fmla="*/ 3770174 h 4841960"/>
              <a:gd name="connsiteX12" fmla="*/ 3267080 w 5102498"/>
              <a:gd name="connsiteY12" fmla="*/ 3507473 h 4841960"/>
              <a:gd name="connsiteX13" fmla="*/ 3184115 w 5102498"/>
              <a:gd name="connsiteY13" fmla="*/ 4840512 h 4841960"/>
              <a:gd name="connsiteX14" fmla="*/ 2421953 w 5102498"/>
              <a:gd name="connsiteY14" fmla="*/ 3718173 h 4841960"/>
              <a:gd name="connsiteX15" fmla="*/ 1092966 w 5102498"/>
              <a:gd name="connsiteY15" fmla="*/ 4437056 h 4841960"/>
              <a:gd name="connsiteX16" fmla="*/ 1577328 w 5102498"/>
              <a:gd name="connsiteY16" fmla="*/ 2981795 h 4841960"/>
              <a:gd name="connsiteX17" fmla="*/ 1 w 5102498"/>
              <a:gd name="connsiteY17" fmla="*/ 2871567 h 4841960"/>
              <a:gd name="connsiteX0" fmla="*/ -1 w 5102490"/>
              <a:gd name="connsiteY0" fmla="*/ 2871567 h 4841960"/>
              <a:gd name="connsiteX1" fmla="*/ 1265116 w 5102490"/>
              <a:gd name="connsiteY1" fmla="*/ 2160898 h 4841960"/>
              <a:gd name="connsiteX2" fmla="*/ 485506 w 5102490"/>
              <a:gd name="connsiteY2" fmla="*/ 933726 h 4841960"/>
              <a:gd name="connsiteX3" fmla="*/ 1983563 w 5102490"/>
              <a:gd name="connsiteY3" fmla="*/ 1279850 h 4841960"/>
              <a:gd name="connsiteX4" fmla="*/ 2767493 w 5102490"/>
              <a:gd name="connsiteY4" fmla="*/ 0 h 4841960"/>
              <a:gd name="connsiteX5" fmla="*/ 3163847 w 5102490"/>
              <a:gd name="connsiteY5" fmla="*/ 1278714 h 4841960"/>
              <a:gd name="connsiteX6" fmla="*/ 4697917 w 5102490"/>
              <a:gd name="connsiteY6" fmla="*/ 711224 h 4841960"/>
              <a:gd name="connsiteX7" fmla="*/ 4272825 w 5102490"/>
              <a:gd name="connsiteY7" fmla="*/ 1480991 h 4841960"/>
              <a:gd name="connsiteX8" fmla="*/ 3922732 w 5102490"/>
              <a:gd name="connsiteY8" fmla="*/ 2012985 h 4841960"/>
              <a:gd name="connsiteX9" fmla="*/ 5102434 w 5102490"/>
              <a:gd name="connsiteY9" fmla="*/ 2339389 h 4841960"/>
              <a:gd name="connsiteX10" fmla="*/ 3863684 w 5102490"/>
              <a:gd name="connsiteY10" fmla="*/ 2811641 h 4841960"/>
              <a:gd name="connsiteX11" fmla="*/ 4497223 w 5102490"/>
              <a:gd name="connsiteY11" fmla="*/ 3770174 h 4841960"/>
              <a:gd name="connsiteX12" fmla="*/ 3267078 w 5102490"/>
              <a:gd name="connsiteY12" fmla="*/ 3507473 h 4841960"/>
              <a:gd name="connsiteX13" fmla="*/ 3184113 w 5102490"/>
              <a:gd name="connsiteY13" fmla="*/ 4840512 h 4841960"/>
              <a:gd name="connsiteX14" fmla="*/ 2421951 w 5102490"/>
              <a:gd name="connsiteY14" fmla="*/ 3718173 h 4841960"/>
              <a:gd name="connsiteX15" fmla="*/ 1092964 w 5102490"/>
              <a:gd name="connsiteY15" fmla="*/ 4437056 h 4841960"/>
              <a:gd name="connsiteX16" fmla="*/ 1577326 w 5102490"/>
              <a:gd name="connsiteY16" fmla="*/ 2981795 h 4841960"/>
              <a:gd name="connsiteX17" fmla="*/ -1 w 5102490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265116 w 5102525"/>
              <a:gd name="connsiteY1" fmla="*/ 2160898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265118 w 5102527"/>
              <a:gd name="connsiteY1" fmla="*/ 2160898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332556 w 5102525"/>
              <a:gd name="connsiteY1" fmla="*/ 2089701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67078 w 5102525"/>
              <a:gd name="connsiteY12" fmla="*/ 3507473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67080 w 5102527"/>
              <a:gd name="connsiteY12" fmla="*/ 3507473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497223 w 5102525"/>
              <a:gd name="connsiteY11" fmla="*/ 3770174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497225 w 5102527"/>
              <a:gd name="connsiteY11" fmla="*/ 3770174 h 4841960"/>
              <a:gd name="connsiteX12" fmla="*/ 3217930 w 5102527"/>
              <a:gd name="connsiteY12" fmla="*/ 3356807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1983563 w 5102525"/>
              <a:gd name="connsiteY3" fmla="*/ 1279850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217928 w 5102525"/>
              <a:gd name="connsiteY12" fmla="*/ 3356807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1983565 w 5102527"/>
              <a:gd name="connsiteY3" fmla="*/ 1279850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320372 w 5102525"/>
              <a:gd name="connsiteY3" fmla="*/ 1553982 h 4841960"/>
              <a:gd name="connsiteX4" fmla="*/ 2767493 w 5102525"/>
              <a:gd name="connsiteY4" fmla="*/ 0 h 4841960"/>
              <a:gd name="connsiteX5" fmla="*/ 3163847 w 5102525"/>
              <a:gd name="connsiteY5" fmla="*/ 1278714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63849 w 5102527"/>
              <a:gd name="connsiteY5" fmla="*/ 1278714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-1 w 5102525"/>
              <a:gd name="connsiteY0" fmla="*/ 2871567 h 4841960"/>
              <a:gd name="connsiteX1" fmla="*/ 1612941 w 5102525"/>
              <a:gd name="connsiteY1" fmla="*/ 2131595 h 4841960"/>
              <a:gd name="connsiteX2" fmla="*/ 485506 w 5102525"/>
              <a:gd name="connsiteY2" fmla="*/ 933726 h 4841960"/>
              <a:gd name="connsiteX3" fmla="*/ 2253600 w 5102525"/>
              <a:gd name="connsiteY3" fmla="*/ 1457047 h 4841960"/>
              <a:gd name="connsiteX4" fmla="*/ 2767493 w 5102525"/>
              <a:gd name="connsiteY4" fmla="*/ 0 h 4841960"/>
              <a:gd name="connsiteX5" fmla="*/ 3180840 w 5102525"/>
              <a:gd name="connsiteY5" fmla="*/ 1613401 h 4841960"/>
              <a:gd name="connsiteX6" fmla="*/ 4697917 w 5102525"/>
              <a:gd name="connsiteY6" fmla="*/ 711224 h 4841960"/>
              <a:gd name="connsiteX7" fmla="*/ 4272825 w 5102525"/>
              <a:gd name="connsiteY7" fmla="*/ 1480991 h 4841960"/>
              <a:gd name="connsiteX8" fmla="*/ 3922732 w 5102525"/>
              <a:gd name="connsiteY8" fmla="*/ 2012985 h 4841960"/>
              <a:gd name="connsiteX9" fmla="*/ 5102434 w 5102525"/>
              <a:gd name="connsiteY9" fmla="*/ 2339389 h 4841960"/>
              <a:gd name="connsiteX10" fmla="*/ 3863684 w 5102525"/>
              <a:gd name="connsiteY10" fmla="*/ 2811641 h 4841960"/>
              <a:gd name="connsiteX11" fmla="*/ 4828313 w 5102525"/>
              <a:gd name="connsiteY11" fmla="*/ 3987432 h 4841960"/>
              <a:gd name="connsiteX12" fmla="*/ 3349200 w 5102525"/>
              <a:gd name="connsiteY12" fmla="*/ 3472552 h 4841960"/>
              <a:gd name="connsiteX13" fmla="*/ 3184113 w 5102525"/>
              <a:gd name="connsiteY13" fmla="*/ 4840512 h 4841960"/>
              <a:gd name="connsiteX14" fmla="*/ 2421951 w 5102525"/>
              <a:gd name="connsiteY14" fmla="*/ 3718173 h 4841960"/>
              <a:gd name="connsiteX15" fmla="*/ 1092964 w 5102525"/>
              <a:gd name="connsiteY15" fmla="*/ 4437056 h 4841960"/>
              <a:gd name="connsiteX16" fmla="*/ 1577326 w 5102525"/>
              <a:gd name="connsiteY16" fmla="*/ 2981795 h 4841960"/>
              <a:gd name="connsiteX17" fmla="*/ -1 w 5102525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922734 w 5102527"/>
              <a:gd name="connsiteY8" fmla="*/ 2012985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72827 w 5102527"/>
              <a:gd name="connsiteY7" fmla="*/ 1480991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80842 w 5102527"/>
              <a:gd name="connsiteY5" fmla="*/ 1613401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97919 w 5102527"/>
              <a:gd name="connsiteY6" fmla="*/ 711224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242603 w 5102527"/>
              <a:gd name="connsiteY7" fmla="*/ 1463567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061602 w 5102527"/>
              <a:gd name="connsiteY5" fmla="*/ 1718142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19523 w 5102527"/>
              <a:gd name="connsiteY6" fmla="*/ 624206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102527"/>
              <a:gd name="connsiteY0" fmla="*/ 2871567 h 4841960"/>
              <a:gd name="connsiteX1" fmla="*/ 1612943 w 5102527"/>
              <a:gd name="connsiteY1" fmla="*/ 2131595 h 4841960"/>
              <a:gd name="connsiteX2" fmla="*/ 485508 w 5102527"/>
              <a:gd name="connsiteY2" fmla="*/ 933726 h 4841960"/>
              <a:gd name="connsiteX3" fmla="*/ 2253602 w 5102527"/>
              <a:gd name="connsiteY3" fmla="*/ 1457047 h 4841960"/>
              <a:gd name="connsiteX4" fmla="*/ 2767495 w 5102527"/>
              <a:gd name="connsiteY4" fmla="*/ 0 h 4841960"/>
              <a:gd name="connsiteX5" fmla="*/ 3119650 w 5102527"/>
              <a:gd name="connsiteY5" fmla="*/ 1641633 h 4841960"/>
              <a:gd name="connsiteX6" fmla="*/ 4668546 w 5102527"/>
              <a:gd name="connsiteY6" fmla="*/ 557980 h 4841960"/>
              <a:gd name="connsiteX7" fmla="*/ 4566662 w 5102527"/>
              <a:gd name="connsiteY7" fmla="*/ 855782 h 4841960"/>
              <a:gd name="connsiteX8" fmla="*/ 3783552 w 5102527"/>
              <a:gd name="connsiteY8" fmla="*/ 2109324 h 4841960"/>
              <a:gd name="connsiteX9" fmla="*/ 5102436 w 5102527"/>
              <a:gd name="connsiteY9" fmla="*/ 2339389 h 4841960"/>
              <a:gd name="connsiteX10" fmla="*/ 3863686 w 5102527"/>
              <a:gd name="connsiteY10" fmla="*/ 2811641 h 4841960"/>
              <a:gd name="connsiteX11" fmla="*/ 4828315 w 5102527"/>
              <a:gd name="connsiteY11" fmla="*/ 3987432 h 4841960"/>
              <a:gd name="connsiteX12" fmla="*/ 3349202 w 5102527"/>
              <a:gd name="connsiteY12" fmla="*/ 3472552 h 4841960"/>
              <a:gd name="connsiteX13" fmla="*/ 3184115 w 5102527"/>
              <a:gd name="connsiteY13" fmla="*/ 4840512 h 4841960"/>
              <a:gd name="connsiteX14" fmla="*/ 2421953 w 5102527"/>
              <a:gd name="connsiteY14" fmla="*/ 3718173 h 4841960"/>
              <a:gd name="connsiteX15" fmla="*/ 1092966 w 5102527"/>
              <a:gd name="connsiteY15" fmla="*/ 4437056 h 4841960"/>
              <a:gd name="connsiteX16" fmla="*/ 1577328 w 5102527"/>
              <a:gd name="connsiteY16" fmla="*/ 2981795 h 4841960"/>
              <a:gd name="connsiteX17" fmla="*/ 1 w 5102527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960"/>
              <a:gd name="connsiteX1" fmla="*/ 1612943 w 5283459"/>
              <a:gd name="connsiteY1" fmla="*/ 2131595 h 4841960"/>
              <a:gd name="connsiteX2" fmla="*/ 485508 w 5283459"/>
              <a:gd name="connsiteY2" fmla="*/ 933726 h 4841960"/>
              <a:gd name="connsiteX3" fmla="*/ 2253602 w 5283459"/>
              <a:gd name="connsiteY3" fmla="*/ 1457047 h 4841960"/>
              <a:gd name="connsiteX4" fmla="*/ 2767495 w 5283459"/>
              <a:gd name="connsiteY4" fmla="*/ 0 h 4841960"/>
              <a:gd name="connsiteX5" fmla="*/ 3119650 w 5283459"/>
              <a:gd name="connsiteY5" fmla="*/ 1641633 h 4841960"/>
              <a:gd name="connsiteX6" fmla="*/ 4668546 w 5283459"/>
              <a:gd name="connsiteY6" fmla="*/ 557980 h 4841960"/>
              <a:gd name="connsiteX7" fmla="*/ 4566662 w 5283459"/>
              <a:gd name="connsiteY7" fmla="*/ 855782 h 4841960"/>
              <a:gd name="connsiteX8" fmla="*/ 3783552 w 5283459"/>
              <a:gd name="connsiteY8" fmla="*/ 2109324 h 4841960"/>
              <a:gd name="connsiteX9" fmla="*/ 5283387 w 5283459"/>
              <a:gd name="connsiteY9" fmla="*/ 2288814 h 4841960"/>
              <a:gd name="connsiteX10" fmla="*/ 3863686 w 5283459"/>
              <a:gd name="connsiteY10" fmla="*/ 2811641 h 4841960"/>
              <a:gd name="connsiteX11" fmla="*/ 4828315 w 5283459"/>
              <a:gd name="connsiteY11" fmla="*/ 3987432 h 4841960"/>
              <a:gd name="connsiteX12" fmla="*/ 3349202 w 5283459"/>
              <a:gd name="connsiteY12" fmla="*/ 3472552 h 4841960"/>
              <a:gd name="connsiteX13" fmla="*/ 3184115 w 5283459"/>
              <a:gd name="connsiteY13" fmla="*/ 4840512 h 4841960"/>
              <a:gd name="connsiteX14" fmla="*/ 2421953 w 5283459"/>
              <a:gd name="connsiteY14" fmla="*/ 3718173 h 4841960"/>
              <a:gd name="connsiteX15" fmla="*/ 1092966 w 5283459"/>
              <a:gd name="connsiteY15" fmla="*/ 4437056 h 4841960"/>
              <a:gd name="connsiteX16" fmla="*/ 1577328 w 5283459"/>
              <a:gd name="connsiteY16" fmla="*/ 2981795 h 4841960"/>
              <a:gd name="connsiteX17" fmla="*/ 1 w 5283459"/>
              <a:gd name="connsiteY17" fmla="*/ 2871567 h 4841960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349202 w 5283459"/>
              <a:gd name="connsiteY12" fmla="*/ 3472552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841759"/>
              <a:gd name="connsiteX1" fmla="*/ 1612943 w 5283459"/>
              <a:gd name="connsiteY1" fmla="*/ 2131595 h 4841759"/>
              <a:gd name="connsiteX2" fmla="*/ 485508 w 5283459"/>
              <a:gd name="connsiteY2" fmla="*/ 933726 h 4841759"/>
              <a:gd name="connsiteX3" fmla="*/ 2253602 w 5283459"/>
              <a:gd name="connsiteY3" fmla="*/ 1457047 h 4841759"/>
              <a:gd name="connsiteX4" fmla="*/ 2767495 w 5283459"/>
              <a:gd name="connsiteY4" fmla="*/ 0 h 4841759"/>
              <a:gd name="connsiteX5" fmla="*/ 3119650 w 5283459"/>
              <a:gd name="connsiteY5" fmla="*/ 1641633 h 4841759"/>
              <a:gd name="connsiteX6" fmla="*/ 4668546 w 5283459"/>
              <a:gd name="connsiteY6" fmla="*/ 557980 h 4841759"/>
              <a:gd name="connsiteX7" fmla="*/ 4566662 w 5283459"/>
              <a:gd name="connsiteY7" fmla="*/ 855782 h 4841759"/>
              <a:gd name="connsiteX8" fmla="*/ 3783552 w 5283459"/>
              <a:gd name="connsiteY8" fmla="*/ 2109324 h 4841759"/>
              <a:gd name="connsiteX9" fmla="*/ 5283387 w 5283459"/>
              <a:gd name="connsiteY9" fmla="*/ 2288814 h 4841759"/>
              <a:gd name="connsiteX10" fmla="*/ 3863686 w 5283459"/>
              <a:gd name="connsiteY10" fmla="*/ 2811641 h 4841759"/>
              <a:gd name="connsiteX11" fmla="*/ 4828315 w 5283459"/>
              <a:gd name="connsiteY11" fmla="*/ 3987432 h 4841759"/>
              <a:gd name="connsiteX12" fmla="*/ 3163959 w 5283459"/>
              <a:gd name="connsiteY12" fmla="*/ 3382797 h 4841759"/>
              <a:gd name="connsiteX13" fmla="*/ 3184115 w 5283459"/>
              <a:gd name="connsiteY13" fmla="*/ 4840512 h 4841759"/>
              <a:gd name="connsiteX14" fmla="*/ 2321840 w 5283459"/>
              <a:gd name="connsiteY14" fmla="*/ 3521052 h 4841759"/>
              <a:gd name="connsiteX15" fmla="*/ 1092966 w 5283459"/>
              <a:gd name="connsiteY15" fmla="*/ 4437056 h 4841759"/>
              <a:gd name="connsiteX16" fmla="*/ 1577328 w 5283459"/>
              <a:gd name="connsiteY16" fmla="*/ 2981795 h 4841759"/>
              <a:gd name="connsiteX17" fmla="*/ 1 w 5283459"/>
              <a:gd name="connsiteY17" fmla="*/ 2871567 h 4841759"/>
              <a:gd name="connsiteX0" fmla="*/ 1 w 5283459"/>
              <a:gd name="connsiteY0" fmla="*/ 2871567 h 4993481"/>
              <a:gd name="connsiteX1" fmla="*/ 1612943 w 5283459"/>
              <a:gd name="connsiteY1" fmla="*/ 2131595 h 4993481"/>
              <a:gd name="connsiteX2" fmla="*/ 485508 w 5283459"/>
              <a:gd name="connsiteY2" fmla="*/ 933726 h 4993481"/>
              <a:gd name="connsiteX3" fmla="*/ 2253602 w 5283459"/>
              <a:gd name="connsiteY3" fmla="*/ 1457047 h 4993481"/>
              <a:gd name="connsiteX4" fmla="*/ 2767495 w 5283459"/>
              <a:gd name="connsiteY4" fmla="*/ 0 h 4993481"/>
              <a:gd name="connsiteX5" fmla="*/ 3119650 w 5283459"/>
              <a:gd name="connsiteY5" fmla="*/ 1641633 h 4993481"/>
              <a:gd name="connsiteX6" fmla="*/ 4668546 w 5283459"/>
              <a:gd name="connsiteY6" fmla="*/ 557980 h 4993481"/>
              <a:gd name="connsiteX7" fmla="*/ 4566662 w 5283459"/>
              <a:gd name="connsiteY7" fmla="*/ 855782 h 4993481"/>
              <a:gd name="connsiteX8" fmla="*/ 3783552 w 5283459"/>
              <a:gd name="connsiteY8" fmla="*/ 2109324 h 4993481"/>
              <a:gd name="connsiteX9" fmla="*/ 5283387 w 5283459"/>
              <a:gd name="connsiteY9" fmla="*/ 2288814 h 4993481"/>
              <a:gd name="connsiteX10" fmla="*/ 3863686 w 5283459"/>
              <a:gd name="connsiteY10" fmla="*/ 2811641 h 4993481"/>
              <a:gd name="connsiteX11" fmla="*/ 4828315 w 5283459"/>
              <a:gd name="connsiteY11" fmla="*/ 3987432 h 4993481"/>
              <a:gd name="connsiteX12" fmla="*/ 3163959 w 5283459"/>
              <a:gd name="connsiteY12" fmla="*/ 3382797 h 4993481"/>
              <a:gd name="connsiteX13" fmla="*/ 3087331 w 5283459"/>
              <a:gd name="connsiteY13" fmla="*/ 4992275 h 4993481"/>
              <a:gd name="connsiteX14" fmla="*/ 2321840 w 5283459"/>
              <a:gd name="connsiteY14" fmla="*/ 3521052 h 4993481"/>
              <a:gd name="connsiteX15" fmla="*/ 1092966 w 5283459"/>
              <a:gd name="connsiteY15" fmla="*/ 4437056 h 4993481"/>
              <a:gd name="connsiteX16" fmla="*/ 1577328 w 5283459"/>
              <a:gd name="connsiteY16" fmla="*/ 2981795 h 4993481"/>
              <a:gd name="connsiteX17" fmla="*/ 1 w 5283459"/>
              <a:gd name="connsiteY17" fmla="*/ 2871567 h 4993481"/>
              <a:gd name="connsiteX0" fmla="*/ 1 w 5283459"/>
              <a:gd name="connsiteY0" fmla="*/ 2871567 h 4993411"/>
              <a:gd name="connsiteX1" fmla="*/ 1612943 w 5283459"/>
              <a:gd name="connsiteY1" fmla="*/ 2131595 h 4993411"/>
              <a:gd name="connsiteX2" fmla="*/ 485508 w 5283459"/>
              <a:gd name="connsiteY2" fmla="*/ 933726 h 4993411"/>
              <a:gd name="connsiteX3" fmla="*/ 2253602 w 5283459"/>
              <a:gd name="connsiteY3" fmla="*/ 1457047 h 4993411"/>
              <a:gd name="connsiteX4" fmla="*/ 2767495 w 5283459"/>
              <a:gd name="connsiteY4" fmla="*/ 0 h 4993411"/>
              <a:gd name="connsiteX5" fmla="*/ 3119650 w 5283459"/>
              <a:gd name="connsiteY5" fmla="*/ 1641633 h 4993411"/>
              <a:gd name="connsiteX6" fmla="*/ 4668546 w 5283459"/>
              <a:gd name="connsiteY6" fmla="*/ 557980 h 4993411"/>
              <a:gd name="connsiteX7" fmla="*/ 4566662 w 5283459"/>
              <a:gd name="connsiteY7" fmla="*/ 855782 h 4993411"/>
              <a:gd name="connsiteX8" fmla="*/ 3783552 w 5283459"/>
              <a:gd name="connsiteY8" fmla="*/ 2109324 h 4993411"/>
              <a:gd name="connsiteX9" fmla="*/ 5283387 w 5283459"/>
              <a:gd name="connsiteY9" fmla="*/ 2288814 h 4993411"/>
              <a:gd name="connsiteX10" fmla="*/ 3863686 w 5283459"/>
              <a:gd name="connsiteY10" fmla="*/ 2811641 h 4993411"/>
              <a:gd name="connsiteX11" fmla="*/ 4828315 w 5283459"/>
              <a:gd name="connsiteY11" fmla="*/ 3987432 h 4993411"/>
              <a:gd name="connsiteX12" fmla="*/ 3163959 w 5283459"/>
              <a:gd name="connsiteY12" fmla="*/ 3382797 h 4993411"/>
              <a:gd name="connsiteX13" fmla="*/ 3087331 w 5283459"/>
              <a:gd name="connsiteY13" fmla="*/ 4992275 h 4993411"/>
              <a:gd name="connsiteX14" fmla="*/ 2321840 w 5283459"/>
              <a:gd name="connsiteY14" fmla="*/ 3521052 h 4993411"/>
              <a:gd name="connsiteX15" fmla="*/ 1092966 w 5283459"/>
              <a:gd name="connsiteY15" fmla="*/ 4437056 h 4993411"/>
              <a:gd name="connsiteX16" fmla="*/ 1577328 w 5283459"/>
              <a:gd name="connsiteY16" fmla="*/ 2981795 h 4993411"/>
              <a:gd name="connsiteX17" fmla="*/ 1 w 5283459"/>
              <a:gd name="connsiteY17" fmla="*/ 2871567 h 4993411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253602 w 5283459"/>
              <a:gd name="connsiteY3" fmla="*/ 1457047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871567 h 4993409"/>
              <a:gd name="connsiteX1" fmla="*/ 1612943 w 5283459"/>
              <a:gd name="connsiteY1" fmla="*/ 2131595 h 4993409"/>
              <a:gd name="connsiteX2" fmla="*/ 485508 w 5283459"/>
              <a:gd name="connsiteY2" fmla="*/ 933726 h 4993409"/>
              <a:gd name="connsiteX3" fmla="*/ 2180755 w 5283459"/>
              <a:gd name="connsiteY3" fmla="*/ 1529671 h 4993409"/>
              <a:gd name="connsiteX4" fmla="*/ 2767495 w 5283459"/>
              <a:gd name="connsiteY4" fmla="*/ 0 h 4993409"/>
              <a:gd name="connsiteX5" fmla="*/ 3119650 w 5283459"/>
              <a:gd name="connsiteY5" fmla="*/ 1641633 h 4993409"/>
              <a:gd name="connsiteX6" fmla="*/ 4668546 w 5283459"/>
              <a:gd name="connsiteY6" fmla="*/ 557980 h 4993409"/>
              <a:gd name="connsiteX7" fmla="*/ 4566662 w 5283459"/>
              <a:gd name="connsiteY7" fmla="*/ 855782 h 4993409"/>
              <a:gd name="connsiteX8" fmla="*/ 3783552 w 5283459"/>
              <a:gd name="connsiteY8" fmla="*/ 2109324 h 4993409"/>
              <a:gd name="connsiteX9" fmla="*/ 5283387 w 5283459"/>
              <a:gd name="connsiteY9" fmla="*/ 2288814 h 4993409"/>
              <a:gd name="connsiteX10" fmla="*/ 3863686 w 5283459"/>
              <a:gd name="connsiteY10" fmla="*/ 2811641 h 4993409"/>
              <a:gd name="connsiteX11" fmla="*/ 4828315 w 5283459"/>
              <a:gd name="connsiteY11" fmla="*/ 3987432 h 4993409"/>
              <a:gd name="connsiteX12" fmla="*/ 3163959 w 5283459"/>
              <a:gd name="connsiteY12" fmla="*/ 3382797 h 4993409"/>
              <a:gd name="connsiteX13" fmla="*/ 3087331 w 5283459"/>
              <a:gd name="connsiteY13" fmla="*/ 4992275 h 4993409"/>
              <a:gd name="connsiteX14" fmla="*/ 2321840 w 5283459"/>
              <a:gd name="connsiteY14" fmla="*/ 3521052 h 4993409"/>
              <a:gd name="connsiteX15" fmla="*/ 1092966 w 5283459"/>
              <a:gd name="connsiteY15" fmla="*/ 4437056 h 4993409"/>
              <a:gd name="connsiteX16" fmla="*/ 1577328 w 5283459"/>
              <a:gd name="connsiteY16" fmla="*/ 2981795 h 4993409"/>
              <a:gd name="connsiteX17" fmla="*/ 1 w 5283459"/>
              <a:gd name="connsiteY17" fmla="*/ 2871567 h 4993409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939586 h 5061428"/>
              <a:gd name="connsiteX1" fmla="*/ 1612943 w 5283459"/>
              <a:gd name="connsiteY1" fmla="*/ 2199614 h 5061428"/>
              <a:gd name="connsiteX2" fmla="*/ 485508 w 5283459"/>
              <a:gd name="connsiteY2" fmla="*/ 1001745 h 5061428"/>
              <a:gd name="connsiteX3" fmla="*/ 2180755 w 5283459"/>
              <a:gd name="connsiteY3" fmla="*/ 1597690 h 5061428"/>
              <a:gd name="connsiteX4" fmla="*/ 2534370 w 5283459"/>
              <a:gd name="connsiteY4" fmla="*/ 595651 h 5061428"/>
              <a:gd name="connsiteX5" fmla="*/ 2767495 w 5283459"/>
              <a:gd name="connsiteY5" fmla="*/ 68019 h 5061428"/>
              <a:gd name="connsiteX6" fmla="*/ 3119650 w 5283459"/>
              <a:gd name="connsiteY6" fmla="*/ 1709652 h 5061428"/>
              <a:gd name="connsiteX7" fmla="*/ 4668546 w 5283459"/>
              <a:gd name="connsiteY7" fmla="*/ 625999 h 5061428"/>
              <a:gd name="connsiteX8" fmla="*/ 4566662 w 5283459"/>
              <a:gd name="connsiteY8" fmla="*/ 923801 h 5061428"/>
              <a:gd name="connsiteX9" fmla="*/ 3783552 w 5283459"/>
              <a:gd name="connsiteY9" fmla="*/ 2177343 h 5061428"/>
              <a:gd name="connsiteX10" fmla="*/ 5283387 w 5283459"/>
              <a:gd name="connsiteY10" fmla="*/ 2356833 h 5061428"/>
              <a:gd name="connsiteX11" fmla="*/ 3863686 w 5283459"/>
              <a:gd name="connsiteY11" fmla="*/ 2879660 h 5061428"/>
              <a:gd name="connsiteX12" fmla="*/ 4828315 w 5283459"/>
              <a:gd name="connsiteY12" fmla="*/ 4055451 h 5061428"/>
              <a:gd name="connsiteX13" fmla="*/ 3163959 w 5283459"/>
              <a:gd name="connsiteY13" fmla="*/ 3450816 h 5061428"/>
              <a:gd name="connsiteX14" fmla="*/ 3087331 w 5283459"/>
              <a:gd name="connsiteY14" fmla="*/ 5060294 h 5061428"/>
              <a:gd name="connsiteX15" fmla="*/ 2321840 w 5283459"/>
              <a:gd name="connsiteY15" fmla="*/ 3589071 h 5061428"/>
              <a:gd name="connsiteX16" fmla="*/ 1092966 w 5283459"/>
              <a:gd name="connsiteY16" fmla="*/ 4505075 h 5061428"/>
              <a:gd name="connsiteX17" fmla="*/ 1577328 w 5283459"/>
              <a:gd name="connsiteY17" fmla="*/ 3049814 h 5061428"/>
              <a:gd name="connsiteX18" fmla="*/ 1 w 5283459"/>
              <a:gd name="connsiteY18" fmla="*/ 2939586 h 5061428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3163959 w 5283459"/>
              <a:gd name="connsiteY13" fmla="*/ 3402890 h 5013502"/>
              <a:gd name="connsiteX14" fmla="*/ 3087331 w 5283459"/>
              <a:gd name="connsiteY14" fmla="*/ 5012368 h 5013502"/>
              <a:gd name="connsiteX15" fmla="*/ 2321840 w 5283459"/>
              <a:gd name="connsiteY15" fmla="*/ 3541145 h 5013502"/>
              <a:gd name="connsiteX16" fmla="*/ 1092966 w 5283459"/>
              <a:gd name="connsiteY16" fmla="*/ 4457149 h 5013502"/>
              <a:gd name="connsiteX17" fmla="*/ 1577328 w 5283459"/>
              <a:gd name="connsiteY17" fmla="*/ 3001888 h 5013502"/>
              <a:gd name="connsiteX18" fmla="*/ 1 w 5283459"/>
              <a:gd name="connsiteY18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62715 w 5283459"/>
              <a:gd name="connsiteY13" fmla="*/ 4118276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502"/>
              <a:gd name="connsiteX1" fmla="*/ 1612943 w 5283459"/>
              <a:gd name="connsiteY1" fmla="*/ 2151688 h 5013502"/>
              <a:gd name="connsiteX2" fmla="*/ 485508 w 5283459"/>
              <a:gd name="connsiteY2" fmla="*/ 953819 h 5013502"/>
              <a:gd name="connsiteX3" fmla="*/ 2180755 w 5283459"/>
              <a:gd name="connsiteY3" fmla="*/ 1549764 h 5013502"/>
              <a:gd name="connsiteX4" fmla="*/ 2534370 w 5283459"/>
              <a:gd name="connsiteY4" fmla="*/ 547725 h 5013502"/>
              <a:gd name="connsiteX5" fmla="*/ 2767495 w 5283459"/>
              <a:gd name="connsiteY5" fmla="*/ 20093 h 5013502"/>
              <a:gd name="connsiteX6" fmla="*/ 3119650 w 5283459"/>
              <a:gd name="connsiteY6" fmla="*/ 1661726 h 5013502"/>
              <a:gd name="connsiteX7" fmla="*/ 4668546 w 5283459"/>
              <a:gd name="connsiteY7" fmla="*/ 578073 h 5013502"/>
              <a:gd name="connsiteX8" fmla="*/ 4566662 w 5283459"/>
              <a:gd name="connsiteY8" fmla="*/ 875875 h 5013502"/>
              <a:gd name="connsiteX9" fmla="*/ 3783552 w 5283459"/>
              <a:gd name="connsiteY9" fmla="*/ 2129417 h 5013502"/>
              <a:gd name="connsiteX10" fmla="*/ 5283387 w 5283459"/>
              <a:gd name="connsiteY10" fmla="*/ 2308907 h 5013502"/>
              <a:gd name="connsiteX11" fmla="*/ 3863686 w 5283459"/>
              <a:gd name="connsiteY11" fmla="*/ 2831734 h 5013502"/>
              <a:gd name="connsiteX12" fmla="*/ 4828315 w 5283459"/>
              <a:gd name="connsiteY12" fmla="*/ 4007525 h 5013502"/>
              <a:gd name="connsiteX13" fmla="*/ 4694311 w 5283459"/>
              <a:gd name="connsiteY13" fmla="*/ 4082278 h 5013502"/>
              <a:gd name="connsiteX14" fmla="*/ 3163959 w 5283459"/>
              <a:gd name="connsiteY14" fmla="*/ 3402890 h 5013502"/>
              <a:gd name="connsiteX15" fmla="*/ 3087331 w 5283459"/>
              <a:gd name="connsiteY15" fmla="*/ 5012368 h 5013502"/>
              <a:gd name="connsiteX16" fmla="*/ 2321840 w 5283459"/>
              <a:gd name="connsiteY16" fmla="*/ 3541145 h 5013502"/>
              <a:gd name="connsiteX17" fmla="*/ 1092966 w 5283459"/>
              <a:gd name="connsiteY17" fmla="*/ 4457149 h 5013502"/>
              <a:gd name="connsiteX18" fmla="*/ 1577328 w 5283459"/>
              <a:gd name="connsiteY18" fmla="*/ 3001888 h 5013502"/>
              <a:gd name="connsiteX19" fmla="*/ 1 w 5283459"/>
              <a:gd name="connsiteY19" fmla="*/ 2891660 h 5013502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  <a:gd name="connsiteX0" fmla="*/ 1 w 5283459"/>
              <a:gd name="connsiteY0" fmla="*/ 2891660 h 5013498"/>
              <a:gd name="connsiteX1" fmla="*/ 1612943 w 5283459"/>
              <a:gd name="connsiteY1" fmla="*/ 2151688 h 5013498"/>
              <a:gd name="connsiteX2" fmla="*/ 485508 w 5283459"/>
              <a:gd name="connsiteY2" fmla="*/ 953819 h 5013498"/>
              <a:gd name="connsiteX3" fmla="*/ 2180755 w 5283459"/>
              <a:gd name="connsiteY3" fmla="*/ 1549764 h 5013498"/>
              <a:gd name="connsiteX4" fmla="*/ 2534370 w 5283459"/>
              <a:gd name="connsiteY4" fmla="*/ 547725 h 5013498"/>
              <a:gd name="connsiteX5" fmla="*/ 2767495 w 5283459"/>
              <a:gd name="connsiteY5" fmla="*/ 20093 h 5013498"/>
              <a:gd name="connsiteX6" fmla="*/ 3119650 w 5283459"/>
              <a:gd name="connsiteY6" fmla="*/ 1661726 h 5013498"/>
              <a:gd name="connsiteX7" fmla="*/ 4668546 w 5283459"/>
              <a:gd name="connsiteY7" fmla="*/ 578073 h 5013498"/>
              <a:gd name="connsiteX8" fmla="*/ 4566662 w 5283459"/>
              <a:gd name="connsiteY8" fmla="*/ 875875 h 5013498"/>
              <a:gd name="connsiteX9" fmla="*/ 3783552 w 5283459"/>
              <a:gd name="connsiteY9" fmla="*/ 2129417 h 5013498"/>
              <a:gd name="connsiteX10" fmla="*/ 5283387 w 5283459"/>
              <a:gd name="connsiteY10" fmla="*/ 2308907 h 5013498"/>
              <a:gd name="connsiteX11" fmla="*/ 3863686 w 5283459"/>
              <a:gd name="connsiteY11" fmla="*/ 2831734 h 5013498"/>
              <a:gd name="connsiteX12" fmla="*/ 4828315 w 5283459"/>
              <a:gd name="connsiteY12" fmla="*/ 4007525 h 5013498"/>
              <a:gd name="connsiteX13" fmla="*/ 4694311 w 5283459"/>
              <a:gd name="connsiteY13" fmla="*/ 4082278 h 5013498"/>
              <a:gd name="connsiteX14" fmla="*/ 3163959 w 5283459"/>
              <a:gd name="connsiteY14" fmla="*/ 3402890 h 5013498"/>
              <a:gd name="connsiteX15" fmla="*/ 3087331 w 5283459"/>
              <a:gd name="connsiteY15" fmla="*/ 5012368 h 5013498"/>
              <a:gd name="connsiteX16" fmla="*/ 2321840 w 5283459"/>
              <a:gd name="connsiteY16" fmla="*/ 3541145 h 5013498"/>
              <a:gd name="connsiteX17" fmla="*/ 1092966 w 5283459"/>
              <a:gd name="connsiteY17" fmla="*/ 4457149 h 5013498"/>
              <a:gd name="connsiteX18" fmla="*/ 1577328 w 5283459"/>
              <a:gd name="connsiteY18" fmla="*/ 3001888 h 5013498"/>
              <a:gd name="connsiteX19" fmla="*/ 1 w 5283459"/>
              <a:gd name="connsiteY19" fmla="*/ 2891660 h 5013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283459" h="5013498">
                <a:moveTo>
                  <a:pt x="1" y="2891660"/>
                </a:moveTo>
                <a:cubicBezTo>
                  <a:pt x="421402" y="2605038"/>
                  <a:pt x="1175071" y="2362267"/>
                  <a:pt x="1612943" y="2151688"/>
                </a:cubicBezTo>
                <a:cubicBezTo>
                  <a:pt x="1425135" y="1952100"/>
                  <a:pt x="548845" y="1144911"/>
                  <a:pt x="485508" y="953819"/>
                </a:cubicBezTo>
                <a:cubicBezTo>
                  <a:pt x="427904" y="900429"/>
                  <a:pt x="2084153" y="1530900"/>
                  <a:pt x="2180755" y="1549764"/>
                </a:cubicBezTo>
                <a:cubicBezTo>
                  <a:pt x="2277889" y="1527089"/>
                  <a:pt x="2436580" y="802670"/>
                  <a:pt x="2534370" y="547725"/>
                </a:cubicBezTo>
                <a:cubicBezTo>
                  <a:pt x="2632160" y="292780"/>
                  <a:pt x="2737746" y="-92410"/>
                  <a:pt x="2767495" y="20093"/>
                </a:cubicBezTo>
                <a:cubicBezTo>
                  <a:pt x="2961050" y="599763"/>
                  <a:pt x="2993754" y="1272211"/>
                  <a:pt x="3119650" y="1661726"/>
                </a:cubicBezTo>
                <a:cubicBezTo>
                  <a:pt x="3607738" y="1302543"/>
                  <a:pt x="4483716" y="544360"/>
                  <a:pt x="4668546" y="578073"/>
                </a:cubicBezTo>
                <a:cubicBezTo>
                  <a:pt x="4748271" y="558769"/>
                  <a:pt x="4702521" y="681319"/>
                  <a:pt x="4566662" y="875875"/>
                </a:cubicBezTo>
                <a:cubicBezTo>
                  <a:pt x="4449964" y="1053206"/>
                  <a:pt x="3900250" y="1952086"/>
                  <a:pt x="3783552" y="2129417"/>
                </a:cubicBezTo>
                <a:cubicBezTo>
                  <a:pt x="4118941" y="2172370"/>
                  <a:pt x="5151874" y="2205688"/>
                  <a:pt x="5283387" y="2308907"/>
                </a:cubicBezTo>
                <a:cubicBezTo>
                  <a:pt x="5292719" y="2451144"/>
                  <a:pt x="4403169" y="2588018"/>
                  <a:pt x="3863686" y="2831734"/>
                </a:cubicBezTo>
                <a:cubicBezTo>
                  <a:pt x="4058045" y="3075911"/>
                  <a:pt x="4536177" y="3608438"/>
                  <a:pt x="4828315" y="4007525"/>
                </a:cubicBezTo>
                <a:cubicBezTo>
                  <a:pt x="4911639" y="4126610"/>
                  <a:pt x="4971704" y="4183050"/>
                  <a:pt x="4694311" y="4082278"/>
                </a:cubicBezTo>
                <a:cubicBezTo>
                  <a:pt x="4416918" y="3981506"/>
                  <a:pt x="3318923" y="3462909"/>
                  <a:pt x="3163959" y="3402890"/>
                </a:cubicBezTo>
                <a:cubicBezTo>
                  <a:pt x="3117583" y="3718197"/>
                  <a:pt x="3168162" y="4723566"/>
                  <a:pt x="3087331" y="5012368"/>
                </a:cubicBezTo>
                <a:cubicBezTo>
                  <a:pt x="2951036" y="5060838"/>
                  <a:pt x="2342026" y="3535238"/>
                  <a:pt x="2321840" y="3541145"/>
                </a:cubicBezTo>
                <a:cubicBezTo>
                  <a:pt x="2151792" y="3590905"/>
                  <a:pt x="1238296" y="4593232"/>
                  <a:pt x="1092966" y="4457149"/>
                </a:cubicBezTo>
                <a:cubicBezTo>
                  <a:pt x="1167837" y="3979267"/>
                  <a:pt x="1449412" y="3441881"/>
                  <a:pt x="1577328" y="3001888"/>
                </a:cubicBezTo>
                <a:cubicBezTo>
                  <a:pt x="1489335" y="2930557"/>
                  <a:pt x="52036" y="3028476"/>
                  <a:pt x="1" y="289166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56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1" y="646981"/>
            <a:ext cx="3924475" cy="1774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2437418"/>
            <a:ext cx="3924475" cy="361590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D1D621C-D743-9FD4-3A9F-E53834521B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30779" y="1"/>
            <a:ext cx="6561221" cy="6857999"/>
          </a:xfrm>
          <a:custGeom>
            <a:avLst/>
            <a:gdLst>
              <a:gd name="connsiteX0" fmla="*/ 163902 w 6576203"/>
              <a:gd name="connsiteY0" fmla="*/ 0 h 6857999"/>
              <a:gd name="connsiteX1" fmla="*/ 6576203 w 6576203"/>
              <a:gd name="connsiteY1" fmla="*/ 0 h 6857999"/>
              <a:gd name="connsiteX2" fmla="*/ 6576203 w 6576203"/>
              <a:gd name="connsiteY2" fmla="*/ 6857999 h 6857999"/>
              <a:gd name="connsiteX3" fmla="*/ 0 w 6576203"/>
              <a:gd name="connsiteY3" fmla="*/ 6857999 h 6857999"/>
              <a:gd name="connsiteX4" fmla="*/ 163902 w 6576203"/>
              <a:gd name="connsiteY4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03" h="6857999">
                <a:moveTo>
                  <a:pt x="163902" y="0"/>
                </a:moveTo>
                <a:lnTo>
                  <a:pt x="6576203" y="0"/>
                </a:lnTo>
                <a:lnTo>
                  <a:pt x="6576203" y="6857999"/>
                </a:lnTo>
                <a:lnTo>
                  <a:pt x="0" y="6857999"/>
                </a:lnTo>
                <a:cubicBezTo>
                  <a:pt x="129396" y="5080957"/>
                  <a:pt x="-17253" y="1388853"/>
                  <a:pt x="163902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0790" y="6341919"/>
            <a:ext cx="2649449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0239" y="6356350"/>
            <a:ext cx="1267193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9288" y="6356350"/>
            <a:ext cx="491834" cy="365125"/>
          </a:xfrm>
        </p:spPr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56897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530973"/>
            <a:ext cx="5395210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0" y="2003099"/>
            <a:ext cx="5395210" cy="401670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6">
            <a:extLst>
              <a:ext uri="{FF2B5EF4-FFF2-40B4-BE49-F238E27FC236}">
                <a16:creationId xmlns:a16="http://schemas.microsoft.com/office/drawing/2014/main" id="{F7C14F03-5F69-CD7A-5E41-41F01F7E1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21445552">
            <a:off x="6850601" y="1238846"/>
            <a:ext cx="4920503" cy="5710219"/>
          </a:xfrm>
          <a:custGeom>
            <a:avLst/>
            <a:gdLst>
              <a:gd name="connsiteX0" fmla="*/ 411479 w 4071298"/>
              <a:gd name="connsiteY0" fmla="*/ 0 h 4927971"/>
              <a:gd name="connsiteX1" fmla="*/ 4066810 w 4071298"/>
              <a:gd name="connsiteY1" fmla="*/ 297084 h 4927971"/>
              <a:gd name="connsiteX2" fmla="*/ 3830054 w 4071298"/>
              <a:gd name="connsiteY2" fmla="*/ 3228906 h 4927971"/>
              <a:gd name="connsiteX3" fmla="*/ 3682055 w 4071298"/>
              <a:gd name="connsiteY3" fmla="*/ 4820224 h 4927971"/>
              <a:gd name="connsiteX4" fmla="*/ 3667113 w 4071298"/>
              <a:gd name="connsiteY4" fmla="*/ 4927971 h 4927971"/>
              <a:gd name="connsiteX5" fmla="*/ 0 w 4071298"/>
              <a:gd name="connsiteY5" fmla="*/ 4680097 h 4927971"/>
              <a:gd name="connsiteX6" fmla="*/ 411479 w 4071298"/>
              <a:gd name="connsiteY6" fmla="*/ 0 h 492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1298" h="4927971">
                <a:moveTo>
                  <a:pt x="411479" y="0"/>
                </a:moveTo>
                <a:lnTo>
                  <a:pt x="4066810" y="297084"/>
                </a:lnTo>
                <a:cubicBezTo>
                  <a:pt x="4106050" y="347981"/>
                  <a:pt x="3876383" y="2404020"/>
                  <a:pt x="3830054" y="3228906"/>
                </a:cubicBezTo>
                <a:cubicBezTo>
                  <a:pt x="3794913" y="3746516"/>
                  <a:pt x="3746275" y="4289908"/>
                  <a:pt x="3682055" y="4820224"/>
                </a:cubicBezTo>
                <a:lnTo>
                  <a:pt x="3667113" y="4927971"/>
                </a:lnTo>
                <a:lnTo>
                  <a:pt x="0" y="4680097"/>
                </a:lnTo>
                <a:cubicBezTo>
                  <a:pt x="63787" y="3377506"/>
                  <a:pt x="224565" y="1779657"/>
                  <a:pt x="41147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94911" y="6356350"/>
            <a:ext cx="1801089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7920" y="6356350"/>
            <a:ext cx="547255" cy="365125"/>
          </a:xfrm>
        </p:spPr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CAB591D-BAA9-AC99-31C1-486B4E5000CC}"/>
              </a:ext>
            </a:extLst>
          </p:cNvPr>
          <p:cNvSpPr/>
          <p:nvPr/>
        </p:nvSpPr>
        <p:spPr>
          <a:xfrm rot="20950976">
            <a:off x="10293274" y="488579"/>
            <a:ext cx="1998763" cy="950307"/>
          </a:xfrm>
          <a:custGeom>
            <a:avLst/>
            <a:gdLst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08042 w 2817833"/>
              <a:gd name="connsiteY5" fmla="*/ 911500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92953 w 2817833"/>
              <a:gd name="connsiteY8" fmla="*/ 204944 h 1600519"/>
              <a:gd name="connsiteX9" fmla="*/ 2183359 w 2817833"/>
              <a:gd name="connsiteY9" fmla="*/ 31502 h 1600519"/>
              <a:gd name="connsiteX10" fmla="*/ 2765928 w 2817833"/>
              <a:gd name="connsiteY10" fmla="*/ 39976 h 1600519"/>
              <a:gd name="connsiteX11" fmla="*/ 2817322 w 2817833"/>
              <a:gd name="connsiteY11" fmla="*/ 400003 h 1600519"/>
              <a:gd name="connsiteX12" fmla="*/ 2642547 w 2817833"/>
              <a:gd name="connsiteY12" fmla="*/ 1081090 h 1600519"/>
              <a:gd name="connsiteX13" fmla="*/ 2050892 w 2817833"/>
              <a:gd name="connsiteY13" fmla="*/ 1546503 h 1600519"/>
              <a:gd name="connsiteX14" fmla="*/ 780577 w 2817833"/>
              <a:gd name="connsiteY14" fmla="*/ 1459967 h 1600519"/>
              <a:gd name="connsiteX15" fmla="*/ 641161 w 2817833"/>
              <a:gd name="connsiteY15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41161 w 2817833"/>
              <a:gd name="connsiteY0" fmla="*/ 1384045 h 1600519"/>
              <a:gd name="connsiteX1" fmla="*/ 12465 w 2817833"/>
              <a:gd name="connsiteY1" fmla="*/ 329793 h 1600519"/>
              <a:gd name="connsiteX2" fmla="*/ 17861 w 2817833"/>
              <a:gd name="connsiteY2" fmla="*/ 0 h 1600519"/>
              <a:gd name="connsiteX3" fmla="*/ 546837 w 2817833"/>
              <a:gd name="connsiteY3" fmla="*/ 7695 h 1600519"/>
              <a:gd name="connsiteX4" fmla="*/ 565269 w 2817833"/>
              <a:gd name="connsiteY4" fmla="*/ 150028 h 1600519"/>
              <a:gd name="connsiteX5" fmla="*/ 966951 w 2817833"/>
              <a:gd name="connsiteY5" fmla="*/ 828478 h 1600519"/>
              <a:gd name="connsiteX6" fmla="*/ 1823759 w 2817833"/>
              <a:gd name="connsiteY6" fmla="*/ 908503 h 1600519"/>
              <a:gd name="connsiteX7" fmla="*/ 2164581 w 2817833"/>
              <a:gd name="connsiteY7" fmla="*/ 563368 h 1600519"/>
              <a:gd name="connsiteX8" fmla="*/ 2183359 w 2817833"/>
              <a:gd name="connsiteY8" fmla="*/ 31502 h 1600519"/>
              <a:gd name="connsiteX9" fmla="*/ 2765928 w 2817833"/>
              <a:gd name="connsiteY9" fmla="*/ 39976 h 1600519"/>
              <a:gd name="connsiteX10" fmla="*/ 2817322 w 2817833"/>
              <a:gd name="connsiteY10" fmla="*/ 400003 h 1600519"/>
              <a:gd name="connsiteX11" fmla="*/ 2642547 w 2817833"/>
              <a:gd name="connsiteY11" fmla="*/ 1081090 h 1600519"/>
              <a:gd name="connsiteX12" fmla="*/ 2050892 w 2817833"/>
              <a:gd name="connsiteY12" fmla="*/ 1546503 h 1600519"/>
              <a:gd name="connsiteX13" fmla="*/ 780577 w 2817833"/>
              <a:gd name="connsiteY13" fmla="*/ 1459967 h 1600519"/>
              <a:gd name="connsiteX14" fmla="*/ 641161 w 2817833"/>
              <a:gd name="connsiteY14" fmla="*/ 1384045 h 1600519"/>
              <a:gd name="connsiteX0" fmla="*/ 692762 w 2869434"/>
              <a:gd name="connsiteY0" fmla="*/ 1376350 h 1592824"/>
              <a:gd name="connsiteX1" fmla="*/ 64066 w 2869434"/>
              <a:gd name="connsiteY1" fmla="*/ 322098 h 1592824"/>
              <a:gd name="connsiteX2" fmla="*/ 35636 w 2869434"/>
              <a:gd name="connsiteY2" fmla="*/ 34843 h 1592824"/>
              <a:gd name="connsiteX3" fmla="*/ 598438 w 2869434"/>
              <a:gd name="connsiteY3" fmla="*/ 0 h 1592824"/>
              <a:gd name="connsiteX4" fmla="*/ 616870 w 2869434"/>
              <a:gd name="connsiteY4" fmla="*/ 142333 h 1592824"/>
              <a:gd name="connsiteX5" fmla="*/ 1018552 w 2869434"/>
              <a:gd name="connsiteY5" fmla="*/ 820783 h 1592824"/>
              <a:gd name="connsiteX6" fmla="*/ 1875360 w 2869434"/>
              <a:gd name="connsiteY6" fmla="*/ 900808 h 1592824"/>
              <a:gd name="connsiteX7" fmla="*/ 2216182 w 2869434"/>
              <a:gd name="connsiteY7" fmla="*/ 555673 h 1592824"/>
              <a:gd name="connsiteX8" fmla="*/ 2234960 w 2869434"/>
              <a:gd name="connsiteY8" fmla="*/ 23807 h 1592824"/>
              <a:gd name="connsiteX9" fmla="*/ 2817529 w 2869434"/>
              <a:gd name="connsiteY9" fmla="*/ 32281 h 1592824"/>
              <a:gd name="connsiteX10" fmla="*/ 2868923 w 2869434"/>
              <a:gd name="connsiteY10" fmla="*/ 392308 h 1592824"/>
              <a:gd name="connsiteX11" fmla="*/ 2694148 w 2869434"/>
              <a:gd name="connsiteY11" fmla="*/ 1073395 h 1592824"/>
              <a:gd name="connsiteX12" fmla="*/ 2102493 w 2869434"/>
              <a:gd name="connsiteY12" fmla="*/ 1538808 h 1592824"/>
              <a:gd name="connsiteX13" fmla="*/ 832178 w 2869434"/>
              <a:gd name="connsiteY13" fmla="*/ 1452272 h 1592824"/>
              <a:gd name="connsiteX14" fmla="*/ 692762 w 2869434"/>
              <a:gd name="connsiteY14" fmla="*/ 1376350 h 1592824"/>
              <a:gd name="connsiteX0" fmla="*/ 676240 w 2852912"/>
              <a:gd name="connsiteY0" fmla="*/ 1376350 h 1592824"/>
              <a:gd name="connsiteX1" fmla="*/ 81309 w 2852912"/>
              <a:gd name="connsiteY1" fmla="*/ 436393 h 1592824"/>
              <a:gd name="connsiteX2" fmla="*/ 19114 w 2852912"/>
              <a:gd name="connsiteY2" fmla="*/ 34843 h 1592824"/>
              <a:gd name="connsiteX3" fmla="*/ 581916 w 2852912"/>
              <a:gd name="connsiteY3" fmla="*/ 0 h 1592824"/>
              <a:gd name="connsiteX4" fmla="*/ 600348 w 2852912"/>
              <a:gd name="connsiteY4" fmla="*/ 142333 h 1592824"/>
              <a:gd name="connsiteX5" fmla="*/ 1002030 w 2852912"/>
              <a:gd name="connsiteY5" fmla="*/ 820783 h 1592824"/>
              <a:gd name="connsiteX6" fmla="*/ 1858838 w 2852912"/>
              <a:gd name="connsiteY6" fmla="*/ 900808 h 1592824"/>
              <a:gd name="connsiteX7" fmla="*/ 2199660 w 2852912"/>
              <a:gd name="connsiteY7" fmla="*/ 555673 h 1592824"/>
              <a:gd name="connsiteX8" fmla="*/ 2218438 w 2852912"/>
              <a:gd name="connsiteY8" fmla="*/ 23807 h 1592824"/>
              <a:gd name="connsiteX9" fmla="*/ 2801007 w 2852912"/>
              <a:gd name="connsiteY9" fmla="*/ 32281 h 1592824"/>
              <a:gd name="connsiteX10" fmla="*/ 2852401 w 2852912"/>
              <a:gd name="connsiteY10" fmla="*/ 392308 h 1592824"/>
              <a:gd name="connsiteX11" fmla="*/ 2677626 w 2852912"/>
              <a:gd name="connsiteY11" fmla="*/ 1073395 h 1592824"/>
              <a:gd name="connsiteX12" fmla="*/ 2085971 w 2852912"/>
              <a:gd name="connsiteY12" fmla="*/ 1538808 h 1592824"/>
              <a:gd name="connsiteX13" fmla="*/ 815656 w 2852912"/>
              <a:gd name="connsiteY13" fmla="*/ 1452272 h 1592824"/>
              <a:gd name="connsiteX14" fmla="*/ 676240 w 2852912"/>
              <a:gd name="connsiteY14" fmla="*/ 1376350 h 1592824"/>
              <a:gd name="connsiteX0" fmla="*/ 665403 w 2842075"/>
              <a:gd name="connsiteY0" fmla="*/ 1376350 h 1592824"/>
              <a:gd name="connsiteX1" fmla="*/ 70472 w 2842075"/>
              <a:gd name="connsiteY1" fmla="*/ 436393 h 1592824"/>
              <a:gd name="connsiteX2" fmla="*/ 8277 w 2842075"/>
              <a:gd name="connsiteY2" fmla="*/ 34843 h 1592824"/>
              <a:gd name="connsiteX3" fmla="*/ 571079 w 2842075"/>
              <a:gd name="connsiteY3" fmla="*/ 0 h 1592824"/>
              <a:gd name="connsiteX4" fmla="*/ 589511 w 2842075"/>
              <a:gd name="connsiteY4" fmla="*/ 142333 h 1592824"/>
              <a:gd name="connsiteX5" fmla="*/ 991193 w 2842075"/>
              <a:gd name="connsiteY5" fmla="*/ 820783 h 1592824"/>
              <a:gd name="connsiteX6" fmla="*/ 1848001 w 2842075"/>
              <a:gd name="connsiteY6" fmla="*/ 900808 h 1592824"/>
              <a:gd name="connsiteX7" fmla="*/ 2188823 w 2842075"/>
              <a:gd name="connsiteY7" fmla="*/ 555673 h 1592824"/>
              <a:gd name="connsiteX8" fmla="*/ 2207601 w 2842075"/>
              <a:gd name="connsiteY8" fmla="*/ 23807 h 1592824"/>
              <a:gd name="connsiteX9" fmla="*/ 2790170 w 2842075"/>
              <a:gd name="connsiteY9" fmla="*/ 32281 h 1592824"/>
              <a:gd name="connsiteX10" fmla="*/ 2841564 w 2842075"/>
              <a:gd name="connsiteY10" fmla="*/ 392308 h 1592824"/>
              <a:gd name="connsiteX11" fmla="*/ 2666789 w 2842075"/>
              <a:gd name="connsiteY11" fmla="*/ 1073395 h 1592824"/>
              <a:gd name="connsiteX12" fmla="*/ 2075134 w 2842075"/>
              <a:gd name="connsiteY12" fmla="*/ 1538808 h 1592824"/>
              <a:gd name="connsiteX13" fmla="*/ 804819 w 2842075"/>
              <a:gd name="connsiteY13" fmla="*/ 1452272 h 1592824"/>
              <a:gd name="connsiteX14" fmla="*/ 665403 w 2842075"/>
              <a:gd name="connsiteY14" fmla="*/ 1376350 h 1592824"/>
              <a:gd name="connsiteX0" fmla="*/ 657126 w 2833798"/>
              <a:gd name="connsiteY0" fmla="*/ 1376350 h 1592824"/>
              <a:gd name="connsiteX1" fmla="*/ 62195 w 2833798"/>
              <a:gd name="connsiteY1" fmla="*/ 436393 h 1592824"/>
              <a:gd name="connsiteX2" fmla="*/ 0 w 2833798"/>
              <a:gd name="connsiteY2" fmla="*/ 34843 h 1592824"/>
              <a:gd name="connsiteX3" fmla="*/ 562802 w 2833798"/>
              <a:gd name="connsiteY3" fmla="*/ 0 h 1592824"/>
              <a:gd name="connsiteX4" fmla="*/ 581234 w 2833798"/>
              <a:gd name="connsiteY4" fmla="*/ 142333 h 1592824"/>
              <a:gd name="connsiteX5" fmla="*/ 982916 w 2833798"/>
              <a:gd name="connsiteY5" fmla="*/ 820783 h 1592824"/>
              <a:gd name="connsiteX6" fmla="*/ 1839724 w 2833798"/>
              <a:gd name="connsiteY6" fmla="*/ 900808 h 1592824"/>
              <a:gd name="connsiteX7" fmla="*/ 2180546 w 2833798"/>
              <a:gd name="connsiteY7" fmla="*/ 555673 h 1592824"/>
              <a:gd name="connsiteX8" fmla="*/ 2199324 w 2833798"/>
              <a:gd name="connsiteY8" fmla="*/ 23807 h 1592824"/>
              <a:gd name="connsiteX9" fmla="*/ 2781893 w 2833798"/>
              <a:gd name="connsiteY9" fmla="*/ 32281 h 1592824"/>
              <a:gd name="connsiteX10" fmla="*/ 2833287 w 2833798"/>
              <a:gd name="connsiteY10" fmla="*/ 392308 h 1592824"/>
              <a:gd name="connsiteX11" fmla="*/ 2658512 w 2833798"/>
              <a:gd name="connsiteY11" fmla="*/ 1073395 h 1592824"/>
              <a:gd name="connsiteX12" fmla="*/ 2066857 w 2833798"/>
              <a:gd name="connsiteY12" fmla="*/ 1538808 h 1592824"/>
              <a:gd name="connsiteX13" fmla="*/ 796542 w 2833798"/>
              <a:gd name="connsiteY13" fmla="*/ 1452272 h 1592824"/>
              <a:gd name="connsiteX14" fmla="*/ 657126 w 2833798"/>
              <a:gd name="connsiteY14" fmla="*/ 1376350 h 1592824"/>
              <a:gd name="connsiteX0" fmla="*/ 654843 w 2831515"/>
              <a:gd name="connsiteY0" fmla="*/ 1376350 h 1592824"/>
              <a:gd name="connsiteX1" fmla="*/ 59912 w 2831515"/>
              <a:gd name="connsiteY1" fmla="*/ 436393 h 1592824"/>
              <a:gd name="connsiteX2" fmla="*/ 12356 w 2831515"/>
              <a:gd name="connsiteY2" fmla="*/ 77528 h 1592824"/>
              <a:gd name="connsiteX3" fmla="*/ 560519 w 2831515"/>
              <a:gd name="connsiteY3" fmla="*/ 0 h 1592824"/>
              <a:gd name="connsiteX4" fmla="*/ 578951 w 2831515"/>
              <a:gd name="connsiteY4" fmla="*/ 142333 h 1592824"/>
              <a:gd name="connsiteX5" fmla="*/ 980633 w 2831515"/>
              <a:gd name="connsiteY5" fmla="*/ 820783 h 1592824"/>
              <a:gd name="connsiteX6" fmla="*/ 1837441 w 2831515"/>
              <a:gd name="connsiteY6" fmla="*/ 900808 h 1592824"/>
              <a:gd name="connsiteX7" fmla="*/ 2178263 w 2831515"/>
              <a:gd name="connsiteY7" fmla="*/ 555673 h 1592824"/>
              <a:gd name="connsiteX8" fmla="*/ 2197041 w 2831515"/>
              <a:gd name="connsiteY8" fmla="*/ 23807 h 1592824"/>
              <a:gd name="connsiteX9" fmla="*/ 2779610 w 2831515"/>
              <a:gd name="connsiteY9" fmla="*/ 32281 h 1592824"/>
              <a:gd name="connsiteX10" fmla="*/ 2831004 w 2831515"/>
              <a:gd name="connsiteY10" fmla="*/ 392308 h 1592824"/>
              <a:gd name="connsiteX11" fmla="*/ 2656229 w 2831515"/>
              <a:gd name="connsiteY11" fmla="*/ 1073395 h 1592824"/>
              <a:gd name="connsiteX12" fmla="*/ 2064574 w 2831515"/>
              <a:gd name="connsiteY12" fmla="*/ 1538808 h 1592824"/>
              <a:gd name="connsiteX13" fmla="*/ 794259 w 2831515"/>
              <a:gd name="connsiteY13" fmla="*/ 1452272 h 1592824"/>
              <a:gd name="connsiteX14" fmla="*/ 654843 w 2831515"/>
              <a:gd name="connsiteY14" fmla="*/ 1376350 h 1592824"/>
              <a:gd name="connsiteX0" fmla="*/ 669683 w 2846355"/>
              <a:gd name="connsiteY0" fmla="*/ 1376350 h 1592824"/>
              <a:gd name="connsiteX1" fmla="*/ 74752 w 2846355"/>
              <a:gd name="connsiteY1" fmla="*/ 436393 h 1592824"/>
              <a:gd name="connsiteX2" fmla="*/ 969 w 2846355"/>
              <a:gd name="connsiteY2" fmla="*/ 83689 h 1592824"/>
              <a:gd name="connsiteX3" fmla="*/ 575359 w 2846355"/>
              <a:gd name="connsiteY3" fmla="*/ 0 h 1592824"/>
              <a:gd name="connsiteX4" fmla="*/ 593791 w 2846355"/>
              <a:gd name="connsiteY4" fmla="*/ 142333 h 1592824"/>
              <a:gd name="connsiteX5" fmla="*/ 995473 w 2846355"/>
              <a:gd name="connsiteY5" fmla="*/ 820783 h 1592824"/>
              <a:gd name="connsiteX6" fmla="*/ 1852281 w 2846355"/>
              <a:gd name="connsiteY6" fmla="*/ 900808 h 1592824"/>
              <a:gd name="connsiteX7" fmla="*/ 2193103 w 2846355"/>
              <a:gd name="connsiteY7" fmla="*/ 555673 h 1592824"/>
              <a:gd name="connsiteX8" fmla="*/ 2211881 w 2846355"/>
              <a:gd name="connsiteY8" fmla="*/ 23807 h 1592824"/>
              <a:gd name="connsiteX9" fmla="*/ 2794450 w 2846355"/>
              <a:gd name="connsiteY9" fmla="*/ 32281 h 1592824"/>
              <a:gd name="connsiteX10" fmla="*/ 2845844 w 2846355"/>
              <a:gd name="connsiteY10" fmla="*/ 392308 h 1592824"/>
              <a:gd name="connsiteX11" fmla="*/ 2671069 w 2846355"/>
              <a:gd name="connsiteY11" fmla="*/ 1073395 h 1592824"/>
              <a:gd name="connsiteX12" fmla="*/ 2079414 w 2846355"/>
              <a:gd name="connsiteY12" fmla="*/ 1538808 h 1592824"/>
              <a:gd name="connsiteX13" fmla="*/ 809099 w 2846355"/>
              <a:gd name="connsiteY13" fmla="*/ 1452272 h 1592824"/>
              <a:gd name="connsiteX14" fmla="*/ 669683 w 2846355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92134 w 2845386"/>
              <a:gd name="connsiteY7" fmla="*/ 555673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851312 w 2845386"/>
              <a:gd name="connsiteY6" fmla="*/ 900808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994504 w 2845386"/>
              <a:gd name="connsiteY5" fmla="*/ 820783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92824"/>
              <a:gd name="connsiteX1" fmla="*/ 116789 w 2845386"/>
              <a:gd name="connsiteY1" fmla="*/ 590029 h 1592824"/>
              <a:gd name="connsiteX2" fmla="*/ 0 w 2845386"/>
              <a:gd name="connsiteY2" fmla="*/ 83689 h 1592824"/>
              <a:gd name="connsiteX3" fmla="*/ 574390 w 2845386"/>
              <a:gd name="connsiteY3" fmla="*/ 0 h 1592824"/>
              <a:gd name="connsiteX4" fmla="*/ 592822 w 2845386"/>
              <a:gd name="connsiteY4" fmla="*/ 142333 h 1592824"/>
              <a:gd name="connsiteX5" fmla="*/ 1077920 w 2845386"/>
              <a:gd name="connsiteY5" fmla="*/ 764841 h 1592824"/>
              <a:gd name="connsiteX6" fmla="*/ 1791731 w 2845386"/>
              <a:gd name="connsiteY6" fmla="*/ 767945 h 1592824"/>
              <a:gd name="connsiteX7" fmla="*/ 2126592 w 2845386"/>
              <a:gd name="connsiteY7" fmla="*/ 478752 h 1592824"/>
              <a:gd name="connsiteX8" fmla="*/ 2210912 w 2845386"/>
              <a:gd name="connsiteY8" fmla="*/ 23807 h 1592824"/>
              <a:gd name="connsiteX9" fmla="*/ 2793481 w 2845386"/>
              <a:gd name="connsiteY9" fmla="*/ 32281 h 1592824"/>
              <a:gd name="connsiteX10" fmla="*/ 2844875 w 2845386"/>
              <a:gd name="connsiteY10" fmla="*/ 392308 h 1592824"/>
              <a:gd name="connsiteX11" fmla="*/ 2670100 w 2845386"/>
              <a:gd name="connsiteY11" fmla="*/ 1073395 h 1592824"/>
              <a:gd name="connsiteX12" fmla="*/ 2078445 w 2845386"/>
              <a:gd name="connsiteY12" fmla="*/ 1538808 h 1592824"/>
              <a:gd name="connsiteX13" fmla="*/ 808130 w 2845386"/>
              <a:gd name="connsiteY13" fmla="*/ 1452272 h 1592824"/>
              <a:gd name="connsiteX14" fmla="*/ 668714 w 2845386"/>
              <a:gd name="connsiteY14" fmla="*/ 1376350 h 1592824"/>
              <a:gd name="connsiteX0" fmla="*/ 668714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668714 w 2845386"/>
              <a:gd name="connsiteY13" fmla="*/ 1376350 h 1556992"/>
              <a:gd name="connsiteX0" fmla="*/ 746172 w 2845386"/>
              <a:gd name="connsiteY0" fmla="*/ 1376350 h 1556992"/>
              <a:gd name="connsiteX1" fmla="*/ 116789 w 2845386"/>
              <a:gd name="connsiteY1" fmla="*/ 590029 h 1556992"/>
              <a:gd name="connsiteX2" fmla="*/ 0 w 2845386"/>
              <a:gd name="connsiteY2" fmla="*/ 83689 h 1556992"/>
              <a:gd name="connsiteX3" fmla="*/ 574390 w 2845386"/>
              <a:gd name="connsiteY3" fmla="*/ 0 h 1556992"/>
              <a:gd name="connsiteX4" fmla="*/ 592822 w 2845386"/>
              <a:gd name="connsiteY4" fmla="*/ 142333 h 1556992"/>
              <a:gd name="connsiteX5" fmla="*/ 1077920 w 2845386"/>
              <a:gd name="connsiteY5" fmla="*/ 764841 h 1556992"/>
              <a:gd name="connsiteX6" fmla="*/ 1791731 w 2845386"/>
              <a:gd name="connsiteY6" fmla="*/ 767945 h 1556992"/>
              <a:gd name="connsiteX7" fmla="*/ 2126592 w 2845386"/>
              <a:gd name="connsiteY7" fmla="*/ 478752 h 1556992"/>
              <a:gd name="connsiteX8" fmla="*/ 2210912 w 2845386"/>
              <a:gd name="connsiteY8" fmla="*/ 23807 h 1556992"/>
              <a:gd name="connsiteX9" fmla="*/ 2793481 w 2845386"/>
              <a:gd name="connsiteY9" fmla="*/ 32281 h 1556992"/>
              <a:gd name="connsiteX10" fmla="*/ 2844875 w 2845386"/>
              <a:gd name="connsiteY10" fmla="*/ 392308 h 1556992"/>
              <a:gd name="connsiteX11" fmla="*/ 2670100 w 2845386"/>
              <a:gd name="connsiteY11" fmla="*/ 1073395 h 1556992"/>
              <a:gd name="connsiteX12" fmla="*/ 2078445 w 2845386"/>
              <a:gd name="connsiteY12" fmla="*/ 1538808 h 1556992"/>
              <a:gd name="connsiteX13" fmla="*/ 746172 w 2845386"/>
              <a:gd name="connsiteY13" fmla="*/ 1376350 h 1556992"/>
              <a:gd name="connsiteX0" fmla="*/ 698505 w 2845386"/>
              <a:gd name="connsiteY0" fmla="*/ 1390335 h 1559226"/>
              <a:gd name="connsiteX1" fmla="*/ 116789 w 2845386"/>
              <a:gd name="connsiteY1" fmla="*/ 590029 h 1559226"/>
              <a:gd name="connsiteX2" fmla="*/ 0 w 2845386"/>
              <a:gd name="connsiteY2" fmla="*/ 83689 h 1559226"/>
              <a:gd name="connsiteX3" fmla="*/ 574390 w 2845386"/>
              <a:gd name="connsiteY3" fmla="*/ 0 h 1559226"/>
              <a:gd name="connsiteX4" fmla="*/ 592822 w 2845386"/>
              <a:gd name="connsiteY4" fmla="*/ 142333 h 1559226"/>
              <a:gd name="connsiteX5" fmla="*/ 1077920 w 2845386"/>
              <a:gd name="connsiteY5" fmla="*/ 764841 h 1559226"/>
              <a:gd name="connsiteX6" fmla="*/ 1791731 w 2845386"/>
              <a:gd name="connsiteY6" fmla="*/ 767945 h 1559226"/>
              <a:gd name="connsiteX7" fmla="*/ 2126592 w 2845386"/>
              <a:gd name="connsiteY7" fmla="*/ 478752 h 1559226"/>
              <a:gd name="connsiteX8" fmla="*/ 2210912 w 2845386"/>
              <a:gd name="connsiteY8" fmla="*/ 23807 h 1559226"/>
              <a:gd name="connsiteX9" fmla="*/ 2793481 w 2845386"/>
              <a:gd name="connsiteY9" fmla="*/ 32281 h 1559226"/>
              <a:gd name="connsiteX10" fmla="*/ 2844875 w 2845386"/>
              <a:gd name="connsiteY10" fmla="*/ 392308 h 1559226"/>
              <a:gd name="connsiteX11" fmla="*/ 2670100 w 2845386"/>
              <a:gd name="connsiteY11" fmla="*/ 1073395 h 1559226"/>
              <a:gd name="connsiteX12" fmla="*/ 2078445 w 2845386"/>
              <a:gd name="connsiteY12" fmla="*/ 1538808 h 1559226"/>
              <a:gd name="connsiteX13" fmla="*/ 698505 w 2845386"/>
              <a:gd name="connsiteY13" fmla="*/ 1390335 h 1559226"/>
              <a:gd name="connsiteX0" fmla="*/ 698505 w 2823415"/>
              <a:gd name="connsiteY0" fmla="*/ 1390335 h 1559226"/>
              <a:gd name="connsiteX1" fmla="*/ 116789 w 2823415"/>
              <a:gd name="connsiteY1" fmla="*/ 590029 h 1559226"/>
              <a:gd name="connsiteX2" fmla="*/ 0 w 2823415"/>
              <a:gd name="connsiteY2" fmla="*/ 83689 h 1559226"/>
              <a:gd name="connsiteX3" fmla="*/ 574390 w 2823415"/>
              <a:gd name="connsiteY3" fmla="*/ 0 h 1559226"/>
              <a:gd name="connsiteX4" fmla="*/ 592822 w 2823415"/>
              <a:gd name="connsiteY4" fmla="*/ 142333 h 1559226"/>
              <a:gd name="connsiteX5" fmla="*/ 1077920 w 2823415"/>
              <a:gd name="connsiteY5" fmla="*/ 764841 h 1559226"/>
              <a:gd name="connsiteX6" fmla="*/ 1791731 w 2823415"/>
              <a:gd name="connsiteY6" fmla="*/ 767945 h 1559226"/>
              <a:gd name="connsiteX7" fmla="*/ 2126592 w 2823415"/>
              <a:gd name="connsiteY7" fmla="*/ 478752 h 1559226"/>
              <a:gd name="connsiteX8" fmla="*/ 2210912 w 2823415"/>
              <a:gd name="connsiteY8" fmla="*/ 23807 h 1559226"/>
              <a:gd name="connsiteX9" fmla="*/ 2793481 w 2823415"/>
              <a:gd name="connsiteY9" fmla="*/ 32281 h 1559226"/>
              <a:gd name="connsiteX10" fmla="*/ 2670100 w 2823415"/>
              <a:gd name="connsiteY10" fmla="*/ 1073395 h 1559226"/>
              <a:gd name="connsiteX11" fmla="*/ 2078445 w 2823415"/>
              <a:gd name="connsiteY11" fmla="*/ 1538808 h 1559226"/>
              <a:gd name="connsiteX12" fmla="*/ 698505 w 2823415"/>
              <a:gd name="connsiteY12" fmla="*/ 1390335 h 1559226"/>
              <a:gd name="connsiteX0" fmla="*/ 698505 w 2896498"/>
              <a:gd name="connsiteY0" fmla="*/ 1390335 h 1559226"/>
              <a:gd name="connsiteX1" fmla="*/ 116789 w 2896498"/>
              <a:gd name="connsiteY1" fmla="*/ 590029 h 1559226"/>
              <a:gd name="connsiteX2" fmla="*/ 0 w 2896498"/>
              <a:gd name="connsiteY2" fmla="*/ 83689 h 1559226"/>
              <a:gd name="connsiteX3" fmla="*/ 574390 w 2896498"/>
              <a:gd name="connsiteY3" fmla="*/ 0 h 1559226"/>
              <a:gd name="connsiteX4" fmla="*/ 592822 w 2896498"/>
              <a:gd name="connsiteY4" fmla="*/ 142333 h 1559226"/>
              <a:gd name="connsiteX5" fmla="*/ 1077920 w 2896498"/>
              <a:gd name="connsiteY5" fmla="*/ 764841 h 1559226"/>
              <a:gd name="connsiteX6" fmla="*/ 1791731 w 2896498"/>
              <a:gd name="connsiteY6" fmla="*/ 767945 h 1559226"/>
              <a:gd name="connsiteX7" fmla="*/ 2126592 w 2896498"/>
              <a:gd name="connsiteY7" fmla="*/ 478752 h 1559226"/>
              <a:gd name="connsiteX8" fmla="*/ 2210912 w 2896498"/>
              <a:gd name="connsiteY8" fmla="*/ 23807 h 1559226"/>
              <a:gd name="connsiteX9" fmla="*/ 2876897 w 2896498"/>
              <a:gd name="connsiteY9" fmla="*/ 39276 h 1559226"/>
              <a:gd name="connsiteX10" fmla="*/ 2670100 w 2896498"/>
              <a:gd name="connsiteY10" fmla="*/ 1073395 h 1559226"/>
              <a:gd name="connsiteX11" fmla="*/ 2078445 w 2896498"/>
              <a:gd name="connsiteY11" fmla="*/ 1538808 h 1559226"/>
              <a:gd name="connsiteX12" fmla="*/ 698505 w 2896498"/>
              <a:gd name="connsiteY12" fmla="*/ 1390335 h 1559226"/>
              <a:gd name="connsiteX0" fmla="*/ 698505 w 2876898"/>
              <a:gd name="connsiteY0" fmla="*/ 1390335 h 1559226"/>
              <a:gd name="connsiteX1" fmla="*/ 116789 w 2876898"/>
              <a:gd name="connsiteY1" fmla="*/ 590029 h 1559226"/>
              <a:gd name="connsiteX2" fmla="*/ 0 w 2876898"/>
              <a:gd name="connsiteY2" fmla="*/ 83689 h 1559226"/>
              <a:gd name="connsiteX3" fmla="*/ 574390 w 2876898"/>
              <a:gd name="connsiteY3" fmla="*/ 0 h 1559226"/>
              <a:gd name="connsiteX4" fmla="*/ 592822 w 2876898"/>
              <a:gd name="connsiteY4" fmla="*/ 142333 h 1559226"/>
              <a:gd name="connsiteX5" fmla="*/ 1077920 w 2876898"/>
              <a:gd name="connsiteY5" fmla="*/ 764841 h 1559226"/>
              <a:gd name="connsiteX6" fmla="*/ 1791731 w 2876898"/>
              <a:gd name="connsiteY6" fmla="*/ 767945 h 1559226"/>
              <a:gd name="connsiteX7" fmla="*/ 2126592 w 2876898"/>
              <a:gd name="connsiteY7" fmla="*/ 478752 h 1559226"/>
              <a:gd name="connsiteX8" fmla="*/ 2210912 w 2876898"/>
              <a:gd name="connsiteY8" fmla="*/ 23807 h 1559226"/>
              <a:gd name="connsiteX9" fmla="*/ 2876897 w 2876898"/>
              <a:gd name="connsiteY9" fmla="*/ 39276 h 1559226"/>
              <a:gd name="connsiteX10" fmla="*/ 2078445 w 2876898"/>
              <a:gd name="connsiteY10" fmla="*/ 1538808 h 1559226"/>
              <a:gd name="connsiteX11" fmla="*/ 698505 w 2876898"/>
              <a:gd name="connsiteY11" fmla="*/ 1390335 h 1559226"/>
              <a:gd name="connsiteX0" fmla="*/ 698505 w 2876897"/>
              <a:gd name="connsiteY0" fmla="*/ 1390335 h 1467132"/>
              <a:gd name="connsiteX1" fmla="*/ 116789 w 2876897"/>
              <a:gd name="connsiteY1" fmla="*/ 590029 h 1467132"/>
              <a:gd name="connsiteX2" fmla="*/ 0 w 2876897"/>
              <a:gd name="connsiteY2" fmla="*/ 83689 h 1467132"/>
              <a:gd name="connsiteX3" fmla="*/ 574390 w 2876897"/>
              <a:gd name="connsiteY3" fmla="*/ 0 h 1467132"/>
              <a:gd name="connsiteX4" fmla="*/ 592822 w 2876897"/>
              <a:gd name="connsiteY4" fmla="*/ 142333 h 1467132"/>
              <a:gd name="connsiteX5" fmla="*/ 1077920 w 2876897"/>
              <a:gd name="connsiteY5" fmla="*/ 764841 h 1467132"/>
              <a:gd name="connsiteX6" fmla="*/ 1791731 w 2876897"/>
              <a:gd name="connsiteY6" fmla="*/ 767945 h 1467132"/>
              <a:gd name="connsiteX7" fmla="*/ 2126592 w 2876897"/>
              <a:gd name="connsiteY7" fmla="*/ 478752 h 1467132"/>
              <a:gd name="connsiteX8" fmla="*/ 2210912 w 2876897"/>
              <a:gd name="connsiteY8" fmla="*/ 23807 h 1467132"/>
              <a:gd name="connsiteX9" fmla="*/ 2876897 w 2876897"/>
              <a:gd name="connsiteY9" fmla="*/ 39276 h 1467132"/>
              <a:gd name="connsiteX10" fmla="*/ 2018862 w 2876897"/>
              <a:gd name="connsiteY10" fmla="*/ 1370981 h 1467132"/>
              <a:gd name="connsiteX11" fmla="*/ 698505 w 2876897"/>
              <a:gd name="connsiteY11" fmla="*/ 1390335 h 1467132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481520"/>
              <a:gd name="connsiteX1" fmla="*/ 116789 w 2876897"/>
              <a:gd name="connsiteY1" fmla="*/ 590029 h 1481520"/>
              <a:gd name="connsiteX2" fmla="*/ 0 w 2876897"/>
              <a:gd name="connsiteY2" fmla="*/ 83689 h 1481520"/>
              <a:gd name="connsiteX3" fmla="*/ 574390 w 2876897"/>
              <a:gd name="connsiteY3" fmla="*/ 0 h 1481520"/>
              <a:gd name="connsiteX4" fmla="*/ 592822 w 2876897"/>
              <a:gd name="connsiteY4" fmla="*/ 142333 h 1481520"/>
              <a:gd name="connsiteX5" fmla="*/ 1077920 w 2876897"/>
              <a:gd name="connsiteY5" fmla="*/ 764841 h 1481520"/>
              <a:gd name="connsiteX6" fmla="*/ 1791731 w 2876897"/>
              <a:gd name="connsiteY6" fmla="*/ 767945 h 1481520"/>
              <a:gd name="connsiteX7" fmla="*/ 2126592 w 2876897"/>
              <a:gd name="connsiteY7" fmla="*/ 478752 h 1481520"/>
              <a:gd name="connsiteX8" fmla="*/ 2210912 w 2876897"/>
              <a:gd name="connsiteY8" fmla="*/ 23807 h 1481520"/>
              <a:gd name="connsiteX9" fmla="*/ 2876897 w 2876897"/>
              <a:gd name="connsiteY9" fmla="*/ 39276 h 1481520"/>
              <a:gd name="connsiteX10" fmla="*/ 2084403 w 2876897"/>
              <a:gd name="connsiteY10" fmla="*/ 1412939 h 1481520"/>
              <a:gd name="connsiteX11" fmla="*/ 698505 w 2876897"/>
              <a:gd name="connsiteY11" fmla="*/ 1390335 h 14815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60220"/>
              <a:gd name="connsiteX1" fmla="*/ 116789 w 2876897"/>
              <a:gd name="connsiteY1" fmla="*/ 590029 h 1560220"/>
              <a:gd name="connsiteX2" fmla="*/ 0 w 2876897"/>
              <a:gd name="connsiteY2" fmla="*/ 83689 h 1560220"/>
              <a:gd name="connsiteX3" fmla="*/ 574390 w 2876897"/>
              <a:gd name="connsiteY3" fmla="*/ 0 h 1560220"/>
              <a:gd name="connsiteX4" fmla="*/ 592822 w 2876897"/>
              <a:gd name="connsiteY4" fmla="*/ 142333 h 1560220"/>
              <a:gd name="connsiteX5" fmla="*/ 1077920 w 2876897"/>
              <a:gd name="connsiteY5" fmla="*/ 764841 h 1560220"/>
              <a:gd name="connsiteX6" fmla="*/ 1791731 w 2876897"/>
              <a:gd name="connsiteY6" fmla="*/ 767945 h 1560220"/>
              <a:gd name="connsiteX7" fmla="*/ 2126592 w 2876897"/>
              <a:gd name="connsiteY7" fmla="*/ 478752 h 1560220"/>
              <a:gd name="connsiteX8" fmla="*/ 2210912 w 2876897"/>
              <a:gd name="connsiteY8" fmla="*/ 23807 h 1560220"/>
              <a:gd name="connsiteX9" fmla="*/ 2876897 w 2876897"/>
              <a:gd name="connsiteY9" fmla="*/ 39276 h 1560220"/>
              <a:gd name="connsiteX10" fmla="*/ 2084403 w 2876897"/>
              <a:gd name="connsiteY10" fmla="*/ 1412939 h 1560220"/>
              <a:gd name="connsiteX11" fmla="*/ 698505 w 2876897"/>
              <a:gd name="connsiteY11" fmla="*/ 1390335 h 1560220"/>
              <a:gd name="connsiteX0" fmla="*/ 698505 w 2876897"/>
              <a:gd name="connsiteY0" fmla="*/ 1390335 h 1591884"/>
              <a:gd name="connsiteX1" fmla="*/ 116789 w 2876897"/>
              <a:gd name="connsiteY1" fmla="*/ 590029 h 1591884"/>
              <a:gd name="connsiteX2" fmla="*/ 0 w 2876897"/>
              <a:gd name="connsiteY2" fmla="*/ 83689 h 1591884"/>
              <a:gd name="connsiteX3" fmla="*/ 574390 w 2876897"/>
              <a:gd name="connsiteY3" fmla="*/ 0 h 1591884"/>
              <a:gd name="connsiteX4" fmla="*/ 592822 w 2876897"/>
              <a:gd name="connsiteY4" fmla="*/ 142333 h 1591884"/>
              <a:gd name="connsiteX5" fmla="*/ 1077920 w 2876897"/>
              <a:gd name="connsiteY5" fmla="*/ 764841 h 1591884"/>
              <a:gd name="connsiteX6" fmla="*/ 1791731 w 2876897"/>
              <a:gd name="connsiteY6" fmla="*/ 767945 h 1591884"/>
              <a:gd name="connsiteX7" fmla="*/ 2126592 w 2876897"/>
              <a:gd name="connsiteY7" fmla="*/ 478752 h 1591884"/>
              <a:gd name="connsiteX8" fmla="*/ 2210912 w 2876897"/>
              <a:gd name="connsiteY8" fmla="*/ 23807 h 1591884"/>
              <a:gd name="connsiteX9" fmla="*/ 2876897 w 2876897"/>
              <a:gd name="connsiteY9" fmla="*/ 39276 h 1591884"/>
              <a:gd name="connsiteX10" fmla="*/ 2096211 w 2876897"/>
              <a:gd name="connsiteY10" fmla="*/ 1461348 h 1591884"/>
              <a:gd name="connsiteX11" fmla="*/ 698505 w 2876897"/>
              <a:gd name="connsiteY11" fmla="*/ 1390335 h 1591884"/>
              <a:gd name="connsiteX0" fmla="*/ 698505 w 2876897"/>
              <a:gd name="connsiteY0" fmla="*/ 1390335 h 1549509"/>
              <a:gd name="connsiteX1" fmla="*/ 116789 w 2876897"/>
              <a:gd name="connsiteY1" fmla="*/ 590029 h 1549509"/>
              <a:gd name="connsiteX2" fmla="*/ 0 w 2876897"/>
              <a:gd name="connsiteY2" fmla="*/ 83689 h 1549509"/>
              <a:gd name="connsiteX3" fmla="*/ 574390 w 2876897"/>
              <a:gd name="connsiteY3" fmla="*/ 0 h 1549509"/>
              <a:gd name="connsiteX4" fmla="*/ 592822 w 2876897"/>
              <a:gd name="connsiteY4" fmla="*/ 142333 h 1549509"/>
              <a:gd name="connsiteX5" fmla="*/ 1077920 w 2876897"/>
              <a:gd name="connsiteY5" fmla="*/ 764841 h 1549509"/>
              <a:gd name="connsiteX6" fmla="*/ 1791731 w 2876897"/>
              <a:gd name="connsiteY6" fmla="*/ 767945 h 1549509"/>
              <a:gd name="connsiteX7" fmla="*/ 2126592 w 2876897"/>
              <a:gd name="connsiteY7" fmla="*/ 478752 h 1549509"/>
              <a:gd name="connsiteX8" fmla="*/ 2210912 w 2876897"/>
              <a:gd name="connsiteY8" fmla="*/ 23807 h 1549509"/>
              <a:gd name="connsiteX9" fmla="*/ 2876897 w 2876897"/>
              <a:gd name="connsiteY9" fmla="*/ 39276 h 1549509"/>
              <a:gd name="connsiteX10" fmla="*/ 2096211 w 2876897"/>
              <a:gd name="connsiteY10" fmla="*/ 1461348 h 1549509"/>
              <a:gd name="connsiteX11" fmla="*/ 698505 w 2876897"/>
              <a:gd name="connsiteY11" fmla="*/ 1390335 h 1549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76897" h="1549509">
                <a:moveTo>
                  <a:pt x="698505" y="1390335"/>
                </a:moveTo>
                <a:cubicBezTo>
                  <a:pt x="382179" y="1190875"/>
                  <a:pt x="233206" y="807803"/>
                  <a:pt x="116789" y="590029"/>
                </a:cubicBezTo>
                <a:cubicBezTo>
                  <a:pt x="372" y="372255"/>
                  <a:pt x="12108" y="225281"/>
                  <a:pt x="0" y="83689"/>
                </a:cubicBezTo>
                <a:lnTo>
                  <a:pt x="574390" y="0"/>
                </a:lnTo>
                <a:lnTo>
                  <a:pt x="592822" y="142333"/>
                </a:lnTo>
                <a:cubicBezTo>
                  <a:pt x="640270" y="442220"/>
                  <a:pt x="878102" y="660572"/>
                  <a:pt x="1077920" y="764841"/>
                </a:cubicBezTo>
                <a:cubicBezTo>
                  <a:pt x="1277738" y="869110"/>
                  <a:pt x="1580765" y="845068"/>
                  <a:pt x="1791731" y="767945"/>
                </a:cubicBezTo>
                <a:cubicBezTo>
                  <a:pt x="1909457" y="671038"/>
                  <a:pt x="2056108" y="596953"/>
                  <a:pt x="2126592" y="478752"/>
                </a:cubicBezTo>
                <a:cubicBezTo>
                  <a:pt x="2186525" y="332585"/>
                  <a:pt x="2227007" y="164432"/>
                  <a:pt x="2210912" y="23807"/>
                </a:cubicBezTo>
                <a:lnTo>
                  <a:pt x="2876897" y="39276"/>
                </a:lnTo>
                <a:cubicBezTo>
                  <a:pt x="2854819" y="291776"/>
                  <a:pt x="2721442" y="1173237"/>
                  <a:pt x="2096211" y="1461348"/>
                </a:cubicBezTo>
                <a:cubicBezTo>
                  <a:pt x="1609321" y="1617817"/>
                  <a:pt x="1025448" y="1548465"/>
                  <a:pt x="698505" y="1390335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4115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30973"/>
            <a:ext cx="5395210" cy="145651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660" y="2003099"/>
            <a:ext cx="5395210" cy="401670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28BC5525-CF2B-61B7-2A74-6DE992B6BC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21429196">
            <a:off x="6624315" y="183622"/>
            <a:ext cx="5543342" cy="6080538"/>
          </a:xfrm>
          <a:custGeom>
            <a:avLst/>
            <a:gdLst>
              <a:gd name="connsiteX0" fmla="*/ 516568 w 5543342"/>
              <a:gd name="connsiteY0" fmla="*/ 0 h 6080538"/>
              <a:gd name="connsiteX1" fmla="*/ 5542764 w 5543342"/>
              <a:gd name="connsiteY1" fmla="*/ 510009 h 6080538"/>
              <a:gd name="connsiteX2" fmla="*/ 5340089 w 5543342"/>
              <a:gd name="connsiteY2" fmla="*/ 3610175 h 6080538"/>
              <a:gd name="connsiteX3" fmla="*/ 5118358 w 5543342"/>
              <a:gd name="connsiteY3" fmla="*/ 6080538 h 6080538"/>
              <a:gd name="connsiteX4" fmla="*/ 1287318 w 5543342"/>
              <a:gd name="connsiteY4" fmla="*/ 5769564 h 6080538"/>
              <a:gd name="connsiteX5" fmla="*/ 1291721 w 5543342"/>
              <a:gd name="connsiteY5" fmla="*/ 5758465 h 6080538"/>
              <a:gd name="connsiteX6" fmla="*/ 1332268 w 5543342"/>
              <a:gd name="connsiteY6" fmla="*/ 5554724 h 6080538"/>
              <a:gd name="connsiteX7" fmla="*/ 1006825 w 5543342"/>
              <a:gd name="connsiteY7" fmla="*/ 4870534 h 6080538"/>
              <a:gd name="connsiteX8" fmla="*/ 420574 w 5543342"/>
              <a:gd name="connsiteY8" fmla="*/ 4651036 h 6080538"/>
              <a:gd name="connsiteX9" fmla="*/ 16166 w 5543342"/>
              <a:gd name="connsiteY9" fmla="*/ 4725372 h 6080538"/>
              <a:gd name="connsiteX10" fmla="*/ 0 w 5543342"/>
              <a:gd name="connsiteY10" fmla="*/ 4733953 h 6080538"/>
              <a:gd name="connsiteX11" fmla="*/ 25673 w 5543342"/>
              <a:gd name="connsiteY11" fmla="*/ 4477145 h 6080538"/>
              <a:gd name="connsiteX12" fmla="*/ 268217 w 5543342"/>
              <a:gd name="connsiteY12" fmla="*/ 2031585 h 6080538"/>
              <a:gd name="connsiteX13" fmla="*/ 494239 w 5543342"/>
              <a:gd name="connsiteY13" fmla="*/ 128602 h 608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43342" h="6080538">
                <a:moveTo>
                  <a:pt x="516568" y="0"/>
                </a:moveTo>
                <a:lnTo>
                  <a:pt x="5542764" y="510009"/>
                </a:lnTo>
                <a:cubicBezTo>
                  <a:pt x="5553671" y="891546"/>
                  <a:pt x="5407648" y="2576786"/>
                  <a:pt x="5340089" y="3610175"/>
                </a:cubicBezTo>
                <a:cubicBezTo>
                  <a:pt x="5278007" y="4570989"/>
                  <a:pt x="5231601" y="5375940"/>
                  <a:pt x="5118358" y="6080538"/>
                </a:cubicBezTo>
                <a:lnTo>
                  <a:pt x="1287318" y="5769564"/>
                </a:lnTo>
                <a:lnTo>
                  <a:pt x="1291721" y="5758465"/>
                </a:lnTo>
                <a:cubicBezTo>
                  <a:pt x="1317526" y="5680617"/>
                  <a:pt x="1331151" y="5609386"/>
                  <a:pt x="1332268" y="5554724"/>
                </a:cubicBezTo>
                <a:cubicBezTo>
                  <a:pt x="1336735" y="5336075"/>
                  <a:pt x="1158774" y="5021148"/>
                  <a:pt x="1006825" y="4870534"/>
                </a:cubicBezTo>
                <a:cubicBezTo>
                  <a:pt x="854876" y="4719919"/>
                  <a:pt x="606104" y="4621003"/>
                  <a:pt x="420574" y="4651036"/>
                </a:cubicBezTo>
                <a:cubicBezTo>
                  <a:pt x="304618" y="4669807"/>
                  <a:pt x="163887" y="4661920"/>
                  <a:pt x="16166" y="4725372"/>
                </a:cubicBezTo>
                <a:lnTo>
                  <a:pt x="0" y="4733953"/>
                </a:lnTo>
                <a:lnTo>
                  <a:pt x="25673" y="4477145"/>
                </a:lnTo>
                <a:cubicBezTo>
                  <a:pt x="109984" y="3645971"/>
                  <a:pt x="226715" y="2587322"/>
                  <a:pt x="268217" y="2031585"/>
                </a:cubicBezTo>
                <a:cubicBezTo>
                  <a:pt x="323179" y="1411943"/>
                  <a:pt x="397647" y="762029"/>
                  <a:pt x="494239" y="128602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9660" y="6356350"/>
            <a:ext cx="3172685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52711" y="6356350"/>
            <a:ext cx="1801089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37920" y="6356350"/>
            <a:ext cx="547255" cy="365125"/>
          </a:xfrm>
        </p:spPr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Oval 28">
            <a:extLst>
              <a:ext uri="{FF2B5EF4-FFF2-40B4-BE49-F238E27FC236}">
                <a16:creationId xmlns:a16="http://schemas.microsoft.com/office/drawing/2014/main" id="{1B4BC684-4AF2-808F-7211-8B63C550A059}"/>
              </a:ext>
            </a:extLst>
          </p:cNvPr>
          <p:cNvSpPr/>
          <p:nvPr/>
        </p:nvSpPr>
        <p:spPr>
          <a:xfrm rot="2599426">
            <a:off x="6252667" y="4935505"/>
            <a:ext cx="1800041" cy="1775781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59270" h="3018036">
                <a:moveTo>
                  <a:pt x="11907" y="1624714"/>
                </a:moveTo>
                <a:cubicBezTo>
                  <a:pt x="-67795" y="983902"/>
                  <a:pt x="272066" y="723639"/>
                  <a:pt x="453606" y="460819"/>
                </a:cubicBezTo>
                <a:cubicBezTo>
                  <a:pt x="635146" y="197999"/>
                  <a:pt x="1049220" y="9410"/>
                  <a:pt x="1412722" y="379"/>
                </a:cubicBezTo>
                <a:cubicBezTo>
                  <a:pt x="1776224" y="-8652"/>
                  <a:pt x="2371800" y="143814"/>
                  <a:pt x="2634620" y="406634"/>
                </a:cubicBezTo>
                <a:cubicBezTo>
                  <a:pt x="2897440" y="669454"/>
                  <a:pt x="3249737" y="1489643"/>
                  <a:pt x="2935457" y="2092073"/>
                </a:cubicBezTo>
                <a:cubicBezTo>
                  <a:pt x="2492483" y="2809649"/>
                  <a:pt x="1744193" y="3083102"/>
                  <a:pt x="1256935" y="3005209"/>
                </a:cubicBezTo>
                <a:cubicBezTo>
                  <a:pt x="769677" y="2927316"/>
                  <a:pt x="91609" y="2265526"/>
                  <a:pt x="11907" y="1624714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E8AB87-6DEE-5CAA-3E21-056B4B855423}"/>
              </a:ext>
            </a:extLst>
          </p:cNvPr>
          <p:cNvGrpSpPr/>
          <p:nvPr/>
        </p:nvGrpSpPr>
        <p:grpSpPr>
          <a:xfrm flipH="1">
            <a:off x="6891213" y="5570054"/>
            <a:ext cx="626222" cy="449746"/>
            <a:chOff x="10056508" y="3477013"/>
            <a:chExt cx="713092" cy="512135"/>
          </a:xfrm>
        </p:grpSpPr>
        <p:sp>
          <p:nvSpPr>
            <p:cNvPr id="34" name="Freeform: Shape 13">
              <a:extLst>
                <a:ext uri="{FF2B5EF4-FFF2-40B4-BE49-F238E27FC236}">
                  <a16:creationId xmlns:a16="http://schemas.microsoft.com/office/drawing/2014/main" id="{2C30964C-23D6-6A1F-9B3D-211EE16A296B}"/>
                </a:ext>
              </a:extLst>
            </p:cNvPr>
            <p:cNvSpPr/>
            <p:nvPr/>
          </p:nvSpPr>
          <p:spPr>
            <a:xfrm>
              <a:off x="10056508" y="3890827"/>
              <a:ext cx="713092" cy="98321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22C6CE2-D5F6-D391-6769-2FA1C4CDD625}"/>
                </a:ext>
              </a:extLst>
            </p:cNvPr>
            <p:cNvSpPr/>
            <p:nvPr/>
          </p:nvSpPr>
          <p:spPr>
            <a:xfrm flipH="1">
              <a:off x="10462097" y="3477013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15">
              <a:extLst>
                <a:ext uri="{FF2B5EF4-FFF2-40B4-BE49-F238E27FC236}">
                  <a16:creationId xmlns:a16="http://schemas.microsoft.com/office/drawing/2014/main" id="{8A70E6DA-2CCB-333F-CF01-25091DD49D99}"/>
                </a:ext>
              </a:extLst>
            </p:cNvPr>
            <p:cNvSpPr/>
            <p:nvPr/>
          </p:nvSpPr>
          <p:spPr>
            <a:xfrm flipH="1">
              <a:off x="10468546" y="3477013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7032E2D2-EED1-81D7-BCB0-617356BCDEAA}"/>
                </a:ext>
              </a:extLst>
            </p:cNvPr>
            <p:cNvSpPr/>
            <p:nvPr/>
          </p:nvSpPr>
          <p:spPr>
            <a:xfrm flipH="1">
              <a:off x="10108996" y="3520306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17">
              <a:extLst>
                <a:ext uri="{FF2B5EF4-FFF2-40B4-BE49-F238E27FC236}">
                  <a16:creationId xmlns:a16="http://schemas.microsoft.com/office/drawing/2014/main" id="{7D4E2E0E-0263-345D-95F4-1DBE004F10AD}"/>
                </a:ext>
              </a:extLst>
            </p:cNvPr>
            <p:cNvSpPr/>
            <p:nvPr/>
          </p:nvSpPr>
          <p:spPr>
            <a:xfrm flipH="1">
              <a:off x="10114155" y="3520306"/>
              <a:ext cx="150739" cy="133780"/>
            </a:xfrm>
            <a:custGeom>
              <a:avLst/>
              <a:gdLst>
                <a:gd name="connsiteX0" fmla="*/ 66769 w 325836"/>
                <a:gd name="connsiteY0" fmla="*/ 0 h 289179"/>
                <a:gd name="connsiteX1" fmla="*/ 316147 w 325836"/>
                <a:gd name="connsiteY1" fmla="*/ 195023 h 289179"/>
                <a:gd name="connsiteX2" fmla="*/ 325836 w 325836"/>
                <a:gd name="connsiteY2" fmla="*/ 231847 h 289179"/>
                <a:gd name="connsiteX3" fmla="*/ 265409 w 325836"/>
                <a:gd name="connsiteY3" fmla="*/ 275001 h 289179"/>
                <a:gd name="connsiteX4" fmla="*/ 185019 w 325836"/>
                <a:gd name="connsiteY4" fmla="*/ 288684 h 289179"/>
                <a:gd name="connsiteX5" fmla="*/ 1897 w 325836"/>
                <a:gd name="connsiteY5" fmla="*/ 21266 h 289179"/>
                <a:gd name="connsiteX6" fmla="*/ 4770 w 325836"/>
                <a:gd name="connsiteY6" fmla="*/ 9217 h 289179"/>
                <a:gd name="connsiteX7" fmla="*/ 12224 w 325836"/>
                <a:gd name="connsiteY7" fmla="*/ 6487 h 289179"/>
                <a:gd name="connsiteX8" fmla="*/ 66769 w 325836"/>
                <a:gd name="connsiteY8" fmla="*/ 0 h 289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5836" h="289179">
                  <a:moveTo>
                    <a:pt x="66769" y="0"/>
                  </a:moveTo>
                  <a:cubicBezTo>
                    <a:pt x="178875" y="0"/>
                    <a:pt x="275061" y="80416"/>
                    <a:pt x="316147" y="195023"/>
                  </a:cubicBezTo>
                  <a:lnTo>
                    <a:pt x="325836" y="231847"/>
                  </a:lnTo>
                  <a:lnTo>
                    <a:pt x="265409" y="275001"/>
                  </a:lnTo>
                  <a:cubicBezTo>
                    <a:pt x="240185" y="285865"/>
                    <a:pt x="212992" y="290848"/>
                    <a:pt x="185019" y="288684"/>
                  </a:cubicBezTo>
                  <a:cubicBezTo>
                    <a:pt x="73129" y="280029"/>
                    <a:pt x="-14093" y="186477"/>
                    <a:pt x="1897" y="21266"/>
                  </a:cubicBezTo>
                  <a:lnTo>
                    <a:pt x="4770" y="9217"/>
                  </a:lnTo>
                  <a:lnTo>
                    <a:pt x="12224" y="6487"/>
                  </a:lnTo>
                  <a:cubicBezTo>
                    <a:pt x="29843" y="2234"/>
                    <a:pt x="48085" y="0"/>
                    <a:pt x="66769" y="0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383558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345440"/>
            <a:ext cx="6472566" cy="11332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9" y="1494301"/>
            <a:ext cx="6472566" cy="46016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4088" y="6356350"/>
            <a:ext cx="3242623" cy="365125"/>
          </a:xfrm>
        </p:spPr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0976" y="6356350"/>
            <a:ext cx="1801089" cy="365125"/>
          </a:xfrm>
        </p:spPr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44241" y="6356350"/>
            <a:ext cx="547255" cy="365125"/>
          </a:xfrm>
        </p:spPr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C4E015C-42DC-76ED-17D3-98FEDC30D7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4872" y="0"/>
            <a:ext cx="4147127" cy="6858000"/>
          </a:xfrm>
          <a:custGeom>
            <a:avLst/>
            <a:gdLst>
              <a:gd name="connsiteX0" fmla="*/ 120263 w 6271682"/>
              <a:gd name="connsiteY0" fmla="*/ 0 h 6858000"/>
              <a:gd name="connsiteX1" fmla="*/ 6271682 w 6271682"/>
              <a:gd name="connsiteY1" fmla="*/ 0 h 6858000"/>
              <a:gd name="connsiteX2" fmla="*/ 6271682 w 6271682"/>
              <a:gd name="connsiteY2" fmla="*/ 6858000 h 6858000"/>
              <a:gd name="connsiteX3" fmla="*/ 27900 w 6271682"/>
              <a:gd name="connsiteY3" fmla="*/ 6858000 h 6858000"/>
              <a:gd name="connsiteX4" fmla="*/ 120263 w 627168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71682" h="6858000">
                <a:moveTo>
                  <a:pt x="120263" y="0"/>
                </a:moveTo>
                <a:lnTo>
                  <a:pt x="6271682" y="0"/>
                </a:lnTo>
                <a:lnTo>
                  <a:pt x="6271682" y="6858000"/>
                </a:lnTo>
                <a:lnTo>
                  <a:pt x="27900" y="6858000"/>
                </a:lnTo>
                <a:cubicBezTo>
                  <a:pt x="-61384" y="4082473"/>
                  <a:pt x="89475" y="2286000"/>
                  <a:pt x="120263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668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2" y="4426528"/>
            <a:ext cx="3853453" cy="168960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976598F-F6AF-BB82-8775-D6BCA6D905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4106174"/>
          </a:xfrm>
          <a:custGeom>
            <a:avLst/>
            <a:gdLst>
              <a:gd name="connsiteX0" fmla="*/ 0 w 12192000"/>
              <a:gd name="connsiteY0" fmla="*/ 0 h 4106174"/>
              <a:gd name="connsiteX1" fmla="*/ 12192000 w 12192000"/>
              <a:gd name="connsiteY1" fmla="*/ 0 h 4106174"/>
              <a:gd name="connsiteX2" fmla="*/ 12192000 w 12192000"/>
              <a:gd name="connsiteY2" fmla="*/ 4031835 h 4106174"/>
              <a:gd name="connsiteX3" fmla="*/ 0 w 12192000"/>
              <a:gd name="connsiteY3" fmla="*/ 3969361 h 410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106174">
                <a:moveTo>
                  <a:pt x="0" y="0"/>
                </a:moveTo>
                <a:lnTo>
                  <a:pt x="12192000" y="0"/>
                </a:lnTo>
                <a:lnTo>
                  <a:pt x="12192000" y="4031835"/>
                </a:lnTo>
                <a:cubicBezTo>
                  <a:pt x="8158670" y="4281734"/>
                  <a:pt x="3051835" y="3807967"/>
                  <a:pt x="0" y="3969361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5961" y="4426528"/>
            <a:ext cx="6602723" cy="18588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6917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59" y="947783"/>
            <a:ext cx="3055595" cy="157097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D01256D-37B2-9E09-91D3-E0A708DD5B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586" y="3232355"/>
            <a:ext cx="3496759" cy="2961002"/>
          </a:xfrm>
          <a:custGeom>
            <a:avLst/>
            <a:gdLst>
              <a:gd name="connsiteX0" fmla="*/ 3341940 w 3496759"/>
              <a:gd name="connsiteY0" fmla="*/ 0 h 2961002"/>
              <a:gd name="connsiteX1" fmla="*/ 3496759 w 3496759"/>
              <a:gd name="connsiteY1" fmla="*/ 2746153 h 2961002"/>
              <a:gd name="connsiteX2" fmla="*/ 136061 w 3496759"/>
              <a:gd name="connsiteY2" fmla="*/ 2961002 h 2961002"/>
              <a:gd name="connsiteX3" fmla="*/ 0 w 3496759"/>
              <a:gd name="connsiteY3" fmla="*/ 174175 h 2961002"/>
              <a:gd name="connsiteX4" fmla="*/ 2023692 w 3496759"/>
              <a:gd name="connsiteY4" fmla="*/ 64436 h 2961002"/>
              <a:gd name="connsiteX5" fmla="*/ 2256538 w 3496759"/>
              <a:gd name="connsiteY5" fmla="*/ 52682 h 2961002"/>
              <a:gd name="connsiteX6" fmla="*/ 2247977 w 3496759"/>
              <a:gd name="connsiteY6" fmla="*/ 72592 h 2961002"/>
              <a:gd name="connsiteX7" fmla="*/ 2225535 w 3496759"/>
              <a:gd name="connsiteY7" fmla="*/ 164386 h 2961002"/>
              <a:gd name="connsiteX8" fmla="*/ 2307513 w 3496759"/>
              <a:gd name="connsiteY8" fmla="*/ 318345 h 2961002"/>
              <a:gd name="connsiteX9" fmla="*/ 2428894 w 3496759"/>
              <a:gd name="connsiteY9" fmla="*/ 296195 h 2961002"/>
              <a:gd name="connsiteX10" fmla="*/ 2542559 w 3496759"/>
              <a:gd name="connsiteY10" fmla="*/ 145939 h 2961002"/>
              <a:gd name="connsiteX11" fmla="*/ 2634775 w 3496759"/>
              <a:gd name="connsiteY11" fmla="*/ 309655 h 2961002"/>
              <a:gd name="connsiteX12" fmla="*/ 2816626 w 3496759"/>
              <a:gd name="connsiteY12" fmla="*/ 238732 h 2961002"/>
              <a:gd name="connsiteX13" fmla="*/ 2795835 w 3496759"/>
              <a:gd name="connsiteY13" fmla="*/ 69972 h 2961002"/>
              <a:gd name="connsiteX14" fmla="*/ 2988306 w 3496759"/>
              <a:gd name="connsiteY14" fmla="*/ 94882 h 2961002"/>
              <a:gd name="connsiteX15" fmla="*/ 3087045 w 3496759"/>
              <a:gd name="connsiteY15" fmla="*/ 18236 h 2961002"/>
              <a:gd name="connsiteX16" fmla="*/ 3090490 w 3496759"/>
              <a:gd name="connsiteY16" fmla="*/ 11851 h 2961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496759" h="2961002">
                <a:moveTo>
                  <a:pt x="3341940" y="0"/>
                </a:moveTo>
                <a:cubicBezTo>
                  <a:pt x="3388811" y="328615"/>
                  <a:pt x="3495783" y="2199740"/>
                  <a:pt x="3496759" y="2746153"/>
                </a:cubicBezTo>
                <a:cubicBezTo>
                  <a:pt x="2830638" y="2812104"/>
                  <a:pt x="2024969" y="2898919"/>
                  <a:pt x="136061" y="2961002"/>
                </a:cubicBezTo>
                <a:lnTo>
                  <a:pt x="0" y="174175"/>
                </a:lnTo>
                <a:cubicBezTo>
                  <a:pt x="538808" y="142959"/>
                  <a:pt x="1275643" y="102721"/>
                  <a:pt x="2023692" y="64436"/>
                </a:cubicBezTo>
                <a:lnTo>
                  <a:pt x="2256538" y="52682"/>
                </a:lnTo>
                <a:lnTo>
                  <a:pt x="2247977" y="72592"/>
                </a:lnTo>
                <a:cubicBezTo>
                  <a:pt x="2240248" y="92031"/>
                  <a:pt x="2232645" y="117050"/>
                  <a:pt x="2225535" y="164386"/>
                </a:cubicBezTo>
                <a:cubicBezTo>
                  <a:pt x="2225563" y="203480"/>
                  <a:pt x="2250847" y="290232"/>
                  <a:pt x="2307513" y="318345"/>
                </a:cubicBezTo>
                <a:cubicBezTo>
                  <a:pt x="2344791" y="326112"/>
                  <a:pt x="2414670" y="322165"/>
                  <a:pt x="2428894" y="296195"/>
                </a:cubicBezTo>
                <a:cubicBezTo>
                  <a:pt x="2466212" y="257288"/>
                  <a:pt x="2498126" y="241730"/>
                  <a:pt x="2542559" y="145939"/>
                </a:cubicBezTo>
                <a:cubicBezTo>
                  <a:pt x="2569521" y="242163"/>
                  <a:pt x="2581981" y="259052"/>
                  <a:pt x="2634775" y="309655"/>
                </a:cubicBezTo>
                <a:cubicBezTo>
                  <a:pt x="2686012" y="332441"/>
                  <a:pt x="2790537" y="339486"/>
                  <a:pt x="2816626" y="238732"/>
                </a:cubicBezTo>
                <a:cubicBezTo>
                  <a:pt x="2824521" y="199579"/>
                  <a:pt x="2836745" y="187278"/>
                  <a:pt x="2795835" y="69972"/>
                </a:cubicBezTo>
                <a:cubicBezTo>
                  <a:pt x="2883067" y="76228"/>
                  <a:pt x="2867248" y="109075"/>
                  <a:pt x="2988306" y="94882"/>
                </a:cubicBezTo>
                <a:cubicBezTo>
                  <a:pt x="3021738" y="85848"/>
                  <a:pt x="3062455" y="54549"/>
                  <a:pt x="3087045" y="18236"/>
                </a:cubicBezTo>
                <a:lnTo>
                  <a:pt x="3090490" y="11851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2438" y="947783"/>
            <a:ext cx="7298771" cy="524557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Star: 7 Points 2">
            <a:extLst>
              <a:ext uri="{FF2B5EF4-FFF2-40B4-BE49-F238E27FC236}">
                <a16:creationId xmlns:a16="http://schemas.microsoft.com/office/drawing/2014/main" id="{4B69A2B3-DC5F-4BAB-2C1B-EF6211D96C5F}"/>
              </a:ext>
            </a:extLst>
          </p:cNvPr>
          <p:cNvSpPr/>
          <p:nvPr/>
        </p:nvSpPr>
        <p:spPr>
          <a:xfrm rot="15264538">
            <a:off x="2396934" y="2544071"/>
            <a:ext cx="1039389" cy="1047193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5784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2DB845DF-A6AA-5EA8-1241-69EFACB9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0994" y="4478218"/>
            <a:ext cx="7057007" cy="147866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2400" b="0" spc="0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FFDCEC5-78F7-1A72-64CB-DF2DDF3A8FB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27488" y="825500"/>
            <a:ext cx="7746596" cy="4500979"/>
          </a:xfrm>
        </p:spPr>
        <p:txBody>
          <a:bodyPr anchor="b"/>
          <a:lstStyle>
            <a:lvl1pPr>
              <a:buNone/>
              <a:defRPr sz="30000" b="1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0995" y="6356350"/>
            <a:ext cx="317268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D9F539-92A8-FC48-F8C8-9B858AC58A97}"/>
              </a:ext>
            </a:extLst>
          </p:cNvPr>
          <p:cNvGrpSpPr/>
          <p:nvPr/>
        </p:nvGrpSpPr>
        <p:grpSpPr>
          <a:xfrm flipH="1">
            <a:off x="-116558" y="3042542"/>
            <a:ext cx="3272136" cy="3732067"/>
            <a:chOff x="8982892" y="3069175"/>
            <a:chExt cx="3272136" cy="3732067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1CEF69E-788E-7099-4364-1CD62B259D2A}"/>
                </a:ext>
              </a:extLst>
            </p:cNvPr>
            <p:cNvSpPr/>
            <p:nvPr/>
          </p:nvSpPr>
          <p:spPr>
            <a:xfrm rot="9427098" flipH="1" flipV="1">
              <a:off x="10211768" y="5220569"/>
              <a:ext cx="1997052" cy="1580673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97126 w 4783774"/>
                <a:gd name="connsiteY0" fmla="*/ 0 h 2992237"/>
                <a:gd name="connsiteX1" fmla="*/ 4695390 w 4783774"/>
                <a:gd name="connsiteY1" fmla="*/ 45125 h 2992237"/>
                <a:gd name="connsiteX2" fmla="*/ 4782904 w 4783774"/>
                <a:gd name="connsiteY2" fmla="*/ 728525 h 2992237"/>
                <a:gd name="connsiteX3" fmla="*/ 4485298 w 4783774"/>
                <a:gd name="connsiteY3" fmla="*/ 2021361 h 2992237"/>
                <a:gd name="connsiteX4" fmla="*/ 3821568 w 4783774"/>
                <a:gd name="connsiteY4" fmla="*/ 2709739 h 2992237"/>
                <a:gd name="connsiteX5" fmla="*/ 1148355 w 4783774"/>
                <a:gd name="connsiteY5" fmla="*/ 2845398 h 2992237"/>
                <a:gd name="connsiteX6" fmla="*/ 6818 w 4783774"/>
                <a:gd name="connsiteY6" fmla="*/ 595254 h 2992237"/>
                <a:gd name="connsiteX7" fmla="*/ 97126 w 4783774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35538 w 4706023"/>
                <a:gd name="connsiteY6" fmla="*/ 1148904 h 2992237"/>
                <a:gd name="connsiteX7" fmla="*/ 19375 w 4706023"/>
                <a:gd name="connsiteY7" fmla="*/ 0 h 2992237"/>
                <a:gd name="connsiteX0" fmla="*/ 19375 w 4706023"/>
                <a:gd name="connsiteY0" fmla="*/ 0 h 2992237"/>
                <a:gd name="connsiteX1" fmla="*/ 4617639 w 4706023"/>
                <a:gd name="connsiteY1" fmla="*/ 45125 h 2992237"/>
                <a:gd name="connsiteX2" fmla="*/ 4705153 w 4706023"/>
                <a:gd name="connsiteY2" fmla="*/ 728525 h 2992237"/>
                <a:gd name="connsiteX3" fmla="*/ 4407547 w 4706023"/>
                <a:gd name="connsiteY3" fmla="*/ 2021361 h 2992237"/>
                <a:gd name="connsiteX4" fmla="*/ 3743817 w 4706023"/>
                <a:gd name="connsiteY4" fmla="*/ 2709739 h 2992237"/>
                <a:gd name="connsiteX5" fmla="*/ 1070604 w 4706023"/>
                <a:gd name="connsiteY5" fmla="*/ 2845398 h 2992237"/>
                <a:gd name="connsiteX6" fmla="*/ 236643 w 4706023"/>
                <a:gd name="connsiteY6" fmla="*/ 2036279 h 2992237"/>
                <a:gd name="connsiteX7" fmla="*/ 35538 w 4706023"/>
                <a:gd name="connsiteY7" fmla="*/ 1148904 h 2992237"/>
                <a:gd name="connsiteX8" fmla="*/ 19375 w 4706023"/>
                <a:gd name="connsiteY8" fmla="*/ 0 h 2992237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2946942"/>
                <a:gd name="connsiteX1" fmla="*/ 4617639 w 4706023"/>
                <a:gd name="connsiteY1" fmla="*/ 45125 h 2946942"/>
                <a:gd name="connsiteX2" fmla="*/ 4705153 w 4706023"/>
                <a:gd name="connsiteY2" fmla="*/ 728525 h 2946942"/>
                <a:gd name="connsiteX3" fmla="*/ 4407547 w 4706023"/>
                <a:gd name="connsiteY3" fmla="*/ 2021361 h 2946942"/>
                <a:gd name="connsiteX4" fmla="*/ 3743817 w 4706023"/>
                <a:gd name="connsiteY4" fmla="*/ 2709739 h 2946942"/>
                <a:gd name="connsiteX5" fmla="*/ 1095954 w 4706023"/>
                <a:gd name="connsiteY5" fmla="*/ 2783881 h 2946942"/>
                <a:gd name="connsiteX6" fmla="*/ 236643 w 4706023"/>
                <a:gd name="connsiteY6" fmla="*/ 2036279 h 2946942"/>
                <a:gd name="connsiteX7" fmla="*/ 35538 w 4706023"/>
                <a:gd name="connsiteY7" fmla="*/ 1148904 h 2946942"/>
                <a:gd name="connsiteX8" fmla="*/ 19375 w 4706023"/>
                <a:gd name="connsiteY8" fmla="*/ 0 h 2946942"/>
                <a:gd name="connsiteX0" fmla="*/ 19375 w 4706023"/>
                <a:gd name="connsiteY0" fmla="*/ 0 h 3002860"/>
                <a:gd name="connsiteX1" fmla="*/ 4617639 w 4706023"/>
                <a:gd name="connsiteY1" fmla="*/ 45125 h 3002860"/>
                <a:gd name="connsiteX2" fmla="*/ 4705153 w 4706023"/>
                <a:gd name="connsiteY2" fmla="*/ 728525 h 3002860"/>
                <a:gd name="connsiteX3" fmla="*/ 4407547 w 4706023"/>
                <a:gd name="connsiteY3" fmla="*/ 2021361 h 3002860"/>
                <a:gd name="connsiteX4" fmla="*/ 3475106 w 4706023"/>
                <a:gd name="connsiteY4" fmla="*/ 2859686 h 3002860"/>
                <a:gd name="connsiteX5" fmla="*/ 1095954 w 4706023"/>
                <a:gd name="connsiteY5" fmla="*/ 2783881 h 3002860"/>
                <a:gd name="connsiteX6" fmla="*/ 236643 w 4706023"/>
                <a:gd name="connsiteY6" fmla="*/ 2036279 h 3002860"/>
                <a:gd name="connsiteX7" fmla="*/ 35538 w 4706023"/>
                <a:gd name="connsiteY7" fmla="*/ 1148904 h 3002860"/>
                <a:gd name="connsiteX8" fmla="*/ 19375 w 4706023"/>
                <a:gd name="connsiteY8" fmla="*/ 0 h 3002860"/>
                <a:gd name="connsiteX0" fmla="*/ 19375 w 4706630"/>
                <a:gd name="connsiteY0" fmla="*/ 0 h 3002860"/>
                <a:gd name="connsiteX1" fmla="*/ 4617639 w 4706630"/>
                <a:gd name="connsiteY1" fmla="*/ 45125 h 3002860"/>
                <a:gd name="connsiteX2" fmla="*/ 4705153 w 4706630"/>
                <a:gd name="connsiteY2" fmla="*/ 728525 h 3002860"/>
                <a:gd name="connsiteX3" fmla="*/ 4478529 w 4706630"/>
                <a:gd name="connsiteY3" fmla="*/ 2009827 h 3002860"/>
                <a:gd name="connsiteX4" fmla="*/ 3475106 w 4706630"/>
                <a:gd name="connsiteY4" fmla="*/ 2859686 h 3002860"/>
                <a:gd name="connsiteX5" fmla="*/ 1095954 w 4706630"/>
                <a:gd name="connsiteY5" fmla="*/ 2783881 h 3002860"/>
                <a:gd name="connsiteX6" fmla="*/ 236643 w 4706630"/>
                <a:gd name="connsiteY6" fmla="*/ 2036279 h 3002860"/>
                <a:gd name="connsiteX7" fmla="*/ 35538 w 4706630"/>
                <a:gd name="connsiteY7" fmla="*/ 1148904 h 3002860"/>
                <a:gd name="connsiteX8" fmla="*/ 19375 w 4706630"/>
                <a:gd name="connsiteY8" fmla="*/ 0 h 3002860"/>
                <a:gd name="connsiteX0" fmla="*/ 19375 w 4641080"/>
                <a:gd name="connsiteY0" fmla="*/ 0 h 3002860"/>
                <a:gd name="connsiteX1" fmla="*/ 4617639 w 4641080"/>
                <a:gd name="connsiteY1" fmla="*/ 45125 h 3002860"/>
                <a:gd name="connsiteX2" fmla="*/ 4634174 w 4641080"/>
                <a:gd name="connsiteY2" fmla="*/ 851558 h 3002860"/>
                <a:gd name="connsiteX3" fmla="*/ 4478529 w 4641080"/>
                <a:gd name="connsiteY3" fmla="*/ 2009827 h 3002860"/>
                <a:gd name="connsiteX4" fmla="*/ 3475106 w 4641080"/>
                <a:gd name="connsiteY4" fmla="*/ 2859686 h 3002860"/>
                <a:gd name="connsiteX5" fmla="*/ 1095954 w 4641080"/>
                <a:gd name="connsiteY5" fmla="*/ 2783881 h 3002860"/>
                <a:gd name="connsiteX6" fmla="*/ 236643 w 4641080"/>
                <a:gd name="connsiteY6" fmla="*/ 2036279 h 3002860"/>
                <a:gd name="connsiteX7" fmla="*/ 35538 w 4641080"/>
                <a:gd name="connsiteY7" fmla="*/ 1148904 h 3002860"/>
                <a:gd name="connsiteX8" fmla="*/ 19375 w 4641080"/>
                <a:gd name="connsiteY8" fmla="*/ 0 h 3002860"/>
                <a:gd name="connsiteX0" fmla="*/ 19375 w 4648919"/>
                <a:gd name="connsiteY0" fmla="*/ 0 h 3002860"/>
                <a:gd name="connsiteX1" fmla="*/ 4627780 w 4648919"/>
                <a:gd name="connsiteY1" fmla="*/ 37435 h 3002860"/>
                <a:gd name="connsiteX2" fmla="*/ 4634174 w 4648919"/>
                <a:gd name="connsiteY2" fmla="*/ 851558 h 3002860"/>
                <a:gd name="connsiteX3" fmla="*/ 4478529 w 4648919"/>
                <a:gd name="connsiteY3" fmla="*/ 2009827 h 3002860"/>
                <a:gd name="connsiteX4" fmla="*/ 3475106 w 4648919"/>
                <a:gd name="connsiteY4" fmla="*/ 2859686 h 3002860"/>
                <a:gd name="connsiteX5" fmla="*/ 1095954 w 4648919"/>
                <a:gd name="connsiteY5" fmla="*/ 2783881 h 3002860"/>
                <a:gd name="connsiteX6" fmla="*/ 236643 w 4648919"/>
                <a:gd name="connsiteY6" fmla="*/ 2036279 h 3002860"/>
                <a:gd name="connsiteX7" fmla="*/ 35538 w 4648919"/>
                <a:gd name="connsiteY7" fmla="*/ 1148904 h 3002860"/>
                <a:gd name="connsiteX8" fmla="*/ 19375 w 4648919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475106 w 4650008"/>
                <a:gd name="connsiteY4" fmla="*/ 2859686 h 3002860"/>
                <a:gd name="connsiteX5" fmla="*/ 1095954 w 4650008"/>
                <a:gd name="connsiteY5" fmla="*/ 2783881 h 3002860"/>
                <a:gd name="connsiteX6" fmla="*/ 236643 w 4650008"/>
                <a:gd name="connsiteY6" fmla="*/ 2036279 h 3002860"/>
                <a:gd name="connsiteX7" fmla="*/ 35538 w 4650008"/>
                <a:gd name="connsiteY7" fmla="*/ 1148904 h 3002860"/>
                <a:gd name="connsiteX8" fmla="*/ 19375 w 4650008"/>
                <a:gd name="connsiteY8" fmla="*/ 0 h 3002860"/>
                <a:gd name="connsiteX0" fmla="*/ 19375 w 4650008"/>
                <a:gd name="connsiteY0" fmla="*/ 0 h 3002860"/>
                <a:gd name="connsiteX1" fmla="*/ 4627780 w 4650008"/>
                <a:gd name="connsiteY1" fmla="*/ 37435 h 3002860"/>
                <a:gd name="connsiteX2" fmla="*/ 4639245 w 4650008"/>
                <a:gd name="connsiteY2" fmla="*/ 843868 h 3002860"/>
                <a:gd name="connsiteX3" fmla="*/ 4478529 w 4650008"/>
                <a:gd name="connsiteY3" fmla="*/ 2009827 h 3002860"/>
                <a:gd name="connsiteX4" fmla="*/ 3937772 w 4650008"/>
                <a:gd name="connsiteY4" fmla="*/ 2578395 h 3002860"/>
                <a:gd name="connsiteX5" fmla="*/ 3475106 w 4650008"/>
                <a:gd name="connsiteY5" fmla="*/ 2859686 h 3002860"/>
                <a:gd name="connsiteX6" fmla="*/ 1095954 w 4650008"/>
                <a:gd name="connsiteY6" fmla="*/ 2783881 h 3002860"/>
                <a:gd name="connsiteX7" fmla="*/ 236643 w 4650008"/>
                <a:gd name="connsiteY7" fmla="*/ 2036279 h 3002860"/>
                <a:gd name="connsiteX8" fmla="*/ 35538 w 4650008"/>
                <a:gd name="connsiteY8" fmla="*/ 1148904 h 3002860"/>
                <a:gd name="connsiteX9" fmla="*/ 19375 w 4650008"/>
                <a:gd name="connsiteY9" fmla="*/ 0 h 3002860"/>
                <a:gd name="connsiteX0" fmla="*/ 19375 w 4650008"/>
                <a:gd name="connsiteY0" fmla="*/ 0 h 3014134"/>
                <a:gd name="connsiteX1" fmla="*/ 4627780 w 4650008"/>
                <a:gd name="connsiteY1" fmla="*/ 37435 h 3014134"/>
                <a:gd name="connsiteX2" fmla="*/ 4639245 w 4650008"/>
                <a:gd name="connsiteY2" fmla="*/ 843868 h 3014134"/>
                <a:gd name="connsiteX3" fmla="*/ 4478529 w 4650008"/>
                <a:gd name="connsiteY3" fmla="*/ 2009827 h 3014134"/>
                <a:gd name="connsiteX4" fmla="*/ 3937772 w 4650008"/>
                <a:gd name="connsiteY4" fmla="*/ 2578395 h 3014134"/>
                <a:gd name="connsiteX5" fmla="*/ 3008663 w 4650008"/>
                <a:gd name="connsiteY5" fmla="*/ 2882754 h 3014134"/>
                <a:gd name="connsiteX6" fmla="*/ 1095954 w 4650008"/>
                <a:gd name="connsiteY6" fmla="*/ 2783881 h 3014134"/>
                <a:gd name="connsiteX7" fmla="*/ 236643 w 4650008"/>
                <a:gd name="connsiteY7" fmla="*/ 2036279 h 3014134"/>
                <a:gd name="connsiteX8" fmla="*/ 35538 w 4650008"/>
                <a:gd name="connsiteY8" fmla="*/ 1148904 h 3014134"/>
                <a:gd name="connsiteX9" fmla="*/ 19375 w 4650008"/>
                <a:gd name="connsiteY9" fmla="*/ 0 h 3014134"/>
                <a:gd name="connsiteX0" fmla="*/ 19375 w 4650008"/>
                <a:gd name="connsiteY0" fmla="*/ 0 h 2995745"/>
                <a:gd name="connsiteX1" fmla="*/ 4627780 w 4650008"/>
                <a:gd name="connsiteY1" fmla="*/ 37435 h 2995745"/>
                <a:gd name="connsiteX2" fmla="*/ 4639245 w 4650008"/>
                <a:gd name="connsiteY2" fmla="*/ 843868 h 2995745"/>
                <a:gd name="connsiteX3" fmla="*/ 4478529 w 4650008"/>
                <a:gd name="connsiteY3" fmla="*/ 2009827 h 2995745"/>
                <a:gd name="connsiteX4" fmla="*/ 3937772 w 4650008"/>
                <a:gd name="connsiteY4" fmla="*/ 2578395 h 2995745"/>
                <a:gd name="connsiteX5" fmla="*/ 3008663 w 4650008"/>
                <a:gd name="connsiteY5" fmla="*/ 2882754 h 2995745"/>
                <a:gd name="connsiteX6" fmla="*/ 1095954 w 4650008"/>
                <a:gd name="connsiteY6" fmla="*/ 2783881 h 2995745"/>
                <a:gd name="connsiteX7" fmla="*/ 236643 w 4650008"/>
                <a:gd name="connsiteY7" fmla="*/ 2036279 h 2995745"/>
                <a:gd name="connsiteX8" fmla="*/ 35538 w 4650008"/>
                <a:gd name="connsiteY8" fmla="*/ 1148904 h 2995745"/>
                <a:gd name="connsiteX9" fmla="*/ 19375 w 4650008"/>
                <a:gd name="connsiteY9" fmla="*/ 0 h 2995745"/>
                <a:gd name="connsiteX0" fmla="*/ 19375 w 4650008"/>
                <a:gd name="connsiteY0" fmla="*/ 0 h 2952526"/>
                <a:gd name="connsiteX1" fmla="*/ 4627780 w 4650008"/>
                <a:gd name="connsiteY1" fmla="*/ 37435 h 2952526"/>
                <a:gd name="connsiteX2" fmla="*/ 4639245 w 4650008"/>
                <a:gd name="connsiteY2" fmla="*/ 843868 h 2952526"/>
                <a:gd name="connsiteX3" fmla="*/ 4478529 w 4650008"/>
                <a:gd name="connsiteY3" fmla="*/ 2009827 h 2952526"/>
                <a:gd name="connsiteX4" fmla="*/ 3937772 w 4650008"/>
                <a:gd name="connsiteY4" fmla="*/ 2578395 h 2952526"/>
                <a:gd name="connsiteX5" fmla="*/ 3008663 w 4650008"/>
                <a:gd name="connsiteY5" fmla="*/ 2882754 h 2952526"/>
                <a:gd name="connsiteX6" fmla="*/ 1095954 w 4650008"/>
                <a:gd name="connsiteY6" fmla="*/ 2783881 h 2952526"/>
                <a:gd name="connsiteX7" fmla="*/ 236643 w 4650008"/>
                <a:gd name="connsiteY7" fmla="*/ 2036279 h 2952526"/>
                <a:gd name="connsiteX8" fmla="*/ 35538 w 4650008"/>
                <a:gd name="connsiteY8" fmla="*/ 1148904 h 2952526"/>
                <a:gd name="connsiteX9" fmla="*/ 19375 w 4650008"/>
                <a:gd name="connsiteY9" fmla="*/ 0 h 2952526"/>
                <a:gd name="connsiteX0" fmla="*/ 19375 w 4650008"/>
                <a:gd name="connsiteY0" fmla="*/ 0 h 2974598"/>
                <a:gd name="connsiteX1" fmla="*/ 4627780 w 4650008"/>
                <a:gd name="connsiteY1" fmla="*/ 37435 h 2974598"/>
                <a:gd name="connsiteX2" fmla="*/ 4639245 w 4650008"/>
                <a:gd name="connsiteY2" fmla="*/ 843868 h 2974598"/>
                <a:gd name="connsiteX3" fmla="*/ 4478529 w 4650008"/>
                <a:gd name="connsiteY3" fmla="*/ 2009827 h 2974598"/>
                <a:gd name="connsiteX4" fmla="*/ 3937772 w 4650008"/>
                <a:gd name="connsiteY4" fmla="*/ 2578395 h 2974598"/>
                <a:gd name="connsiteX5" fmla="*/ 3044153 w 4650008"/>
                <a:gd name="connsiteY5" fmla="*/ 2917357 h 2974598"/>
                <a:gd name="connsiteX6" fmla="*/ 1095954 w 4650008"/>
                <a:gd name="connsiteY6" fmla="*/ 2783881 h 2974598"/>
                <a:gd name="connsiteX7" fmla="*/ 236643 w 4650008"/>
                <a:gd name="connsiteY7" fmla="*/ 2036279 h 2974598"/>
                <a:gd name="connsiteX8" fmla="*/ 35538 w 4650008"/>
                <a:gd name="connsiteY8" fmla="*/ 1148904 h 2974598"/>
                <a:gd name="connsiteX9" fmla="*/ 19375 w 4650008"/>
                <a:gd name="connsiteY9" fmla="*/ 0 h 2974598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236643 w 4650008"/>
                <a:gd name="connsiteY7" fmla="*/ 2036279 h 2956133"/>
                <a:gd name="connsiteX8" fmla="*/ 35538 w 4650008"/>
                <a:gd name="connsiteY8" fmla="*/ 1148904 h 2956133"/>
                <a:gd name="connsiteX9" fmla="*/ 19375 w 4650008"/>
                <a:gd name="connsiteY9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236643 w 4650008"/>
                <a:gd name="connsiteY8" fmla="*/ 2036279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2956133"/>
                <a:gd name="connsiteX1" fmla="*/ 4627780 w 4650008"/>
                <a:gd name="connsiteY1" fmla="*/ 37435 h 2956133"/>
                <a:gd name="connsiteX2" fmla="*/ 4639245 w 4650008"/>
                <a:gd name="connsiteY2" fmla="*/ 843868 h 2956133"/>
                <a:gd name="connsiteX3" fmla="*/ 4478529 w 4650008"/>
                <a:gd name="connsiteY3" fmla="*/ 2009827 h 2956133"/>
                <a:gd name="connsiteX4" fmla="*/ 3937772 w 4650008"/>
                <a:gd name="connsiteY4" fmla="*/ 2578395 h 2956133"/>
                <a:gd name="connsiteX5" fmla="*/ 3044153 w 4650008"/>
                <a:gd name="connsiteY5" fmla="*/ 2917357 h 2956133"/>
                <a:gd name="connsiteX6" fmla="*/ 1095954 w 4650008"/>
                <a:gd name="connsiteY6" fmla="*/ 2783881 h 2956133"/>
                <a:gd name="connsiteX7" fmla="*/ 666509 w 4650008"/>
                <a:gd name="connsiteY7" fmla="*/ 2501530 h 2956133"/>
                <a:gd name="connsiteX8" fmla="*/ 176807 w 4650008"/>
                <a:gd name="connsiteY8" fmla="*/ 1997386 h 2956133"/>
                <a:gd name="connsiteX9" fmla="*/ 35538 w 4650008"/>
                <a:gd name="connsiteY9" fmla="*/ 1148904 h 2956133"/>
                <a:gd name="connsiteX10" fmla="*/ 19375 w 4650008"/>
                <a:gd name="connsiteY10" fmla="*/ 0 h 2956133"/>
                <a:gd name="connsiteX0" fmla="*/ 19375 w 4650008"/>
                <a:gd name="connsiteY0" fmla="*/ 0 h 3039921"/>
                <a:gd name="connsiteX1" fmla="*/ 4627780 w 4650008"/>
                <a:gd name="connsiteY1" fmla="*/ 37435 h 3039921"/>
                <a:gd name="connsiteX2" fmla="*/ 4639245 w 4650008"/>
                <a:gd name="connsiteY2" fmla="*/ 843868 h 3039921"/>
                <a:gd name="connsiteX3" fmla="*/ 4478529 w 4650008"/>
                <a:gd name="connsiteY3" fmla="*/ 2009827 h 3039921"/>
                <a:gd name="connsiteX4" fmla="*/ 3937772 w 4650008"/>
                <a:gd name="connsiteY4" fmla="*/ 2578395 h 3039921"/>
                <a:gd name="connsiteX5" fmla="*/ 3044153 w 4650008"/>
                <a:gd name="connsiteY5" fmla="*/ 2917357 h 3039921"/>
                <a:gd name="connsiteX6" fmla="*/ 1467798 w 4650008"/>
                <a:gd name="connsiteY6" fmla="*/ 2936216 h 3039921"/>
                <a:gd name="connsiteX7" fmla="*/ 666509 w 4650008"/>
                <a:gd name="connsiteY7" fmla="*/ 2501530 h 3039921"/>
                <a:gd name="connsiteX8" fmla="*/ 176807 w 4650008"/>
                <a:gd name="connsiteY8" fmla="*/ 1997386 h 3039921"/>
                <a:gd name="connsiteX9" fmla="*/ 35538 w 4650008"/>
                <a:gd name="connsiteY9" fmla="*/ 1148904 h 3039921"/>
                <a:gd name="connsiteX10" fmla="*/ 19375 w 4650008"/>
                <a:gd name="connsiteY10" fmla="*/ 0 h 3039921"/>
                <a:gd name="connsiteX0" fmla="*/ 19375 w 4650008"/>
                <a:gd name="connsiteY0" fmla="*/ 0 h 3044824"/>
                <a:gd name="connsiteX1" fmla="*/ 4627780 w 4650008"/>
                <a:gd name="connsiteY1" fmla="*/ 37435 h 3044824"/>
                <a:gd name="connsiteX2" fmla="*/ 4639245 w 4650008"/>
                <a:gd name="connsiteY2" fmla="*/ 843868 h 3044824"/>
                <a:gd name="connsiteX3" fmla="*/ 4478529 w 4650008"/>
                <a:gd name="connsiteY3" fmla="*/ 2009827 h 3044824"/>
                <a:gd name="connsiteX4" fmla="*/ 3937772 w 4650008"/>
                <a:gd name="connsiteY4" fmla="*/ 2578395 h 3044824"/>
                <a:gd name="connsiteX5" fmla="*/ 3044153 w 4650008"/>
                <a:gd name="connsiteY5" fmla="*/ 2917357 h 3044824"/>
                <a:gd name="connsiteX6" fmla="*/ 1467798 w 4650008"/>
                <a:gd name="connsiteY6" fmla="*/ 2936216 h 3044824"/>
                <a:gd name="connsiteX7" fmla="*/ 666509 w 4650008"/>
                <a:gd name="connsiteY7" fmla="*/ 2501530 h 3044824"/>
                <a:gd name="connsiteX8" fmla="*/ 176807 w 4650008"/>
                <a:gd name="connsiteY8" fmla="*/ 1997386 h 3044824"/>
                <a:gd name="connsiteX9" fmla="*/ 35538 w 4650008"/>
                <a:gd name="connsiteY9" fmla="*/ 1148904 h 3044824"/>
                <a:gd name="connsiteX10" fmla="*/ 19375 w 4650008"/>
                <a:gd name="connsiteY10" fmla="*/ 0 h 3044824"/>
                <a:gd name="connsiteX0" fmla="*/ 19375 w 4650008"/>
                <a:gd name="connsiteY0" fmla="*/ 0 h 3049540"/>
                <a:gd name="connsiteX1" fmla="*/ 4627780 w 4650008"/>
                <a:gd name="connsiteY1" fmla="*/ 37435 h 3049540"/>
                <a:gd name="connsiteX2" fmla="*/ 4639245 w 4650008"/>
                <a:gd name="connsiteY2" fmla="*/ 843868 h 3049540"/>
                <a:gd name="connsiteX3" fmla="*/ 4478529 w 4650008"/>
                <a:gd name="connsiteY3" fmla="*/ 2009827 h 3049540"/>
                <a:gd name="connsiteX4" fmla="*/ 3937772 w 4650008"/>
                <a:gd name="connsiteY4" fmla="*/ 2578395 h 3049540"/>
                <a:gd name="connsiteX5" fmla="*/ 3044153 w 4650008"/>
                <a:gd name="connsiteY5" fmla="*/ 2917357 h 3049540"/>
                <a:gd name="connsiteX6" fmla="*/ 2269281 w 4650008"/>
                <a:gd name="connsiteY6" fmla="*/ 3049287 h 3049540"/>
                <a:gd name="connsiteX7" fmla="*/ 1467798 w 4650008"/>
                <a:gd name="connsiteY7" fmla="*/ 2936216 h 3049540"/>
                <a:gd name="connsiteX8" fmla="*/ 666509 w 4650008"/>
                <a:gd name="connsiteY8" fmla="*/ 2501530 h 3049540"/>
                <a:gd name="connsiteX9" fmla="*/ 176807 w 4650008"/>
                <a:gd name="connsiteY9" fmla="*/ 1997386 h 3049540"/>
                <a:gd name="connsiteX10" fmla="*/ 35538 w 4650008"/>
                <a:gd name="connsiteY10" fmla="*/ 1148904 h 3049540"/>
                <a:gd name="connsiteX11" fmla="*/ 19375 w 4650008"/>
                <a:gd name="connsiteY11" fmla="*/ 0 h 3049540"/>
                <a:gd name="connsiteX0" fmla="*/ 19375 w 4650008"/>
                <a:gd name="connsiteY0" fmla="*/ 0 h 3049516"/>
                <a:gd name="connsiteX1" fmla="*/ 4627780 w 4650008"/>
                <a:gd name="connsiteY1" fmla="*/ 37435 h 3049516"/>
                <a:gd name="connsiteX2" fmla="*/ 4639245 w 4650008"/>
                <a:gd name="connsiteY2" fmla="*/ 843868 h 3049516"/>
                <a:gd name="connsiteX3" fmla="*/ 4478529 w 4650008"/>
                <a:gd name="connsiteY3" fmla="*/ 2009827 h 3049516"/>
                <a:gd name="connsiteX4" fmla="*/ 3937772 w 4650008"/>
                <a:gd name="connsiteY4" fmla="*/ 2578395 h 3049516"/>
                <a:gd name="connsiteX5" fmla="*/ 3044153 w 4650008"/>
                <a:gd name="connsiteY5" fmla="*/ 2917357 h 3049516"/>
                <a:gd name="connsiteX6" fmla="*/ 2269281 w 4650008"/>
                <a:gd name="connsiteY6" fmla="*/ 3049287 h 3049516"/>
                <a:gd name="connsiteX7" fmla="*/ 1416509 w 4650008"/>
                <a:gd name="connsiteY7" fmla="*/ 2932975 h 3049516"/>
                <a:gd name="connsiteX8" fmla="*/ 666509 w 4650008"/>
                <a:gd name="connsiteY8" fmla="*/ 2501530 h 3049516"/>
                <a:gd name="connsiteX9" fmla="*/ 176807 w 4650008"/>
                <a:gd name="connsiteY9" fmla="*/ 1997386 h 3049516"/>
                <a:gd name="connsiteX10" fmla="*/ 35538 w 4650008"/>
                <a:gd name="connsiteY10" fmla="*/ 1148904 h 3049516"/>
                <a:gd name="connsiteX11" fmla="*/ 19375 w 4650008"/>
                <a:gd name="connsiteY11" fmla="*/ 0 h 3049516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044153 w 4650008"/>
                <a:gd name="connsiteY5" fmla="*/ 2917357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0008"/>
                <a:gd name="connsiteY0" fmla="*/ 0 h 3049432"/>
                <a:gd name="connsiteX1" fmla="*/ 4627780 w 4650008"/>
                <a:gd name="connsiteY1" fmla="*/ 37435 h 3049432"/>
                <a:gd name="connsiteX2" fmla="*/ 4639245 w 4650008"/>
                <a:gd name="connsiteY2" fmla="*/ 843868 h 3049432"/>
                <a:gd name="connsiteX3" fmla="*/ 4478529 w 4650008"/>
                <a:gd name="connsiteY3" fmla="*/ 2009827 h 3049432"/>
                <a:gd name="connsiteX4" fmla="*/ 3937772 w 4650008"/>
                <a:gd name="connsiteY4" fmla="*/ 2578395 h 3049432"/>
                <a:gd name="connsiteX5" fmla="*/ 3193745 w 4650008"/>
                <a:gd name="connsiteY5" fmla="*/ 2920598 h 3049432"/>
                <a:gd name="connsiteX6" fmla="*/ 2269281 w 4650008"/>
                <a:gd name="connsiteY6" fmla="*/ 3049287 h 3049432"/>
                <a:gd name="connsiteX7" fmla="*/ 1416509 w 4650008"/>
                <a:gd name="connsiteY7" fmla="*/ 2932975 h 3049432"/>
                <a:gd name="connsiteX8" fmla="*/ 666509 w 4650008"/>
                <a:gd name="connsiteY8" fmla="*/ 2501530 h 3049432"/>
                <a:gd name="connsiteX9" fmla="*/ 176807 w 4650008"/>
                <a:gd name="connsiteY9" fmla="*/ 1997386 h 3049432"/>
                <a:gd name="connsiteX10" fmla="*/ 35538 w 4650008"/>
                <a:gd name="connsiteY10" fmla="*/ 1148904 h 3049432"/>
                <a:gd name="connsiteX11" fmla="*/ 19375 w 4650008"/>
                <a:gd name="connsiteY11" fmla="*/ 0 h 3049432"/>
                <a:gd name="connsiteX0" fmla="*/ 19375 w 4656783"/>
                <a:gd name="connsiteY0" fmla="*/ 7942 h 3057374"/>
                <a:gd name="connsiteX1" fmla="*/ 4636329 w 4656783"/>
                <a:gd name="connsiteY1" fmla="*/ 0 h 3057374"/>
                <a:gd name="connsiteX2" fmla="*/ 4639245 w 4656783"/>
                <a:gd name="connsiteY2" fmla="*/ 851810 h 3057374"/>
                <a:gd name="connsiteX3" fmla="*/ 4478529 w 4656783"/>
                <a:gd name="connsiteY3" fmla="*/ 2017769 h 3057374"/>
                <a:gd name="connsiteX4" fmla="*/ 3937772 w 4656783"/>
                <a:gd name="connsiteY4" fmla="*/ 2586337 h 3057374"/>
                <a:gd name="connsiteX5" fmla="*/ 3193745 w 4656783"/>
                <a:gd name="connsiteY5" fmla="*/ 2928540 h 3057374"/>
                <a:gd name="connsiteX6" fmla="*/ 2269281 w 4656783"/>
                <a:gd name="connsiteY6" fmla="*/ 3057229 h 3057374"/>
                <a:gd name="connsiteX7" fmla="*/ 1416509 w 4656783"/>
                <a:gd name="connsiteY7" fmla="*/ 2940917 h 3057374"/>
                <a:gd name="connsiteX8" fmla="*/ 666509 w 4656783"/>
                <a:gd name="connsiteY8" fmla="*/ 2509472 h 3057374"/>
                <a:gd name="connsiteX9" fmla="*/ 176807 w 4656783"/>
                <a:gd name="connsiteY9" fmla="*/ 2005328 h 3057374"/>
                <a:gd name="connsiteX10" fmla="*/ 35538 w 4656783"/>
                <a:gd name="connsiteY10" fmla="*/ 1156846 h 3057374"/>
                <a:gd name="connsiteX11" fmla="*/ 19375 w 4656783"/>
                <a:gd name="connsiteY11" fmla="*/ 7942 h 3057374"/>
                <a:gd name="connsiteX0" fmla="*/ 20790 w 4653925"/>
                <a:gd name="connsiteY0" fmla="*/ 0 h 3062398"/>
                <a:gd name="connsiteX1" fmla="*/ 4633471 w 4653925"/>
                <a:gd name="connsiteY1" fmla="*/ 5024 h 3062398"/>
                <a:gd name="connsiteX2" fmla="*/ 4636387 w 4653925"/>
                <a:gd name="connsiteY2" fmla="*/ 856834 h 3062398"/>
                <a:gd name="connsiteX3" fmla="*/ 4475671 w 4653925"/>
                <a:gd name="connsiteY3" fmla="*/ 2022793 h 3062398"/>
                <a:gd name="connsiteX4" fmla="*/ 3934914 w 4653925"/>
                <a:gd name="connsiteY4" fmla="*/ 2591361 h 3062398"/>
                <a:gd name="connsiteX5" fmla="*/ 3190887 w 4653925"/>
                <a:gd name="connsiteY5" fmla="*/ 2933564 h 3062398"/>
                <a:gd name="connsiteX6" fmla="*/ 2266423 w 4653925"/>
                <a:gd name="connsiteY6" fmla="*/ 3062253 h 3062398"/>
                <a:gd name="connsiteX7" fmla="*/ 1413651 w 4653925"/>
                <a:gd name="connsiteY7" fmla="*/ 2945941 h 3062398"/>
                <a:gd name="connsiteX8" fmla="*/ 663651 w 4653925"/>
                <a:gd name="connsiteY8" fmla="*/ 2514496 h 3062398"/>
                <a:gd name="connsiteX9" fmla="*/ 173949 w 4653925"/>
                <a:gd name="connsiteY9" fmla="*/ 2010352 h 3062398"/>
                <a:gd name="connsiteX10" fmla="*/ 32680 w 4653925"/>
                <a:gd name="connsiteY10" fmla="*/ 1161870 h 3062398"/>
                <a:gd name="connsiteX11" fmla="*/ 20790 w 4653925"/>
                <a:gd name="connsiteY11" fmla="*/ 0 h 3062398"/>
                <a:gd name="connsiteX0" fmla="*/ 1932 w 4635067"/>
                <a:gd name="connsiteY0" fmla="*/ 0 h 3062398"/>
                <a:gd name="connsiteX1" fmla="*/ 4614613 w 4635067"/>
                <a:gd name="connsiteY1" fmla="*/ 5024 h 3062398"/>
                <a:gd name="connsiteX2" fmla="*/ 4617529 w 4635067"/>
                <a:gd name="connsiteY2" fmla="*/ 856834 h 3062398"/>
                <a:gd name="connsiteX3" fmla="*/ 4456813 w 4635067"/>
                <a:gd name="connsiteY3" fmla="*/ 2022793 h 3062398"/>
                <a:gd name="connsiteX4" fmla="*/ 3916056 w 4635067"/>
                <a:gd name="connsiteY4" fmla="*/ 2591361 h 3062398"/>
                <a:gd name="connsiteX5" fmla="*/ 3172029 w 4635067"/>
                <a:gd name="connsiteY5" fmla="*/ 2933564 h 3062398"/>
                <a:gd name="connsiteX6" fmla="*/ 2247565 w 4635067"/>
                <a:gd name="connsiteY6" fmla="*/ 3062253 h 3062398"/>
                <a:gd name="connsiteX7" fmla="*/ 1394793 w 4635067"/>
                <a:gd name="connsiteY7" fmla="*/ 2945941 h 3062398"/>
                <a:gd name="connsiteX8" fmla="*/ 644793 w 4635067"/>
                <a:gd name="connsiteY8" fmla="*/ 2514496 h 3062398"/>
                <a:gd name="connsiteX9" fmla="*/ 155091 w 4635067"/>
                <a:gd name="connsiteY9" fmla="*/ 2010352 h 3062398"/>
                <a:gd name="connsiteX10" fmla="*/ 13822 w 4635067"/>
                <a:gd name="connsiteY10" fmla="*/ 1161870 h 3062398"/>
                <a:gd name="connsiteX11" fmla="*/ 1932 w 4635067"/>
                <a:gd name="connsiteY11" fmla="*/ 0 h 3062398"/>
                <a:gd name="connsiteX0" fmla="*/ 1931 w 4635066"/>
                <a:gd name="connsiteY0" fmla="*/ 0 h 3062398"/>
                <a:gd name="connsiteX1" fmla="*/ 4614612 w 4635066"/>
                <a:gd name="connsiteY1" fmla="*/ 5024 h 3062398"/>
                <a:gd name="connsiteX2" fmla="*/ 4617528 w 4635066"/>
                <a:gd name="connsiteY2" fmla="*/ 856834 h 3062398"/>
                <a:gd name="connsiteX3" fmla="*/ 4456812 w 4635066"/>
                <a:gd name="connsiteY3" fmla="*/ 2022793 h 3062398"/>
                <a:gd name="connsiteX4" fmla="*/ 3916055 w 4635066"/>
                <a:gd name="connsiteY4" fmla="*/ 2591361 h 3062398"/>
                <a:gd name="connsiteX5" fmla="*/ 3172028 w 4635066"/>
                <a:gd name="connsiteY5" fmla="*/ 2933564 h 3062398"/>
                <a:gd name="connsiteX6" fmla="*/ 2247564 w 4635066"/>
                <a:gd name="connsiteY6" fmla="*/ 3062253 h 3062398"/>
                <a:gd name="connsiteX7" fmla="*/ 1394792 w 4635066"/>
                <a:gd name="connsiteY7" fmla="*/ 2945941 h 3062398"/>
                <a:gd name="connsiteX8" fmla="*/ 644792 w 4635066"/>
                <a:gd name="connsiteY8" fmla="*/ 2514496 h 3062398"/>
                <a:gd name="connsiteX9" fmla="*/ 155090 w 4635066"/>
                <a:gd name="connsiteY9" fmla="*/ 2010352 h 3062398"/>
                <a:gd name="connsiteX10" fmla="*/ 13821 w 4635066"/>
                <a:gd name="connsiteY10" fmla="*/ 1161870 h 3062398"/>
                <a:gd name="connsiteX11" fmla="*/ 1931 w 4635066"/>
                <a:gd name="connsiteY11" fmla="*/ 0 h 3062398"/>
                <a:gd name="connsiteX0" fmla="*/ 1931 w 4806179"/>
                <a:gd name="connsiteY0" fmla="*/ 0 h 3062398"/>
                <a:gd name="connsiteX1" fmla="*/ 4798553 w 4806179"/>
                <a:gd name="connsiteY1" fmla="*/ 119992 h 3062398"/>
                <a:gd name="connsiteX2" fmla="*/ 4617528 w 4806179"/>
                <a:gd name="connsiteY2" fmla="*/ 856834 h 3062398"/>
                <a:gd name="connsiteX3" fmla="*/ 4456812 w 4806179"/>
                <a:gd name="connsiteY3" fmla="*/ 2022793 h 3062398"/>
                <a:gd name="connsiteX4" fmla="*/ 3916055 w 4806179"/>
                <a:gd name="connsiteY4" fmla="*/ 2591361 h 3062398"/>
                <a:gd name="connsiteX5" fmla="*/ 3172028 w 4806179"/>
                <a:gd name="connsiteY5" fmla="*/ 2933564 h 3062398"/>
                <a:gd name="connsiteX6" fmla="*/ 2247564 w 4806179"/>
                <a:gd name="connsiteY6" fmla="*/ 3062253 h 3062398"/>
                <a:gd name="connsiteX7" fmla="*/ 1394792 w 4806179"/>
                <a:gd name="connsiteY7" fmla="*/ 2945941 h 3062398"/>
                <a:gd name="connsiteX8" fmla="*/ 644792 w 4806179"/>
                <a:gd name="connsiteY8" fmla="*/ 2514496 h 3062398"/>
                <a:gd name="connsiteX9" fmla="*/ 155090 w 4806179"/>
                <a:gd name="connsiteY9" fmla="*/ 2010352 h 3062398"/>
                <a:gd name="connsiteX10" fmla="*/ 13821 w 4806179"/>
                <a:gd name="connsiteY10" fmla="*/ 1161870 h 3062398"/>
                <a:gd name="connsiteX11" fmla="*/ 1931 w 4806179"/>
                <a:gd name="connsiteY11" fmla="*/ 0 h 3062398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644792 w 4806180"/>
                <a:gd name="connsiteY8" fmla="*/ 2514496 h 3353180"/>
                <a:gd name="connsiteX9" fmla="*/ 155090 w 4806180"/>
                <a:gd name="connsiteY9" fmla="*/ 2010352 h 3353180"/>
                <a:gd name="connsiteX10" fmla="*/ 13821 w 4806180"/>
                <a:gd name="connsiteY10" fmla="*/ 1161870 h 3353180"/>
                <a:gd name="connsiteX11" fmla="*/ 1931 w 4806180"/>
                <a:gd name="connsiteY11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1394792 w 4806180"/>
                <a:gd name="connsiteY7" fmla="*/ 2945941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53180"/>
                <a:gd name="connsiteX1" fmla="*/ 4798553 w 4806180"/>
                <a:gd name="connsiteY1" fmla="*/ 119992 h 3353180"/>
                <a:gd name="connsiteX2" fmla="*/ 4617528 w 4806180"/>
                <a:gd name="connsiteY2" fmla="*/ 856834 h 3353180"/>
                <a:gd name="connsiteX3" fmla="*/ 4456812 w 4806180"/>
                <a:gd name="connsiteY3" fmla="*/ 2022793 h 3353180"/>
                <a:gd name="connsiteX4" fmla="*/ 3916055 w 4806180"/>
                <a:gd name="connsiteY4" fmla="*/ 2591361 h 3353180"/>
                <a:gd name="connsiteX5" fmla="*/ 3052098 w 4806180"/>
                <a:gd name="connsiteY5" fmla="*/ 3342938 h 3353180"/>
                <a:gd name="connsiteX6" fmla="*/ 2247564 w 4806180"/>
                <a:gd name="connsiteY6" fmla="*/ 3062253 h 3353180"/>
                <a:gd name="connsiteX7" fmla="*/ 694383 w 4806180"/>
                <a:gd name="connsiteY7" fmla="*/ 3026148 h 3353180"/>
                <a:gd name="connsiteX8" fmla="*/ 155090 w 4806180"/>
                <a:gd name="connsiteY8" fmla="*/ 2010352 h 3353180"/>
                <a:gd name="connsiteX9" fmla="*/ 13821 w 4806180"/>
                <a:gd name="connsiteY9" fmla="*/ 1161870 h 3353180"/>
                <a:gd name="connsiteX10" fmla="*/ 1931 w 4806180"/>
                <a:gd name="connsiteY10" fmla="*/ 0 h 3353180"/>
                <a:gd name="connsiteX0" fmla="*/ 1931 w 4806180"/>
                <a:gd name="connsiteY0" fmla="*/ 0 h 3371637"/>
                <a:gd name="connsiteX1" fmla="*/ 4798553 w 4806180"/>
                <a:gd name="connsiteY1" fmla="*/ 119992 h 3371637"/>
                <a:gd name="connsiteX2" fmla="*/ 4617528 w 4806180"/>
                <a:gd name="connsiteY2" fmla="*/ 856834 h 3371637"/>
                <a:gd name="connsiteX3" fmla="*/ 4456812 w 4806180"/>
                <a:gd name="connsiteY3" fmla="*/ 2022793 h 3371637"/>
                <a:gd name="connsiteX4" fmla="*/ 3916055 w 4806180"/>
                <a:gd name="connsiteY4" fmla="*/ 2591361 h 3371637"/>
                <a:gd name="connsiteX5" fmla="*/ 3052098 w 4806180"/>
                <a:gd name="connsiteY5" fmla="*/ 3342938 h 3371637"/>
                <a:gd name="connsiteX6" fmla="*/ 2083888 w 4806180"/>
                <a:gd name="connsiteY6" fmla="*/ 3325681 h 3371637"/>
                <a:gd name="connsiteX7" fmla="*/ 694383 w 4806180"/>
                <a:gd name="connsiteY7" fmla="*/ 3026148 h 3371637"/>
                <a:gd name="connsiteX8" fmla="*/ 155090 w 4806180"/>
                <a:gd name="connsiteY8" fmla="*/ 2010352 h 3371637"/>
                <a:gd name="connsiteX9" fmla="*/ 13821 w 4806180"/>
                <a:gd name="connsiteY9" fmla="*/ 1161870 h 3371637"/>
                <a:gd name="connsiteX10" fmla="*/ 1931 w 4806180"/>
                <a:gd name="connsiteY10" fmla="*/ 0 h 3371637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456812 w 4806180"/>
                <a:gd name="connsiteY3" fmla="*/ 2022793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06180"/>
                <a:gd name="connsiteY0" fmla="*/ 0 h 3371636"/>
                <a:gd name="connsiteX1" fmla="*/ 4798553 w 4806180"/>
                <a:gd name="connsiteY1" fmla="*/ 119992 h 3371636"/>
                <a:gd name="connsiteX2" fmla="*/ 4617528 w 4806180"/>
                <a:gd name="connsiteY2" fmla="*/ 856834 h 3371636"/>
                <a:gd name="connsiteX3" fmla="*/ 4272451 w 4806180"/>
                <a:gd name="connsiteY3" fmla="*/ 2145315 h 3371636"/>
                <a:gd name="connsiteX4" fmla="*/ 3626717 w 4806180"/>
                <a:gd name="connsiteY4" fmla="*/ 3122120 h 3371636"/>
                <a:gd name="connsiteX5" fmla="*/ 3052098 w 4806180"/>
                <a:gd name="connsiteY5" fmla="*/ 3342938 h 3371636"/>
                <a:gd name="connsiteX6" fmla="*/ 2083888 w 4806180"/>
                <a:gd name="connsiteY6" fmla="*/ 3325681 h 3371636"/>
                <a:gd name="connsiteX7" fmla="*/ 694383 w 4806180"/>
                <a:gd name="connsiteY7" fmla="*/ 3026148 h 3371636"/>
                <a:gd name="connsiteX8" fmla="*/ 155090 w 4806180"/>
                <a:gd name="connsiteY8" fmla="*/ 2010352 h 3371636"/>
                <a:gd name="connsiteX9" fmla="*/ 13821 w 4806180"/>
                <a:gd name="connsiteY9" fmla="*/ 1161870 h 3371636"/>
                <a:gd name="connsiteX10" fmla="*/ 1931 w 4806180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1931 w 4811631"/>
                <a:gd name="connsiteY0" fmla="*/ 0 h 3371636"/>
                <a:gd name="connsiteX1" fmla="*/ 4798553 w 4811631"/>
                <a:gd name="connsiteY1" fmla="*/ 119992 h 3371636"/>
                <a:gd name="connsiteX2" fmla="*/ 4617528 w 4811631"/>
                <a:gd name="connsiteY2" fmla="*/ 856834 h 3371636"/>
                <a:gd name="connsiteX3" fmla="*/ 4272451 w 4811631"/>
                <a:gd name="connsiteY3" fmla="*/ 2145315 h 3371636"/>
                <a:gd name="connsiteX4" fmla="*/ 3626717 w 4811631"/>
                <a:gd name="connsiteY4" fmla="*/ 3122120 h 3371636"/>
                <a:gd name="connsiteX5" fmla="*/ 3052098 w 4811631"/>
                <a:gd name="connsiteY5" fmla="*/ 3342938 h 3371636"/>
                <a:gd name="connsiteX6" fmla="*/ 2083888 w 4811631"/>
                <a:gd name="connsiteY6" fmla="*/ 3325681 h 3371636"/>
                <a:gd name="connsiteX7" fmla="*/ 694383 w 4811631"/>
                <a:gd name="connsiteY7" fmla="*/ 3026148 h 3371636"/>
                <a:gd name="connsiteX8" fmla="*/ 155090 w 4811631"/>
                <a:gd name="connsiteY8" fmla="*/ 2010352 h 3371636"/>
                <a:gd name="connsiteX9" fmla="*/ 13821 w 4811631"/>
                <a:gd name="connsiteY9" fmla="*/ 1161870 h 3371636"/>
                <a:gd name="connsiteX10" fmla="*/ 1931 w 4811631"/>
                <a:gd name="connsiteY10" fmla="*/ 0 h 3371636"/>
                <a:gd name="connsiteX0" fmla="*/ 458876 w 4799215"/>
                <a:gd name="connsiteY0" fmla="*/ 0 h 3264725"/>
                <a:gd name="connsiteX1" fmla="*/ 4786137 w 4799215"/>
                <a:gd name="connsiteY1" fmla="*/ 13081 h 3264725"/>
                <a:gd name="connsiteX2" fmla="*/ 4605112 w 4799215"/>
                <a:gd name="connsiteY2" fmla="*/ 749923 h 3264725"/>
                <a:gd name="connsiteX3" fmla="*/ 4260035 w 4799215"/>
                <a:gd name="connsiteY3" fmla="*/ 2038404 h 3264725"/>
                <a:gd name="connsiteX4" fmla="*/ 3614301 w 4799215"/>
                <a:gd name="connsiteY4" fmla="*/ 3015209 h 3264725"/>
                <a:gd name="connsiteX5" fmla="*/ 3039682 w 4799215"/>
                <a:gd name="connsiteY5" fmla="*/ 3236027 h 3264725"/>
                <a:gd name="connsiteX6" fmla="*/ 2071472 w 4799215"/>
                <a:gd name="connsiteY6" fmla="*/ 3218770 h 3264725"/>
                <a:gd name="connsiteX7" fmla="*/ 681967 w 4799215"/>
                <a:gd name="connsiteY7" fmla="*/ 2919237 h 3264725"/>
                <a:gd name="connsiteX8" fmla="*/ 142674 w 4799215"/>
                <a:gd name="connsiteY8" fmla="*/ 1903441 h 3264725"/>
                <a:gd name="connsiteX9" fmla="*/ 1405 w 4799215"/>
                <a:gd name="connsiteY9" fmla="*/ 1054959 h 3264725"/>
                <a:gd name="connsiteX10" fmla="*/ 458876 w 4799215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321708 w 4662047"/>
                <a:gd name="connsiteY0" fmla="*/ 0 h 3264725"/>
                <a:gd name="connsiteX1" fmla="*/ 4648969 w 4662047"/>
                <a:gd name="connsiteY1" fmla="*/ 13081 h 3264725"/>
                <a:gd name="connsiteX2" fmla="*/ 4467944 w 4662047"/>
                <a:gd name="connsiteY2" fmla="*/ 749923 h 3264725"/>
                <a:gd name="connsiteX3" fmla="*/ 4122867 w 4662047"/>
                <a:gd name="connsiteY3" fmla="*/ 2038404 h 3264725"/>
                <a:gd name="connsiteX4" fmla="*/ 3477133 w 4662047"/>
                <a:gd name="connsiteY4" fmla="*/ 3015209 h 3264725"/>
                <a:gd name="connsiteX5" fmla="*/ 2902514 w 4662047"/>
                <a:gd name="connsiteY5" fmla="*/ 3236027 h 3264725"/>
                <a:gd name="connsiteX6" fmla="*/ 1934304 w 4662047"/>
                <a:gd name="connsiteY6" fmla="*/ 3218770 h 3264725"/>
                <a:gd name="connsiteX7" fmla="*/ 544799 w 4662047"/>
                <a:gd name="connsiteY7" fmla="*/ 2919237 h 3264725"/>
                <a:gd name="connsiteX8" fmla="*/ 5506 w 4662047"/>
                <a:gd name="connsiteY8" fmla="*/ 1903441 h 3264725"/>
                <a:gd name="connsiteX9" fmla="*/ 69984 w 4662047"/>
                <a:gd name="connsiteY9" fmla="*/ 1161492 h 3264725"/>
                <a:gd name="connsiteX10" fmla="*/ 321708 w 4662047"/>
                <a:gd name="connsiteY10" fmla="*/ 0 h 3264725"/>
                <a:gd name="connsiteX0" fmla="*/ 258034 w 4598373"/>
                <a:gd name="connsiteY0" fmla="*/ 0 h 3264725"/>
                <a:gd name="connsiteX1" fmla="*/ 4585295 w 4598373"/>
                <a:gd name="connsiteY1" fmla="*/ 13081 h 3264725"/>
                <a:gd name="connsiteX2" fmla="*/ 4404270 w 4598373"/>
                <a:gd name="connsiteY2" fmla="*/ 749923 h 3264725"/>
                <a:gd name="connsiteX3" fmla="*/ 4059193 w 4598373"/>
                <a:gd name="connsiteY3" fmla="*/ 2038404 h 3264725"/>
                <a:gd name="connsiteX4" fmla="*/ 3413459 w 4598373"/>
                <a:gd name="connsiteY4" fmla="*/ 3015209 h 3264725"/>
                <a:gd name="connsiteX5" fmla="*/ 2838840 w 4598373"/>
                <a:gd name="connsiteY5" fmla="*/ 3236027 h 3264725"/>
                <a:gd name="connsiteX6" fmla="*/ 1870630 w 4598373"/>
                <a:gd name="connsiteY6" fmla="*/ 3218770 h 3264725"/>
                <a:gd name="connsiteX7" fmla="*/ 481125 w 4598373"/>
                <a:gd name="connsiteY7" fmla="*/ 2919237 h 3264725"/>
                <a:gd name="connsiteX8" fmla="*/ 6310 w 4598373"/>
                <a:gd name="connsiteY8" fmla="*/ 1161492 h 3264725"/>
                <a:gd name="connsiteX9" fmla="*/ 258034 w 4598373"/>
                <a:gd name="connsiteY9" fmla="*/ 0 h 3264725"/>
                <a:gd name="connsiteX0" fmla="*/ 258034 w 4798051"/>
                <a:gd name="connsiteY0" fmla="*/ 0 h 3264725"/>
                <a:gd name="connsiteX1" fmla="*/ 4585295 w 4798051"/>
                <a:gd name="connsiteY1" fmla="*/ 13081 h 3264725"/>
                <a:gd name="connsiteX2" fmla="*/ 4059193 w 4798051"/>
                <a:gd name="connsiteY2" fmla="*/ 2038404 h 3264725"/>
                <a:gd name="connsiteX3" fmla="*/ 3413459 w 4798051"/>
                <a:gd name="connsiteY3" fmla="*/ 3015209 h 3264725"/>
                <a:gd name="connsiteX4" fmla="*/ 2838840 w 4798051"/>
                <a:gd name="connsiteY4" fmla="*/ 3236027 h 3264725"/>
                <a:gd name="connsiteX5" fmla="*/ 1870630 w 4798051"/>
                <a:gd name="connsiteY5" fmla="*/ 3218770 h 3264725"/>
                <a:gd name="connsiteX6" fmla="*/ 481125 w 4798051"/>
                <a:gd name="connsiteY6" fmla="*/ 2919237 h 3264725"/>
                <a:gd name="connsiteX7" fmla="*/ 6310 w 4798051"/>
                <a:gd name="connsiteY7" fmla="*/ 1161492 h 3264725"/>
                <a:gd name="connsiteX8" fmla="*/ 258034 w 4798051"/>
                <a:gd name="connsiteY8" fmla="*/ 0 h 3264725"/>
                <a:gd name="connsiteX0" fmla="*/ 258034 w 4585296"/>
                <a:gd name="connsiteY0" fmla="*/ 0 h 3264725"/>
                <a:gd name="connsiteX1" fmla="*/ 4585295 w 4585296"/>
                <a:gd name="connsiteY1" fmla="*/ 13081 h 3264725"/>
                <a:gd name="connsiteX2" fmla="*/ 4059193 w 4585296"/>
                <a:gd name="connsiteY2" fmla="*/ 2038404 h 3264725"/>
                <a:gd name="connsiteX3" fmla="*/ 3413459 w 4585296"/>
                <a:gd name="connsiteY3" fmla="*/ 3015209 h 3264725"/>
                <a:gd name="connsiteX4" fmla="*/ 2838840 w 4585296"/>
                <a:gd name="connsiteY4" fmla="*/ 3236027 h 3264725"/>
                <a:gd name="connsiteX5" fmla="*/ 1870630 w 4585296"/>
                <a:gd name="connsiteY5" fmla="*/ 3218770 h 3264725"/>
                <a:gd name="connsiteX6" fmla="*/ 481125 w 4585296"/>
                <a:gd name="connsiteY6" fmla="*/ 2919237 h 3264725"/>
                <a:gd name="connsiteX7" fmla="*/ 6310 w 4585296"/>
                <a:gd name="connsiteY7" fmla="*/ 1161492 h 3264725"/>
                <a:gd name="connsiteX8" fmla="*/ 258034 w 4585296"/>
                <a:gd name="connsiteY8" fmla="*/ 0 h 3264725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258034 w 4585295"/>
                <a:gd name="connsiteY0" fmla="*/ 0 h 3292087"/>
                <a:gd name="connsiteX1" fmla="*/ 4585295 w 4585295"/>
                <a:gd name="connsiteY1" fmla="*/ 13081 h 3292087"/>
                <a:gd name="connsiteX2" fmla="*/ 4059193 w 4585295"/>
                <a:gd name="connsiteY2" fmla="*/ 2038404 h 3292087"/>
                <a:gd name="connsiteX3" fmla="*/ 3413459 w 4585295"/>
                <a:gd name="connsiteY3" fmla="*/ 3015209 h 3292087"/>
                <a:gd name="connsiteX4" fmla="*/ 2838840 w 4585295"/>
                <a:gd name="connsiteY4" fmla="*/ 3236027 h 3292087"/>
                <a:gd name="connsiteX5" fmla="*/ 1899983 w 4585295"/>
                <a:gd name="connsiteY5" fmla="*/ 3291175 h 3292087"/>
                <a:gd name="connsiteX6" fmla="*/ 481125 w 4585295"/>
                <a:gd name="connsiteY6" fmla="*/ 2919237 h 3292087"/>
                <a:gd name="connsiteX7" fmla="*/ 6310 w 4585295"/>
                <a:gd name="connsiteY7" fmla="*/ 1161492 h 3292087"/>
                <a:gd name="connsiteX8" fmla="*/ 258034 w 4585295"/>
                <a:gd name="connsiteY8" fmla="*/ 0 h 3292087"/>
                <a:gd name="connsiteX0" fmla="*/ 181940 w 4594182"/>
                <a:gd name="connsiteY0" fmla="*/ 0 h 3557030"/>
                <a:gd name="connsiteX1" fmla="*/ 4594182 w 4594182"/>
                <a:gd name="connsiteY1" fmla="*/ 278024 h 3557030"/>
                <a:gd name="connsiteX2" fmla="*/ 4068080 w 4594182"/>
                <a:gd name="connsiteY2" fmla="*/ 2303347 h 3557030"/>
                <a:gd name="connsiteX3" fmla="*/ 3422346 w 4594182"/>
                <a:gd name="connsiteY3" fmla="*/ 3280152 h 3557030"/>
                <a:gd name="connsiteX4" fmla="*/ 2847727 w 4594182"/>
                <a:gd name="connsiteY4" fmla="*/ 3500970 h 3557030"/>
                <a:gd name="connsiteX5" fmla="*/ 1908870 w 4594182"/>
                <a:gd name="connsiteY5" fmla="*/ 3556118 h 3557030"/>
                <a:gd name="connsiteX6" fmla="*/ 490012 w 4594182"/>
                <a:gd name="connsiteY6" fmla="*/ 3184180 h 3557030"/>
                <a:gd name="connsiteX7" fmla="*/ 15197 w 4594182"/>
                <a:gd name="connsiteY7" fmla="*/ 1426435 h 3557030"/>
                <a:gd name="connsiteX8" fmla="*/ 181940 w 4594182"/>
                <a:gd name="connsiteY8" fmla="*/ 0 h 3557030"/>
                <a:gd name="connsiteX0" fmla="*/ 159801 w 4601400"/>
                <a:gd name="connsiteY0" fmla="*/ 1 h 3768667"/>
                <a:gd name="connsiteX1" fmla="*/ 4601400 w 4601400"/>
                <a:gd name="connsiteY1" fmla="*/ 489661 h 3768667"/>
                <a:gd name="connsiteX2" fmla="*/ 4075298 w 4601400"/>
                <a:gd name="connsiteY2" fmla="*/ 2514984 h 3768667"/>
                <a:gd name="connsiteX3" fmla="*/ 3429564 w 4601400"/>
                <a:gd name="connsiteY3" fmla="*/ 3491789 h 3768667"/>
                <a:gd name="connsiteX4" fmla="*/ 2854945 w 4601400"/>
                <a:gd name="connsiteY4" fmla="*/ 3712607 h 3768667"/>
                <a:gd name="connsiteX5" fmla="*/ 1916088 w 4601400"/>
                <a:gd name="connsiteY5" fmla="*/ 3767755 h 3768667"/>
                <a:gd name="connsiteX6" fmla="*/ 497230 w 4601400"/>
                <a:gd name="connsiteY6" fmla="*/ 3395817 h 3768667"/>
                <a:gd name="connsiteX7" fmla="*/ 22415 w 4601400"/>
                <a:gd name="connsiteY7" fmla="*/ 1638072 h 3768667"/>
                <a:gd name="connsiteX8" fmla="*/ 159801 w 4601400"/>
                <a:gd name="connsiteY8" fmla="*/ 1 h 376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01400" h="3768667">
                  <a:moveTo>
                    <a:pt x="159801" y="1"/>
                  </a:moveTo>
                  <a:cubicBezTo>
                    <a:pt x="1630548" y="92676"/>
                    <a:pt x="3130653" y="396986"/>
                    <a:pt x="4601400" y="489661"/>
                  </a:cubicBezTo>
                  <a:cubicBezTo>
                    <a:pt x="4465883" y="1545762"/>
                    <a:pt x="4270604" y="2014629"/>
                    <a:pt x="4075298" y="2514984"/>
                  </a:cubicBezTo>
                  <a:cubicBezTo>
                    <a:pt x="4050687" y="2611573"/>
                    <a:pt x="3571157" y="3366352"/>
                    <a:pt x="3429564" y="3491789"/>
                  </a:cubicBezTo>
                  <a:cubicBezTo>
                    <a:pt x="3317890" y="3584815"/>
                    <a:pt x="3037572" y="3644389"/>
                    <a:pt x="2854945" y="3712607"/>
                  </a:cubicBezTo>
                  <a:cubicBezTo>
                    <a:pt x="2479985" y="3787308"/>
                    <a:pt x="2178814" y="3764612"/>
                    <a:pt x="1916088" y="3767755"/>
                  </a:cubicBezTo>
                  <a:cubicBezTo>
                    <a:pt x="1653362" y="3770898"/>
                    <a:pt x="735866" y="3467122"/>
                    <a:pt x="497230" y="3395817"/>
                  </a:cubicBezTo>
                  <a:cubicBezTo>
                    <a:pt x="19204" y="2712818"/>
                    <a:pt x="59597" y="2124611"/>
                    <a:pt x="22415" y="1638072"/>
                  </a:cubicBezTo>
                  <a:cubicBezTo>
                    <a:pt x="-8910" y="1367065"/>
                    <a:pt x="-37735" y="539630"/>
                    <a:pt x="159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277E407-7A9E-FC37-F619-CD34117CDB3C}"/>
                </a:ext>
              </a:extLst>
            </p:cNvPr>
            <p:cNvSpPr/>
            <p:nvPr/>
          </p:nvSpPr>
          <p:spPr>
            <a:xfrm rot="6691777">
              <a:off x="8397589" y="5191444"/>
              <a:ext cx="2174500" cy="1003894"/>
            </a:xfrm>
            <a:custGeom>
              <a:avLst/>
              <a:gdLst>
                <a:gd name="connsiteX0" fmla="*/ 3383099 w 3429855"/>
                <a:gd name="connsiteY0" fmla="*/ 1967436 h 1967436"/>
                <a:gd name="connsiteX1" fmla="*/ 103200 w 3429855"/>
                <a:gd name="connsiteY1" fmla="*/ 1967436 h 1967436"/>
                <a:gd name="connsiteX2" fmla="*/ 96094 w 3429855"/>
                <a:gd name="connsiteY2" fmla="*/ 1904172 h 1967436"/>
                <a:gd name="connsiteX3" fmla="*/ 30923 w 3429855"/>
                <a:gd name="connsiteY3" fmla="*/ 873691 h 1967436"/>
                <a:gd name="connsiteX4" fmla="*/ 12232 w 3429855"/>
                <a:gd name="connsiteY4" fmla="*/ 0 h 1967436"/>
                <a:gd name="connsiteX5" fmla="*/ 3416309 w 3429855"/>
                <a:gd name="connsiteY5" fmla="*/ 4176 h 1967436"/>
                <a:gd name="connsiteX6" fmla="*/ 3410360 w 3429855"/>
                <a:gd name="connsiteY6" fmla="*/ 1246580 h 1967436"/>
                <a:gd name="connsiteX7" fmla="*/ 3389093 w 3429855"/>
                <a:gd name="connsiteY7" fmla="*/ 1921570 h 1967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9855" h="1967436">
                  <a:moveTo>
                    <a:pt x="3383099" y="1967436"/>
                  </a:moveTo>
                  <a:lnTo>
                    <a:pt x="103200" y="1967436"/>
                  </a:lnTo>
                  <a:lnTo>
                    <a:pt x="96094" y="1904172"/>
                  </a:lnTo>
                  <a:cubicBezTo>
                    <a:pt x="59860" y="1517992"/>
                    <a:pt x="52689" y="1111230"/>
                    <a:pt x="30923" y="873691"/>
                  </a:cubicBezTo>
                  <a:cubicBezTo>
                    <a:pt x="8050" y="534740"/>
                    <a:pt x="-14733" y="250973"/>
                    <a:pt x="12232" y="0"/>
                  </a:cubicBezTo>
                  <a:lnTo>
                    <a:pt x="3416309" y="4176"/>
                  </a:lnTo>
                  <a:cubicBezTo>
                    <a:pt x="3456320" y="24310"/>
                    <a:pt x="3393264" y="897693"/>
                    <a:pt x="3410360" y="1246580"/>
                  </a:cubicBezTo>
                  <a:cubicBezTo>
                    <a:pt x="3415471" y="1465705"/>
                    <a:pt x="3409967" y="1696133"/>
                    <a:pt x="3389093" y="192157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Star: 7 Points 2">
              <a:extLst>
                <a:ext uri="{FF2B5EF4-FFF2-40B4-BE49-F238E27FC236}">
                  <a16:creationId xmlns:a16="http://schemas.microsoft.com/office/drawing/2014/main" id="{9670498C-1B66-7269-8740-DECC857492B0}"/>
                </a:ext>
              </a:extLst>
            </p:cNvPr>
            <p:cNvSpPr/>
            <p:nvPr/>
          </p:nvSpPr>
          <p:spPr>
            <a:xfrm rot="14981183">
              <a:off x="10045604" y="3034050"/>
              <a:ext cx="2174300" cy="2244549"/>
            </a:xfrm>
            <a:custGeom>
              <a:avLst/>
              <a:gdLst>
                <a:gd name="connsiteX0" fmla="*/ -14 w 5472945"/>
                <a:gd name="connsiteY0" fmla="*/ 3226574 h 5017168"/>
                <a:gd name="connsiteX1" fmla="*/ 842769 w 5472945"/>
                <a:gd name="connsiteY1" fmla="*/ 2232863 h 5017168"/>
                <a:gd name="connsiteX2" fmla="*/ 541989 w 5472945"/>
                <a:gd name="connsiteY2" fmla="*/ 993716 h 5017168"/>
                <a:gd name="connsiteX3" fmla="*/ 1893704 w 5472945"/>
                <a:gd name="connsiteY3" fmla="*/ 993718 h 5017168"/>
                <a:gd name="connsiteX4" fmla="*/ 2736473 w 5472945"/>
                <a:gd name="connsiteY4" fmla="*/ 0 h 5017168"/>
                <a:gd name="connsiteX5" fmla="*/ 3579241 w 5472945"/>
                <a:gd name="connsiteY5" fmla="*/ 993718 h 5017168"/>
                <a:gd name="connsiteX6" fmla="*/ 4930956 w 5472945"/>
                <a:gd name="connsiteY6" fmla="*/ 993716 h 5017168"/>
                <a:gd name="connsiteX7" fmla="*/ 4630176 w 5472945"/>
                <a:gd name="connsiteY7" fmla="*/ 2232863 h 5017168"/>
                <a:gd name="connsiteX8" fmla="*/ 5472959 w 5472945"/>
                <a:gd name="connsiteY8" fmla="*/ 3226574 h 5017168"/>
                <a:gd name="connsiteX9" fmla="*/ 4255099 w 5472945"/>
                <a:gd name="connsiteY9" fmla="*/ 3778045 h 5017168"/>
                <a:gd name="connsiteX10" fmla="*/ 3954311 w 5472945"/>
                <a:gd name="connsiteY10" fmla="*/ 5017194 h 5017168"/>
                <a:gd name="connsiteX11" fmla="*/ 2736473 w 5472945"/>
                <a:gd name="connsiteY11" fmla="*/ 4465717 h 5017168"/>
                <a:gd name="connsiteX12" fmla="*/ 1518634 w 5472945"/>
                <a:gd name="connsiteY12" fmla="*/ 5017194 h 5017168"/>
                <a:gd name="connsiteX13" fmla="*/ 1217846 w 5472945"/>
                <a:gd name="connsiteY13" fmla="*/ 3778045 h 5017168"/>
                <a:gd name="connsiteX14" fmla="*/ -14 w 5472945"/>
                <a:gd name="connsiteY14" fmla="*/ 3226574 h 5017168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30190 w 5472973"/>
                <a:gd name="connsiteY7" fmla="*/ 2232863 h 5017194"/>
                <a:gd name="connsiteX8" fmla="*/ 5472973 w 5472973"/>
                <a:gd name="connsiteY8" fmla="*/ 3226574 h 5017194"/>
                <a:gd name="connsiteX9" fmla="*/ 4255113 w 5472973"/>
                <a:gd name="connsiteY9" fmla="*/ 3778045 h 5017194"/>
                <a:gd name="connsiteX10" fmla="*/ 3954325 w 5472973"/>
                <a:gd name="connsiteY10" fmla="*/ 5017194 h 5017194"/>
                <a:gd name="connsiteX11" fmla="*/ 2736487 w 5472973"/>
                <a:gd name="connsiteY11" fmla="*/ 4465717 h 5017194"/>
                <a:gd name="connsiteX12" fmla="*/ 1518648 w 5472973"/>
                <a:gd name="connsiteY12" fmla="*/ 5017194 h 5017194"/>
                <a:gd name="connsiteX13" fmla="*/ 1217860 w 5472973"/>
                <a:gd name="connsiteY13" fmla="*/ 3778045 h 5017194"/>
                <a:gd name="connsiteX14" fmla="*/ 0 w 5472973"/>
                <a:gd name="connsiteY14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630190 w 5472973"/>
                <a:gd name="connsiteY8" fmla="*/ 2232863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5472973 w 5472973"/>
                <a:gd name="connsiteY9" fmla="*/ 3226574 h 5017194"/>
                <a:gd name="connsiteX10" fmla="*/ 4255113 w 5472973"/>
                <a:gd name="connsiteY10" fmla="*/ 3778045 h 5017194"/>
                <a:gd name="connsiteX11" fmla="*/ 3954325 w 5472973"/>
                <a:gd name="connsiteY11" fmla="*/ 5017194 h 5017194"/>
                <a:gd name="connsiteX12" fmla="*/ 2736487 w 5472973"/>
                <a:gd name="connsiteY12" fmla="*/ 4465717 h 5017194"/>
                <a:gd name="connsiteX13" fmla="*/ 1518648 w 5472973"/>
                <a:gd name="connsiteY13" fmla="*/ 5017194 h 5017194"/>
                <a:gd name="connsiteX14" fmla="*/ 1217860 w 5472973"/>
                <a:gd name="connsiteY14" fmla="*/ 3778045 h 5017194"/>
                <a:gd name="connsiteX15" fmla="*/ 0 w 5472973"/>
                <a:gd name="connsiteY15" fmla="*/ 3226574 h 5017194"/>
                <a:gd name="connsiteX0" fmla="*/ 0 w 5472973"/>
                <a:gd name="connsiteY0" fmla="*/ 3226574 h 5017194"/>
                <a:gd name="connsiteX1" fmla="*/ 842783 w 5472973"/>
                <a:gd name="connsiteY1" fmla="*/ 2232863 h 5017194"/>
                <a:gd name="connsiteX2" fmla="*/ 542003 w 5472973"/>
                <a:gd name="connsiteY2" fmla="*/ 993716 h 5017194"/>
                <a:gd name="connsiteX3" fmla="*/ 1893718 w 5472973"/>
                <a:gd name="connsiteY3" fmla="*/ 993718 h 5017194"/>
                <a:gd name="connsiteX4" fmla="*/ 2736487 w 5472973"/>
                <a:gd name="connsiteY4" fmla="*/ 0 h 5017194"/>
                <a:gd name="connsiteX5" fmla="*/ 3567223 w 5472973"/>
                <a:gd name="connsiteY5" fmla="*/ 1499044 h 5017194"/>
                <a:gd name="connsiteX6" fmla="*/ 4930970 w 5472973"/>
                <a:gd name="connsiteY6" fmla="*/ 993716 h 5017194"/>
                <a:gd name="connsiteX7" fmla="*/ 4665552 w 5472973"/>
                <a:gd name="connsiteY7" fmla="*/ 1586581 h 5017194"/>
                <a:gd name="connsiteX8" fmla="*/ 4209085 w 5472973"/>
                <a:gd name="connsiteY8" fmla="*/ 2244894 h 5017194"/>
                <a:gd name="connsiteX9" fmla="*/ 4893022 w 5472973"/>
                <a:gd name="connsiteY9" fmla="*/ 2358729 h 5017194"/>
                <a:gd name="connsiteX10" fmla="*/ 5472973 w 5472973"/>
                <a:gd name="connsiteY10" fmla="*/ 3226574 h 5017194"/>
                <a:gd name="connsiteX11" fmla="*/ 4255113 w 5472973"/>
                <a:gd name="connsiteY11" fmla="*/ 3778045 h 5017194"/>
                <a:gd name="connsiteX12" fmla="*/ 3954325 w 5472973"/>
                <a:gd name="connsiteY12" fmla="*/ 5017194 h 5017194"/>
                <a:gd name="connsiteX13" fmla="*/ 2736487 w 5472973"/>
                <a:gd name="connsiteY13" fmla="*/ 4465717 h 5017194"/>
                <a:gd name="connsiteX14" fmla="*/ 1518648 w 5472973"/>
                <a:gd name="connsiteY14" fmla="*/ 5017194 h 5017194"/>
                <a:gd name="connsiteX15" fmla="*/ 1217860 w 5472973"/>
                <a:gd name="connsiteY15" fmla="*/ 3778045 h 5017194"/>
                <a:gd name="connsiteX16" fmla="*/ 0 w 5472973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1589"/>
                <a:gd name="connsiteY0" fmla="*/ 3226574 h 5017194"/>
                <a:gd name="connsiteX1" fmla="*/ 842783 w 5581589"/>
                <a:gd name="connsiteY1" fmla="*/ 2232863 h 5017194"/>
                <a:gd name="connsiteX2" fmla="*/ 542003 w 5581589"/>
                <a:gd name="connsiteY2" fmla="*/ 993716 h 5017194"/>
                <a:gd name="connsiteX3" fmla="*/ 1893718 w 5581589"/>
                <a:gd name="connsiteY3" fmla="*/ 993718 h 5017194"/>
                <a:gd name="connsiteX4" fmla="*/ 2736487 w 5581589"/>
                <a:gd name="connsiteY4" fmla="*/ 0 h 5017194"/>
                <a:gd name="connsiteX5" fmla="*/ 3567223 w 5581589"/>
                <a:gd name="connsiteY5" fmla="*/ 1499044 h 5017194"/>
                <a:gd name="connsiteX6" fmla="*/ 4930970 w 5581589"/>
                <a:gd name="connsiteY6" fmla="*/ 993716 h 5017194"/>
                <a:gd name="connsiteX7" fmla="*/ 4665552 w 5581589"/>
                <a:gd name="connsiteY7" fmla="*/ 1586581 h 5017194"/>
                <a:gd name="connsiteX8" fmla="*/ 4209085 w 5581589"/>
                <a:gd name="connsiteY8" fmla="*/ 2244894 h 5017194"/>
                <a:gd name="connsiteX9" fmla="*/ 4893022 w 5581589"/>
                <a:gd name="connsiteY9" fmla="*/ 2358729 h 5017194"/>
                <a:gd name="connsiteX10" fmla="*/ 5581589 w 5581589"/>
                <a:gd name="connsiteY10" fmla="*/ 2625394 h 5017194"/>
                <a:gd name="connsiteX11" fmla="*/ 4255113 w 5581589"/>
                <a:gd name="connsiteY11" fmla="*/ 3778045 h 5017194"/>
                <a:gd name="connsiteX12" fmla="*/ 3954325 w 5581589"/>
                <a:gd name="connsiteY12" fmla="*/ 5017194 h 5017194"/>
                <a:gd name="connsiteX13" fmla="*/ 2736487 w 5581589"/>
                <a:gd name="connsiteY13" fmla="*/ 4465717 h 5017194"/>
                <a:gd name="connsiteX14" fmla="*/ 1518648 w 5581589"/>
                <a:gd name="connsiteY14" fmla="*/ 5017194 h 5017194"/>
                <a:gd name="connsiteX15" fmla="*/ 1217860 w 5581589"/>
                <a:gd name="connsiteY15" fmla="*/ 3778045 h 5017194"/>
                <a:gd name="connsiteX16" fmla="*/ 0 w 5581589"/>
                <a:gd name="connsiteY16" fmla="*/ 3226574 h 5017194"/>
                <a:gd name="connsiteX0" fmla="*/ 0 w 5589815"/>
                <a:gd name="connsiteY0" fmla="*/ 3226574 h 5017194"/>
                <a:gd name="connsiteX1" fmla="*/ 842783 w 5589815"/>
                <a:gd name="connsiteY1" fmla="*/ 2232863 h 5017194"/>
                <a:gd name="connsiteX2" fmla="*/ 542003 w 5589815"/>
                <a:gd name="connsiteY2" fmla="*/ 993716 h 5017194"/>
                <a:gd name="connsiteX3" fmla="*/ 1893718 w 5589815"/>
                <a:gd name="connsiteY3" fmla="*/ 993718 h 5017194"/>
                <a:gd name="connsiteX4" fmla="*/ 2736487 w 5589815"/>
                <a:gd name="connsiteY4" fmla="*/ 0 h 5017194"/>
                <a:gd name="connsiteX5" fmla="*/ 3567223 w 5589815"/>
                <a:gd name="connsiteY5" fmla="*/ 1499044 h 5017194"/>
                <a:gd name="connsiteX6" fmla="*/ 4930970 w 5589815"/>
                <a:gd name="connsiteY6" fmla="*/ 993716 h 5017194"/>
                <a:gd name="connsiteX7" fmla="*/ 4665552 w 5589815"/>
                <a:gd name="connsiteY7" fmla="*/ 1586581 h 5017194"/>
                <a:gd name="connsiteX8" fmla="*/ 4209085 w 5589815"/>
                <a:gd name="connsiteY8" fmla="*/ 2244894 h 5017194"/>
                <a:gd name="connsiteX9" fmla="*/ 4893022 w 5589815"/>
                <a:gd name="connsiteY9" fmla="*/ 2358729 h 5017194"/>
                <a:gd name="connsiteX10" fmla="*/ 5581589 w 5589815"/>
                <a:gd name="connsiteY10" fmla="*/ 2625394 h 5017194"/>
                <a:gd name="connsiteX11" fmla="*/ 4255113 w 5589815"/>
                <a:gd name="connsiteY11" fmla="*/ 3778045 h 5017194"/>
                <a:gd name="connsiteX12" fmla="*/ 3954325 w 5589815"/>
                <a:gd name="connsiteY12" fmla="*/ 5017194 h 5017194"/>
                <a:gd name="connsiteX13" fmla="*/ 2736487 w 5589815"/>
                <a:gd name="connsiteY13" fmla="*/ 4465717 h 5017194"/>
                <a:gd name="connsiteX14" fmla="*/ 1518648 w 5589815"/>
                <a:gd name="connsiteY14" fmla="*/ 5017194 h 5017194"/>
                <a:gd name="connsiteX15" fmla="*/ 1217860 w 5589815"/>
                <a:gd name="connsiteY15" fmla="*/ 3778045 h 5017194"/>
                <a:gd name="connsiteX16" fmla="*/ 0 w 5589815"/>
                <a:gd name="connsiteY16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55113 w 5588925"/>
                <a:gd name="connsiteY12" fmla="*/ 3778045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8925"/>
                <a:gd name="connsiteY0" fmla="*/ 3226574 h 5017194"/>
                <a:gd name="connsiteX1" fmla="*/ 842783 w 5588925"/>
                <a:gd name="connsiteY1" fmla="*/ 2232863 h 5017194"/>
                <a:gd name="connsiteX2" fmla="*/ 542003 w 5588925"/>
                <a:gd name="connsiteY2" fmla="*/ 993716 h 5017194"/>
                <a:gd name="connsiteX3" fmla="*/ 1893718 w 5588925"/>
                <a:gd name="connsiteY3" fmla="*/ 993718 h 5017194"/>
                <a:gd name="connsiteX4" fmla="*/ 2736487 w 5588925"/>
                <a:gd name="connsiteY4" fmla="*/ 0 h 5017194"/>
                <a:gd name="connsiteX5" fmla="*/ 3567223 w 5588925"/>
                <a:gd name="connsiteY5" fmla="*/ 1499044 h 5017194"/>
                <a:gd name="connsiteX6" fmla="*/ 4930970 w 5588925"/>
                <a:gd name="connsiteY6" fmla="*/ 993716 h 5017194"/>
                <a:gd name="connsiteX7" fmla="*/ 4665552 w 5588925"/>
                <a:gd name="connsiteY7" fmla="*/ 1586581 h 5017194"/>
                <a:gd name="connsiteX8" fmla="*/ 4209085 w 5588925"/>
                <a:gd name="connsiteY8" fmla="*/ 2244894 h 5017194"/>
                <a:gd name="connsiteX9" fmla="*/ 4893022 w 5588925"/>
                <a:gd name="connsiteY9" fmla="*/ 2358729 h 5017194"/>
                <a:gd name="connsiteX10" fmla="*/ 5581589 w 5588925"/>
                <a:gd name="connsiteY10" fmla="*/ 2625394 h 5017194"/>
                <a:gd name="connsiteX11" fmla="*/ 5059735 w 5588925"/>
                <a:gd name="connsiteY11" fmla="*/ 2795721 h 5017194"/>
                <a:gd name="connsiteX12" fmla="*/ 4287951 w 5588925"/>
                <a:gd name="connsiteY12" fmla="*/ 2964683 h 5017194"/>
                <a:gd name="connsiteX13" fmla="*/ 3954325 w 5588925"/>
                <a:gd name="connsiteY13" fmla="*/ 5017194 h 5017194"/>
                <a:gd name="connsiteX14" fmla="*/ 2736487 w 5588925"/>
                <a:gd name="connsiteY14" fmla="*/ 4465717 h 5017194"/>
                <a:gd name="connsiteX15" fmla="*/ 1518648 w 5588925"/>
                <a:gd name="connsiteY15" fmla="*/ 5017194 h 5017194"/>
                <a:gd name="connsiteX16" fmla="*/ 1217860 w 5588925"/>
                <a:gd name="connsiteY16" fmla="*/ 3778045 h 5017194"/>
                <a:gd name="connsiteX17" fmla="*/ 0 w 558892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625394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93022 w 5589145"/>
                <a:gd name="connsiteY9" fmla="*/ 2358729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89145"/>
                <a:gd name="connsiteY0" fmla="*/ 3226574 h 5017194"/>
                <a:gd name="connsiteX1" fmla="*/ 842783 w 5589145"/>
                <a:gd name="connsiteY1" fmla="*/ 2232863 h 5017194"/>
                <a:gd name="connsiteX2" fmla="*/ 542003 w 5589145"/>
                <a:gd name="connsiteY2" fmla="*/ 993716 h 5017194"/>
                <a:gd name="connsiteX3" fmla="*/ 1893718 w 5589145"/>
                <a:gd name="connsiteY3" fmla="*/ 993718 h 5017194"/>
                <a:gd name="connsiteX4" fmla="*/ 2736487 w 5589145"/>
                <a:gd name="connsiteY4" fmla="*/ 0 h 5017194"/>
                <a:gd name="connsiteX5" fmla="*/ 3567223 w 5589145"/>
                <a:gd name="connsiteY5" fmla="*/ 1499044 h 5017194"/>
                <a:gd name="connsiteX6" fmla="*/ 4930970 w 5589145"/>
                <a:gd name="connsiteY6" fmla="*/ 993716 h 5017194"/>
                <a:gd name="connsiteX7" fmla="*/ 4665552 w 5589145"/>
                <a:gd name="connsiteY7" fmla="*/ 1586581 h 5017194"/>
                <a:gd name="connsiteX8" fmla="*/ 4209085 w 5589145"/>
                <a:gd name="connsiteY8" fmla="*/ 2244894 h 5017194"/>
                <a:gd name="connsiteX9" fmla="*/ 4887970 w 5589145"/>
                <a:gd name="connsiteY9" fmla="*/ 2318314 h 5017194"/>
                <a:gd name="connsiteX10" fmla="*/ 5581589 w 5589145"/>
                <a:gd name="connsiteY10" fmla="*/ 2491518 h 5017194"/>
                <a:gd name="connsiteX11" fmla="*/ 5059735 w 5589145"/>
                <a:gd name="connsiteY11" fmla="*/ 2795721 h 5017194"/>
                <a:gd name="connsiteX12" fmla="*/ 4287951 w 5589145"/>
                <a:gd name="connsiteY12" fmla="*/ 2964683 h 5017194"/>
                <a:gd name="connsiteX13" fmla="*/ 3954325 w 5589145"/>
                <a:gd name="connsiteY13" fmla="*/ 5017194 h 5017194"/>
                <a:gd name="connsiteX14" fmla="*/ 2736487 w 5589145"/>
                <a:gd name="connsiteY14" fmla="*/ 4465717 h 5017194"/>
                <a:gd name="connsiteX15" fmla="*/ 1518648 w 5589145"/>
                <a:gd name="connsiteY15" fmla="*/ 5017194 h 5017194"/>
                <a:gd name="connsiteX16" fmla="*/ 1217860 w 5589145"/>
                <a:gd name="connsiteY16" fmla="*/ 3778045 h 5017194"/>
                <a:gd name="connsiteX17" fmla="*/ 0 w 5589145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4930970 w 5590393"/>
                <a:gd name="connsiteY6" fmla="*/ 993716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567223 w 5590393"/>
                <a:gd name="connsiteY5" fmla="*/ 1499044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3226574 h 5017194"/>
                <a:gd name="connsiteX1" fmla="*/ 842783 w 5590393"/>
                <a:gd name="connsiteY1" fmla="*/ 2232863 h 5017194"/>
                <a:gd name="connsiteX2" fmla="*/ 542003 w 5590393"/>
                <a:gd name="connsiteY2" fmla="*/ 993716 h 5017194"/>
                <a:gd name="connsiteX3" fmla="*/ 1893718 w 5590393"/>
                <a:gd name="connsiteY3" fmla="*/ 993718 h 5017194"/>
                <a:gd name="connsiteX4" fmla="*/ 2736487 w 5590393"/>
                <a:gd name="connsiteY4" fmla="*/ 0 h 5017194"/>
                <a:gd name="connsiteX5" fmla="*/ 3643002 w 5590393"/>
                <a:gd name="connsiteY5" fmla="*/ 1430843 h 5017194"/>
                <a:gd name="connsiteX6" fmla="*/ 5191145 w 5590393"/>
                <a:gd name="connsiteY6" fmla="*/ 728489 h 5017194"/>
                <a:gd name="connsiteX7" fmla="*/ 4665552 w 5590393"/>
                <a:gd name="connsiteY7" fmla="*/ 1586581 h 5017194"/>
                <a:gd name="connsiteX8" fmla="*/ 4209085 w 5590393"/>
                <a:gd name="connsiteY8" fmla="*/ 2244894 h 5017194"/>
                <a:gd name="connsiteX9" fmla="*/ 4887970 w 5590393"/>
                <a:gd name="connsiteY9" fmla="*/ 2318314 h 5017194"/>
                <a:gd name="connsiteX10" fmla="*/ 5581589 w 5590393"/>
                <a:gd name="connsiteY10" fmla="*/ 2491518 h 5017194"/>
                <a:gd name="connsiteX11" fmla="*/ 5117833 w 5590393"/>
                <a:gd name="connsiteY11" fmla="*/ 2757832 h 5017194"/>
                <a:gd name="connsiteX12" fmla="*/ 4287951 w 5590393"/>
                <a:gd name="connsiteY12" fmla="*/ 2964683 h 5017194"/>
                <a:gd name="connsiteX13" fmla="*/ 3954325 w 5590393"/>
                <a:gd name="connsiteY13" fmla="*/ 5017194 h 5017194"/>
                <a:gd name="connsiteX14" fmla="*/ 2736487 w 5590393"/>
                <a:gd name="connsiteY14" fmla="*/ 4465717 h 5017194"/>
                <a:gd name="connsiteX15" fmla="*/ 1518648 w 5590393"/>
                <a:gd name="connsiteY15" fmla="*/ 5017194 h 5017194"/>
                <a:gd name="connsiteX16" fmla="*/ 1217860 w 5590393"/>
                <a:gd name="connsiteY16" fmla="*/ 3778045 h 5017194"/>
                <a:gd name="connsiteX17" fmla="*/ 0 w 5590393"/>
                <a:gd name="connsiteY17" fmla="*/ 3226574 h 5017194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3357875 w 5590393"/>
                <a:gd name="connsiteY4" fmla="*/ 0 h 4673663"/>
                <a:gd name="connsiteX5" fmla="*/ 3643002 w 5590393"/>
                <a:gd name="connsiteY5" fmla="*/ 1087312 h 4673663"/>
                <a:gd name="connsiteX6" fmla="*/ 5191145 w 5590393"/>
                <a:gd name="connsiteY6" fmla="*/ 384958 h 4673663"/>
                <a:gd name="connsiteX7" fmla="*/ 4665552 w 5590393"/>
                <a:gd name="connsiteY7" fmla="*/ 1243050 h 4673663"/>
                <a:gd name="connsiteX8" fmla="*/ 4209085 w 5590393"/>
                <a:gd name="connsiteY8" fmla="*/ 1901363 h 4673663"/>
                <a:gd name="connsiteX9" fmla="*/ 4887970 w 5590393"/>
                <a:gd name="connsiteY9" fmla="*/ 1974783 h 4673663"/>
                <a:gd name="connsiteX10" fmla="*/ 5581589 w 5590393"/>
                <a:gd name="connsiteY10" fmla="*/ 2147987 h 4673663"/>
                <a:gd name="connsiteX11" fmla="*/ 5117833 w 5590393"/>
                <a:gd name="connsiteY11" fmla="*/ 2414301 h 4673663"/>
                <a:gd name="connsiteX12" fmla="*/ 4287951 w 5590393"/>
                <a:gd name="connsiteY12" fmla="*/ 2621152 h 4673663"/>
                <a:gd name="connsiteX13" fmla="*/ 3954325 w 5590393"/>
                <a:gd name="connsiteY13" fmla="*/ 4673663 h 4673663"/>
                <a:gd name="connsiteX14" fmla="*/ 2736487 w 5590393"/>
                <a:gd name="connsiteY14" fmla="*/ 4122186 h 4673663"/>
                <a:gd name="connsiteX15" fmla="*/ 1518648 w 5590393"/>
                <a:gd name="connsiteY15" fmla="*/ 4673663 h 4673663"/>
                <a:gd name="connsiteX16" fmla="*/ 1217860 w 5590393"/>
                <a:gd name="connsiteY16" fmla="*/ 3434514 h 4673663"/>
                <a:gd name="connsiteX17" fmla="*/ 0 w 5590393"/>
                <a:gd name="connsiteY17" fmla="*/ 2883043 h 4673663"/>
                <a:gd name="connsiteX0" fmla="*/ 0 w 5590393"/>
                <a:gd name="connsiteY0" fmla="*/ 2883043 h 4673663"/>
                <a:gd name="connsiteX1" fmla="*/ 842783 w 5590393"/>
                <a:gd name="connsiteY1" fmla="*/ 1889332 h 4673663"/>
                <a:gd name="connsiteX2" fmla="*/ 542003 w 5590393"/>
                <a:gd name="connsiteY2" fmla="*/ 650185 h 4673663"/>
                <a:gd name="connsiteX3" fmla="*/ 1893718 w 5590393"/>
                <a:gd name="connsiteY3" fmla="*/ 650187 h 4673663"/>
                <a:gd name="connsiteX4" fmla="*/ 2988443 w 5590393"/>
                <a:gd name="connsiteY4" fmla="*/ 206606 h 4673663"/>
                <a:gd name="connsiteX5" fmla="*/ 3357875 w 5590393"/>
                <a:gd name="connsiteY5" fmla="*/ 0 h 4673663"/>
                <a:gd name="connsiteX6" fmla="*/ 3643002 w 5590393"/>
                <a:gd name="connsiteY6" fmla="*/ 1087312 h 4673663"/>
                <a:gd name="connsiteX7" fmla="*/ 5191145 w 5590393"/>
                <a:gd name="connsiteY7" fmla="*/ 384958 h 4673663"/>
                <a:gd name="connsiteX8" fmla="*/ 4665552 w 5590393"/>
                <a:gd name="connsiteY8" fmla="*/ 1243050 h 4673663"/>
                <a:gd name="connsiteX9" fmla="*/ 4209085 w 5590393"/>
                <a:gd name="connsiteY9" fmla="*/ 1901363 h 4673663"/>
                <a:gd name="connsiteX10" fmla="*/ 4887970 w 5590393"/>
                <a:gd name="connsiteY10" fmla="*/ 1974783 h 4673663"/>
                <a:gd name="connsiteX11" fmla="*/ 5581589 w 5590393"/>
                <a:gd name="connsiteY11" fmla="*/ 2147987 h 4673663"/>
                <a:gd name="connsiteX12" fmla="*/ 5117833 w 5590393"/>
                <a:gd name="connsiteY12" fmla="*/ 2414301 h 4673663"/>
                <a:gd name="connsiteX13" fmla="*/ 4287951 w 5590393"/>
                <a:gd name="connsiteY13" fmla="*/ 2621152 h 4673663"/>
                <a:gd name="connsiteX14" fmla="*/ 3954325 w 5590393"/>
                <a:gd name="connsiteY14" fmla="*/ 4673663 h 4673663"/>
                <a:gd name="connsiteX15" fmla="*/ 2736487 w 5590393"/>
                <a:gd name="connsiteY15" fmla="*/ 4122186 h 4673663"/>
                <a:gd name="connsiteX16" fmla="*/ 1518648 w 5590393"/>
                <a:gd name="connsiteY16" fmla="*/ 4673663 h 4673663"/>
                <a:gd name="connsiteX17" fmla="*/ 1217860 w 5590393"/>
                <a:gd name="connsiteY17" fmla="*/ 3434514 h 4673663"/>
                <a:gd name="connsiteX18" fmla="*/ 0 w 5590393"/>
                <a:gd name="connsiteY18" fmla="*/ 2883043 h 4673663"/>
                <a:gd name="connsiteX0" fmla="*/ 0 w 5590393"/>
                <a:gd name="connsiteY0" fmla="*/ 2889715 h 4680335"/>
                <a:gd name="connsiteX1" fmla="*/ 842783 w 5590393"/>
                <a:gd name="connsiteY1" fmla="*/ 1896004 h 4680335"/>
                <a:gd name="connsiteX2" fmla="*/ 542003 w 5590393"/>
                <a:gd name="connsiteY2" fmla="*/ 656857 h 4680335"/>
                <a:gd name="connsiteX3" fmla="*/ 1893718 w 5590393"/>
                <a:gd name="connsiteY3" fmla="*/ 656859 h 4680335"/>
                <a:gd name="connsiteX4" fmla="*/ 2988443 w 5590393"/>
                <a:gd name="connsiteY4" fmla="*/ 213278 h 4680335"/>
                <a:gd name="connsiteX5" fmla="*/ 3357875 w 5590393"/>
                <a:gd name="connsiteY5" fmla="*/ 6672 h 4680335"/>
                <a:gd name="connsiteX6" fmla="*/ 3643002 w 5590393"/>
                <a:gd name="connsiteY6" fmla="*/ 1093984 h 4680335"/>
                <a:gd name="connsiteX7" fmla="*/ 5191145 w 5590393"/>
                <a:gd name="connsiteY7" fmla="*/ 391630 h 4680335"/>
                <a:gd name="connsiteX8" fmla="*/ 4665552 w 5590393"/>
                <a:gd name="connsiteY8" fmla="*/ 1249722 h 4680335"/>
                <a:gd name="connsiteX9" fmla="*/ 4209085 w 5590393"/>
                <a:gd name="connsiteY9" fmla="*/ 1908035 h 4680335"/>
                <a:gd name="connsiteX10" fmla="*/ 4887970 w 5590393"/>
                <a:gd name="connsiteY10" fmla="*/ 1981455 h 4680335"/>
                <a:gd name="connsiteX11" fmla="*/ 5581589 w 5590393"/>
                <a:gd name="connsiteY11" fmla="*/ 2154659 h 4680335"/>
                <a:gd name="connsiteX12" fmla="*/ 5117833 w 5590393"/>
                <a:gd name="connsiteY12" fmla="*/ 2420973 h 4680335"/>
                <a:gd name="connsiteX13" fmla="*/ 4287951 w 5590393"/>
                <a:gd name="connsiteY13" fmla="*/ 2627824 h 4680335"/>
                <a:gd name="connsiteX14" fmla="*/ 3954325 w 5590393"/>
                <a:gd name="connsiteY14" fmla="*/ 4680335 h 4680335"/>
                <a:gd name="connsiteX15" fmla="*/ 2736487 w 5590393"/>
                <a:gd name="connsiteY15" fmla="*/ 4128858 h 4680335"/>
                <a:gd name="connsiteX16" fmla="*/ 1518648 w 5590393"/>
                <a:gd name="connsiteY16" fmla="*/ 4680335 h 4680335"/>
                <a:gd name="connsiteX17" fmla="*/ 1217860 w 5590393"/>
                <a:gd name="connsiteY17" fmla="*/ 3441186 h 4680335"/>
                <a:gd name="connsiteX18" fmla="*/ 0 w 5590393"/>
                <a:gd name="connsiteY18" fmla="*/ 2889715 h 4680335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5191145 w 5590393"/>
                <a:gd name="connsiteY7" fmla="*/ 505824 h 4794529"/>
                <a:gd name="connsiteX8" fmla="*/ 4665552 w 5590393"/>
                <a:gd name="connsiteY8" fmla="*/ 1363916 h 4794529"/>
                <a:gd name="connsiteX9" fmla="*/ 4209085 w 5590393"/>
                <a:gd name="connsiteY9" fmla="*/ 2022229 h 4794529"/>
                <a:gd name="connsiteX10" fmla="*/ 4887970 w 5590393"/>
                <a:gd name="connsiteY10" fmla="*/ 2095649 h 4794529"/>
                <a:gd name="connsiteX11" fmla="*/ 5581589 w 5590393"/>
                <a:gd name="connsiteY11" fmla="*/ 2268853 h 4794529"/>
                <a:gd name="connsiteX12" fmla="*/ 5117833 w 5590393"/>
                <a:gd name="connsiteY12" fmla="*/ 2535167 h 4794529"/>
                <a:gd name="connsiteX13" fmla="*/ 4287951 w 5590393"/>
                <a:gd name="connsiteY13" fmla="*/ 2742018 h 4794529"/>
                <a:gd name="connsiteX14" fmla="*/ 3954325 w 5590393"/>
                <a:gd name="connsiteY14" fmla="*/ 4794529 h 4794529"/>
                <a:gd name="connsiteX15" fmla="*/ 2736487 w 5590393"/>
                <a:gd name="connsiteY15" fmla="*/ 4243052 h 4794529"/>
                <a:gd name="connsiteX16" fmla="*/ 1518648 w 5590393"/>
                <a:gd name="connsiteY16" fmla="*/ 4794529 h 4794529"/>
                <a:gd name="connsiteX17" fmla="*/ 1217860 w 5590393"/>
                <a:gd name="connsiteY17" fmla="*/ 3555380 h 4794529"/>
                <a:gd name="connsiteX18" fmla="*/ 0 w 5590393"/>
                <a:gd name="connsiteY18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1893718 w 5590393"/>
                <a:gd name="connsiteY3" fmla="*/ 771053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3003909 h 4794529"/>
                <a:gd name="connsiteX1" fmla="*/ 842783 w 5590393"/>
                <a:gd name="connsiteY1" fmla="*/ 2010198 h 4794529"/>
                <a:gd name="connsiteX2" fmla="*/ 542003 w 5590393"/>
                <a:gd name="connsiteY2" fmla="*/ 771051 h 4794529"/>
                <a:gd name="connsiteX3" fmla="*/ 2446905 w 5590393"/>
                <a:gd name="connsiteY3" fmla="*/ 1309084 h 4794529"/>
                <a:gd name="connsiteX4" fmla="*/ 2988443 w 5590393"/>
                <a:gd name="connsiteY4" fmla="*/ 327472 h 4794529"/>
                <a:gd name="connsiteX5" fmla="*/ 3357875 w 5590393"/>
                <a:gd name="connsiteY5" fmla="*/ 120866 h 4794529"/>
                <a:gd name="connsiteX6" fmla="*/ 3643002 w 5590393"/>
                <a:gd name="connsiteY6" fmla="*/ 1208178 h 4794529"/>
                <a:gd name="connsiteX7" fmla="*/ 4645477 w 5590393"/>
                <a:gd name="connsiteY7" fmla="*/ 585120 h 4794529"/>
                <a:gd name="connsiteX8" fmla="*/ 5191145 w 5590393"/>
                <a:gd name="connsiteY8" fmla="*/ 505824 h 4794529"/>
                <a:gd name="connsiteX9" fmla="*/ 4665552 w 5590393"/>
                <a:gd name="connsiteY9" fmla="*/ 1363916 h 4794529"/>
                <a:gd name="connsiteX10" fmla="*/ 4209085 w 5590393"/>
                <a:gd name="connsiteY10" fmla="*/ 2022229 h 4794529"/>
                <a:gd name="connsiteX11" fmla="*/ 4887970 w 5590393"/>
                <a:gd name="connsiteY11" fmla="*/ 2095649 h 4794529"/>
                <a:gd name="connsiteX12" fmla="*/ 5581589 w 5590393"/>
                <a:gd name="connsiteY12" fmla="*/ 2268853 h 4794529"/>
                <a:gd name="connsiteX13" fmla="*/ 5117833 w 5590393"/>
                <a:gd name="connsiteY13" fmla="*/ 2535167 h 4794529"/>
                <a:gd name="connsiteX14" fmla="*/ 4287951 w 5590393"/>
                <a:gd name="connsiteY14" fmla="*/ 2742018 h 4794529"/>
                <a:gd name="connsiteX15" fmla="*/ 3954325 w 5590393"/>
                <a:gd name="connsiteY15" fmla="*/ 4794529 h 4794529"/>
                <a:gd name="connsiteX16" fmla="*/ 2736487 w 5590393"/>
                <a:gd name="connsiteY16" fmla="*/ 4243052 h 4794529"/>
                <a:gd name="connsiteX17" fmla="*/ 1518648 w 5590393"/>
                <a:gd name="connsiteY17" fmla="*/ 4794529 h 4794529"/>
                <a:gd name="connsiteX18" fmla="*/ 1217860 w 5590393"/>
                <a:gd name="connsiteY18" fmla="*/ 3555380 h 4794529"/>
                <a:gd name="connsiteX19" fmla="*/ 0 w 5590393"/>
                <a:gd name="connsiteY19" fmla="*/ 3003909 h 4794529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2446905 w 5590393"/>
                <a:gd name="connsiteY3" fmla="*/ 1294772 h 4780217"/>
                <a:gd name="connsiteX4" fmla="*/ 2988443 w 5590393"/>
                <a:gd name="connsiteY4" fmla="*/ 313160 h 4780217"/>
                <a:gd name="connsiteX5" fmla="*/ 3357875 w 5590393"/>
                <a:gd name="connsiteY5" fmla="*/ 106554 h 4780217"/>
                <a:gd name="connsiteX6" fmla="*/ 3643002 w 5590393"/>
                <a:gd name="connsiteY6" fmla="*/ 1193866 h 4780217"/>
                <a:gd name="connsiteX7" fmla="*/ 4645477 w 5590393"/>
                <a:gd name="connsiteY7" fmla="*/ 570808 h 4780217"/>
                <a:gd name="connsiteX8" fmla="*/ 5191145 w 5590393"/>
                <a:gd name="connsiteY8" fmla="*/ 491512 h 4780217"/>
                <a:gd name="connsiteX9" fmla="*/ 4665552 w 5590393"/>
                <a:gd name="connsiteY9" fmla="*/ 1349604 h 4780217"/>
                <a:gd name="connsiteX10" fmla="*/ 4209085 w 5590393"/>
                <a:gd name="connsiteY10" fmla="*/ 2007917 h 4780217"/>
                <a:gd name="connsiteX11" fmla="*/ 4887970 w 5590393"/>
                <a:gd name="connsiteY11" fmla="*/ 2081337 h 4780217"/>
                <a:gd name="connsiteX12" fmla="*/ 5581589 w 5590393"/>
                <a:gd name="connsiteY12" fmla="*/ 2254541 h 4780217"/>
                <a:gd name="connsiteX13" fmla="*/ 5117833 w 5590393"/>
                <a:gd name="connsiteY13" fmla="*/ 2520855 h 4780217"/>
                <a:gd name="connsiteX14" fmla="*/ 4287951 w 5590393"/>
                <a:gd name="connsiteY14" fmla="*/ 2727706 h 4780217"/>
                <a:gd name="connsiteX15" fmla="*/ 3954325 w 5590393"/>
                <a:gd name="connsiteY15" fmla="*/ 4780217 h 4780217"/>
                <a:gd name="connsiteX16" fmla="*/ 2736487 w 5590393"/>
                <a:gd name="connsiteY16" fmla="*/ 4228740 h 4780217"/>
                <a:gd name="connsiteX17" fmla="*/ 1518648 w 5590393"/>
                <a:gd name="connsiteY17" fmla="*/ 4780217 h 4780217"/>
                <a:gd name="connsiteX18" fmla="*/ 1217860 w 5590393"/>
                <a:gd name="connsiteY18" fmla="*/ 3541068 h 4780217"/>
                <a:gd name="connsiteX19" fmla="*/ 0 w 5590393"/>
                <a:gd name="connsiteY19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542003 w 5590393"/>
                <a:gd name="connsiteY2" fmla="*/ 756739 h 4780217"/>
                <a:gd name="connsiteX3" fmla="*/ 1364246 w 5590393"/>
                <a:gd name="connsiteY3" fmla="*/ 929496 h 4780217"/>
                <a:gd name="connsiteX4" fmla="*/ 2446905 w 5590393"/>
                <a:gd name="connsiteY4" fmla="*/ 1294772 h 4780217"/>
                <a:gd name="connsiteX5" fmla="*/ 2988443 w 5590393"/>
                <a:gd name="connsiteY5" fmla="*/ 313160 h 4780217"/>
                <a:gd name="connsiteX6" fmla="*/ 3357875 w 5590393"/>
                <a:gd name="connsiteY6" fmla="*/ 106554 h 4780217"/>
                <a:gd name="connsiteX7" fmla="*/ 3643002 w 5590393"/>
                <a:gd name="connsiteY7" fmla="*/ 1193866 h 4780217"/>
                <a:gd name="connsiteX8" fmla="*/ 4645477 w 5590393"/>
                <a:gd name="connsiteY8" fmla="*/ 570808 h 4780217"/>
                <a:gd name="connsiteX9" fmla="*/ 5191145 w 5590393"/>
                <a:gd name="connsiteY9" fmla="*/ 491512 h 4780217"/>
                <a:gd name="connsiteX10" fmla="*/ 4665552 w 5590393"/>
                <a:gd name="connsiteY10" fmla="*/ 1349604 h 4780217"/>
                <a:gd name="connsiteX11" fmla="*/ 4209085 w 5590393"/>
                <a:gd name="connsiteY11" fmla="*/ 2007917 h 4780217"/>
                <a:gd name="connsiteX12" fmla="*/ 4887970 w 5590393"/>
                <a:gd name="connsiteY12" fmla="*/ 2081337 h 4780217"/>
                <a:gd name="connsiteX13" fmla="*/ 5581589 w 5590393"/>
                <a:gd name="connsiteY13" fmla="*/ 2254541 h 4780217"/>
                <a:gd name="connsiteX14" fmla="*/ 5117833 w 5590393"/>
                <a:gd name="connsiteY14" fmla="*/ 2520855 h 4780217"/>
                <a:gd name="connsiteX15" fmla="*/ 4287951 w 5590393"/>
                <a:gd name="connsiteY15" fmla="*/ 2727706 h 4780217"/>
                <a:gd name="connsiteX16" fmla="*/ 3954325 w 5590393"/>
                <a:gd name="connsiteY16" fmla="*/ 4780217 h 4780217"/>
                <a:gd name="connsiteX17" fmla="*/ 2736487 w 5590393"/>
                <a:gd name="connsiteY17" fmla="*/ 4228740 h 4780217"/>
                <a:gd name="connsiteX18" fmla="*/ 1518648 w 5590393"/>
                <a:gd name="connsiteY18" fmla="*/ 4780217 h 4780217"/>
                <a:gd name="connsiteX19" fmla="*/ 1217860 w 5590393"/>
                <a:gd name="connsiteY19" fmla="*/ 3541068 h 4780217"/>
                <a:gd name="connsiteX20" fmla="*/ 0 w 5590393"/>
                <a:gd name="connsiteY20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542003 w 5590393"/>
                <a:gd name="connsiteY3" fmla="*/ 756739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842783 w 5590393"/>
                <a:gd name="connsiteY1" fmla="*/ 199588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1217860 w 5590393"/>
                <a:gd name="connsiteY20" fmla="*/ 3541068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0 w 5590393"/>
                <a:gd name="connsiteY21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1518648 w 5590393"/>
                <a:gd name="connsiteY19" fmla="*/ 4780217 h 4780217"/>
                <a:gd name="connsiteX20" fmla="*/ 2056481 w 5590393"/>
                <a:gd name="connsiteY20" fmla="*/ 2896947 h 4780217"/>
                <a:gd name="connsiteX21" fmla="*/ 710021 w 5590393"/>
                <a:gd name="connsiteY21" fmla="*/ 3000789 h 4780217"/>
                <a:gd name="connsiteX22" fmla="*/ 0 w 5590393"/>
                <a:gd name="connsiteY22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736487 w 5590393"/>
                <a:gd name="connsiteY18" fmla="*/ 4228740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954325 w 5590393"/>
                <a:gd name="connsiteY17" fmla="*/ 4780217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3413768 w 5590393"/>
                <a:gd name="connsiteY17" fmla="*/ 4605925 h 4780217"/>
                <a:gd name="connsiteX18" fmla="*/ 2928460 w 5590393"/>
                <a:gd name="connsiteY18" fmla="*/ 3713443 h 4780217"/>
                <a:gd name="connsiteX19" fmla="*/ 2074043 w 5590393"/>
                <a:gd name="connsiteY19" fmla="*/ 4427960 h 4780217"/>
                <a:gd name="connsiteX20" fmla="*/ 1518648 w 5590393"/>
                <a:gd name="connsiteY20" fmla="*/ 4780217 h 4780217"/>
                <a:gd name="connsiteX21" fmla="*/ 2056481 w 5590393"/>
                <a:gd name="connsiteY21" fmla="*/ 2896947 h 4780217"/>
                <a:gd name="connsiteX22" fmla="*/ 710021 w 5590393"/>
                <a:gd name="connsiteY22" fmla="*/ 3000789 h 4780217"/>
                <a:gd name="connsiteX23" fmla="*/ 0 w 5590393"/>
                <a:gd name="connsiteY23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413768 w 5590393"/>
                <a:gd name="connsiteY18" fmla="*/ 4605925 h 4780217"/>
                <a:gd name="connsiteX19" fmla="*/ 2928460 w 5590393"/>
                <a:gd name="connsiteY19" fmla="*/ 3713443 h 4780217"/>
                <a:gd name="connsiteX20" fmla="*/ 2074043 w 5590393"/>
                <a:gd name="connsiteY20" fmla="*/ 4427960 h 4780217"/>
                <a:gd name="connsiteX21" fmla="*/ 1518648 w 5590393"/>
                <a:gd name="connsiteY21" fmla="*/ 4780217 h 4780217"/>
                <a:gd name="connsiteX22" fmla="*/ 2056481 w 5590393"/>
                <a:gd name="connsiteY22" fmla="*/ 2896947 h 4780217"/>
                <a:gd name="connsiteX23" fmla="*/ 710021 w 5590393"/>
                <a:gd name="connsiteY23" fmla="*/ 3000789 h 4780217"/>
                <a:gd name="connsiteX24" fmla="*/ 0 w 5590393"/>
                <a:gd name="connsiteY24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3746233 w 5590393"/>
                <a:gd name="connsiteY18" fmla="*/ 3422625 h 4780217"/>
                <a:gd name="connsiteX19" fmla="*/ 3413768 w 5590393"/>
                <a:gd name="connsiteY19" fmla="*/ 4605925 h 4780217"/>
                <a:gd name="connsiteX20" fmla="*/ 2928460 w 5590393"/>
                <a:gd name="connsiteY20" fmla="*/ 3713443 h 4780217"/>
                <a:gd name="connsiteX21" fmla="*/ 2074043 w 5590393"/>
                <a:gd name="connsiteY21" fmla="*/ 4427960 h 4780217"/>
                <a:gd name="connsiteX22" fmla="*/ 1518648 w 5590393"/>
                <a:gd name="connsiteY22" fmla="*/ 4780217 h 4780217"/>
                <a:gd name="connsiteX23" fmla="*/ 2056481 w 5590393"/>
                <a:gd name="connsiteY23" fmla="*/ 2896947 h 4780217"/>
                <a:gd name="connsiteX24" fmla="*/ 710021 w 5590393"/>
                <a:gd name="connsiteY24" fmla="*/ 3000789 h 4780217"/>
                <a:gd name="connsiteX25" fmla="*/ 0 w 5590393"/>
                <a:gd name="connsiteY25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413768 w 5590393"/>
                <a:gd name="connsiteY20" fmla="*/ 4605925 h 4780217"/>
                <a:gd name="connsiteX21" fmla="*/ 2928460 w 5590393"/>
                <a:gd name="connsiteY21" fmla="*/ 3713443 h 4780217"/>
                <a:gd name="connsiteX22" fmla="*/ 2074043 w 5590393"/>
                <a:gd name="connsiteY22" fmla="*/ 4427960 h 4780217"/>
                <a:gd name="connsiteX23" fmla="*/ 1518648 w 5590393"/>
                <a:gd name="connsiteY23" fmla="*/ 4780217 h 4780217"/>
                <a:gd name="connsiteX24" fmla="*/ 2056481 w 5590393"/>
                <a:gd name="connsiteY24" fmla="*/ 2896947 h 4780217"/>
                <a:gd name="connsiteX25" fmla="*/ 710021 w 5590393"/>
                <a:gd name="connsiteY25" fmla="*/ 3000789 h 4780217"/>
                <a:gd name="connsiteX26" fmla="*/ 0 w 5590393"/>
                <a:gd name="connsiteY26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413768 w 5590393"/>
                <a:gd name="connsiteY21" fmla="*/ 460592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287951 w 5590393"/>
                <a:gd name="connsiteY16" fmla="*/ 272770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903126 w 5590393"/>
                <a:gd name="connsiteY18" fmla="*/ 389750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5006690 w 5590393"/>
                <a:gd name="connsiteY17" fmla="*/ 3743423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074043 w 5590393"/>
                <a:gd name="connsiteY23" fmla="*/ 4427960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780217"/>
                <a:gd name="connsiteX1" fmla="*/ 1850644 w 5590393"/>
                <a:gd name="connsiteY1" fmla="*/ 2089346 h 4780217"/>
                <a:gd name="connsiteX2" fmla="*/ 1078812 w 5590393"/>
                <a:gd name="connsiteY2" fmla="*/ 1300813 h 4780217"/>
                <a:gd name="connsiteX3" fmla="*/ 953735 w 5590393"/>
                <a:gd name="connsiteY3" fmla="*/ 951238 h 4780217"/>
                <a:gd name="connsiteX4" fmla="*/ 1364246 w 5590393"/>
                <a:gd name="connsiteY4" fmla="*/ 929496 h 4780217"/>
                <a:gd name="connsiteX5" fmla="*/ 2446905 w 5590393"/>
                <a:gd name="connsiteY5" fmla="*/ 1294772 h 4780217"/>
                <a:gd name="connsiteX6" fmla="*/ 2988443 w 5590393"/>
                <a:gd name="connsiteY6" fmla="*/ 313160 h 4780217"/>
                <a:gd name="connsiteX7" fmla="*/ 3357875 w 5590393"/>
                <a:gd name="connsiteY7" fmla="*/ 106554 h 4780217"/>
                <a:gd name="connsiteX8" fmla="*/ 3643002 w 5590393"/>
                <a:gd name="connsiteY8" fmla="*/ 1193866 h 4780217"/>
                <a:gd name="connsiteX9" fmla="*/ 4645477 w 5590393"/>
                <a:gd name="connsiteY9" fmla="*/ 570808 h 4780217"/>
                <a:gd name="connsiteX10" fmla="*/ 5191145 w 5590393"/>
                <a:gd name="connsiteY10" fmla="*/ 491512 h 4780217"/>
                <a:gd name="connsiteX11" fmla="*/ 4665552 w 5590393"/>
                <a:gd name="connsiteY11" fmla="*/ 1349604 h 4780217"/>
                <a:gd name="connsiteX12" fmla="*/ 4209085 w 5590393"/>
                <a:gd name="connsiteY12" fmla="*/ 2007917 h 4780217"/>
                <a:gd name="connsiteX13" fmla="*/ 4887970 w 5590393"/>
                <a:gd name="connsiteY13" fmla="*/ 2081337 h 4780217"/>
                <a:gd name="connsiteX14" fmla="*/ 5581589 w 5590393"/>
                <a:gd name="connsiteY14" fmla="*/ 2254541 h 4780217"/>
                <a:gd name="connsiteX15" fmla="*/ 5117833 w 5590393"/>
                <a:gd name="connsiteY15" fmla="*/ 2520855 h 4780217"/>
                <a:gd name="connsiteX16" fmla="*/ 4318262 w 5590393"/>
                <a:gd name="connsiteY16" fmla="*/ 2715076 h 4780217"/>
                <a:gd name="connsiteX17" fmla="*/ 4976378 w 5590393"/>
                <a:gd name="connsiteY17" fmla="*/ 3685326 h 4780217"/>
                <a:gd name="connsiteX18" fmla="*/ 4769250 w 5590393"/>
                <a:gd name="connsiteY18" fmla="*/ 3846987 h 4780217"/>
                <a:gd name="connsiteX19" fmla="*/ 3746233 w 5590393"/>
                <a:gd name="connsiteY19" fmla="*/ 3422625 h 4780217"/>
                <a:gd name="connsiteX20" fmla="*/ 3619934 w 5590393"/>
                <a:gd name="connsiteY20" fmla="*/ 4460797 h 4780217"/>
                <a:gd name="connsiteX21" fmla="*/ 3287470 w 5590393"/>
                <a:gd name="connsiteY21" fmla="*/ 4512465 h 4780217"/>
                <a:gd name="connsiteX22" fmla="*/ 2928460 w 5590393"/>
                <a:gd name="connsiteY22" fmla="*/ 3713443 h 4780217"/>
                <a:gd name="connsiteX23" fmla="*/ 2190237 w 5590393"/>
                <a:gd name="connsiteY23" fmla="*/ 4266298 h 4780217"/>
                <a:gd name="connsiteX24" fmla="*/ 1518648 w 5590393"/>
                <a:gd name="connsiteY24" fmla="*/ 4780217 h 4780217"/>
                <a:gd name="connsiteX25" fmla="*/ 2056481 w 5590393"/>
                <a:gd name="connsiteY25" fmla="*/ 2896947 h 4780217"/>
                <a:gd name="connsiteX26" fmla="*/ 710021 w 5590393"/>
                <a:gd name="connsiteY26" fmla="*/ 3000789 h 4780217"/>
                <a:gd name="connsiteX27" fmla="*/ 0 w 5590393"/>
                <a:gd name="connsiteY27" fmla="*/ 2989597 h 4780217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590393"/>
                <a:gd name="connsiteY0" fmla="*/ 2989597 h 4592249"/>
                <a:gd name="connsiteX1" fmla="*/ 1850644 w 5590393"/>
                <a:gd name="connsiteY1" fmla="*/ 2089346 h 4592249"/>
                <a:gd name="connsiteX2" fmla="*/ 1078812 w 5590393"/>
                <a:gd name="connsiteY2" fmla="*/ 1300813 h 4592249"/>
                <a:gd name="connsiteX3" fmla="*/ 953735 w 5590393"/>
                <a:gd name="connsiteY3" fmla="*/ 951238 h 4592249"/>
                <a:gd name="connsiteX4" fmla="*/ 1364246 w 5590393"/>
                <a:gd name="connsiteY4" fmla="*/ 929496 h 4592249"/>
                <a:gd name="connsiteX5" fmla="*/ 2446905 w 5590393"/>
                <a:gd name="connsiteY5" fmla="*/ 1294772 h 4592249"/>
                <a:gd name="connsiteX6" fmla="*/ 2988443 w 5590393"/>
                <a:gd name="connsiteY6" fmla="*/ 313160 h 4592249"/>
                <a:gd name="connsiteX7" fmla="*/ 3357875 w 5590393"/>
                <a:gd name="connsiteY7" fmla="*/ 106554 h 4592249"/>
                <a:gd name="connsiteX8" fmla="*/ 3643002 w 5590393"/>
                <a:gd name="connsiteY8" fmla="*/ 1193866 h 4592249"/>
                <a:gd name="connsiteX9" fmla="*/ 4645477 w 5590393"/>
                <a:gd name="connsiteY9" fmla="*/ 570808 h 4592249"/>
                <a:gd name="connsiteX10" fmla="*/ 5191145 w 5590393"/>
                <a:gd name="connsiteY10" fmla="*/ 491512 h 4592249"/>
                <a:gd name="connsiteX11" fmla="*/ 4665552 w 5590393"/>
                <a:gd name="connsiteY11" fmla="*/ 1349604 h 4592249"/>
                <a:gd name="connsiteX12" fmla="*/ 4209085 w 5590393"/>
                <a:gd name="connsiteY12" fmla="*/ 2007917 h 4592249"/>
                <a:gd name="connsiteX13" fmla="*/ 4887970 w 5590393"/>
                <a:gd name="connsiteY13" fmla="*/ 2081337 h 4592249"/>
                <a:gd name="connsiteX14" fmla="*/ 5581589 w 5590393"/>
                <a:gd name="connsiteY14" fmla="*/ 2254541 h 4592249"/>
                <a:gd name="connsiteX15" fmla="*/ 5117833 w 5590393"/>
                <a:gd name="connsiteY15" fmla="*/ 2520855 h 4592249"/>
                <a:gd name="connsiteX16" fmla="*/ 4318262 w 5590393"/>
                <a:gd name="connsiteY16" fmla="*/ 2715076 h 4592249"/>
                <a:gd name="connsiteX17" fmla="*/ 4976378 w 5590393"/>
                <a:gd name="connsiteY17" fmla="*/ 3685326 h 4592249"/>
                <a:gd name="connsiteX18" fmla="*/ 4769250 w 5590393"/>
                <a:gd name="connsiteY18" fmla="*/ 3846987 h 4592249"/>
                <a:gd name="connsiteX19" fmla="*/ 3746233 w 5590393"/>
                <a:gd name="connsiteY19" fmla="*/ 3422625 h 4592249"/>
                <a:gd name="connsiteX20" fmla="*/ 3619934 w 5590393"/>
                <a:gd name="connsiteY20" fmla="*/ 4460797 h 4592249"/>
                <a:gd name="connsiteX21" fmla="*/ 3287470 w 5590393"/>
                <a:gd name="connsiteY21" fmla="*/ 4512465 h 4592249"/>
                <a:gd name="connsiteX22" fmla="*/ 2928460 w 5590393"/>
                <a:gd name="connsiteY22" fmla="*/ 3713443 h 4592249"/>
                <a:gd name="connsiteX23" fmla="*/ 2190237 w 5590393"/>
                <a:gd name="connsiteY23" fmla="*/ 4266298 h 4592249"/>
                <a:gd name="connsiteX24" fmla="*/ 1672732 w 5590393"/>
                <a:gd name="connsiteY24" fmla="*/ 4216927 h 4592249"/>
                <a:gd name="connsiteX25" fmla="*/ 2056481 w 5590393"/>
                <a:gd name="connsiteY25" fmla="*/ 2896947 h 4592249"/>
                <a:gd name="connsiteX26" fmla="*/ 710021 w 5590393"/>
                <a:gd name="connsiteY26" fmla="*/ 3000789 h 4592249"/>
                <a:gd name="connsiteX27" fmla="*/ 0 w 5590393"/>
                <a:gd name="connsiteY27" fmla="*/ 2989597 h 4592249"/>
                <a:gd name="connsiteX0" fmla="*/ 0 w 5053365"/>
                <a:gd name="connsiteY0" fmla="*/ 2721083 h 4592249"/>
                <a:gd name="connsiteX1" fmla="*/ 1313616 w 5053365"/>
                <a:gd name="connsiteY1" fmla="*/ 2089346 h 4592249"/>
                <a:gd name="connsiteX2" fmla="*/ 541784 w 5053365"/>
                <a:gd name="connsiteY2" fmla="*/ 1300813 h 4592249"/>
                <a:gd name="connsiteX3" fmla="*/ 416707 w 5053365"/>
                <a:gd name="connsiteY3" fmla="*/ 951238 h 4592249"/>
                <a:gd name="connsiteX4" fmla="*/ 827218 w 5053365"/>
                <a:gd name="connsiteY4" fmla="*/ 929496 h 4592249"/>
                <a:gd name="connsiteX5" fmla="*/ 1909877 w 5053365"/>
                <a:gd name="connsiteY5" fmla="*/ 1294772 h 4592249"/>
                <a:gd name="connsiteX6" fmla="*/ 2451415 w 5053365"/>
                <a:gd name="connsiteY6" fmla="*/ 313160 h 4592249"/>
                <a:gd name="connsiteX7" fmla="*/ 2820847 w 5053365"/>
                <a:gd name="connsiteY7" fmla="*/ 106554 h 4592249"/>
                <a:gd name="connsiteX8" fmla="*/ 3105974 w 5053365"/>
                <a:gd name="connsiteY8" fmla="*/ 1193866 h 4592249"/>
                <a:gd name="connsiteX9" fmla="*/ 4108449 w 5053365"/>
                <a:gd name="connsiteY9" fmla="*/ 570808 h 4592249"/>
                <a:gd name="connsiteX10" fmla="*/ 4654117 w 5053365"/>
                <a:gd name="connsiteY10" fmla="*/ 491512 h 4592249"/>
                <a:gd name="connsiteX11" fmla="*/ 4128524 w 5053365"/>
                <a:gd name="connsiteY11" fmla="*/ 1349604 h 4592249"/>
                <a:gd name="connsiteX12" fmla="*/ 3672057 w 5053365"/>
                <a:gd name="connsiteY12" fmla="*/ 2007917 h 4592249"/>
                <a:gd name="connsiteX13" fmla="*/ 4350942 w 5053365"/>
                <a:gd name="connsiteY13" fmla="*/ 2081337 h 4592249"/>
                <a:gd name="connsiteX14" fmla="*/ 5044561 w 5053365"/>
                <a:gd name="connsiteY14" fmla="*/ 2254541 h 4592249"/>
                <a:gd name="connsiteX15" fmla="*/ 4580805 w 5053365"/>
                <a:gd name="connsiteY15" fmla="*/ 2520855 h 4592249"/>
                <a:gd name="connsiteX16" fmla="*/ 3781234 w 5053365"/>
                <a:gd name="connsiteY16" fmla="*/ 2715076 h 4592249"/>
                <a:gd name="connsiteX17" fmla="*/ 4439350 w 5053365"/>
                <a:gd name="connsiteY17" fmla="*/ 3685326 h 4592249"/>
                <a:gd name="connsiteX18" fmla="*/ 4232222 w 5053365"/>
                <a:gd name="connsiteY18" fmla="*/ 3846987 h 4592249"/>
                <a:gd name="connsiteX19" fmla="*/ 3209205 w 5053365"/>
                <a:gd name="connsiteY19" fmla="*/ 3422625 h 4592249"/>
                <a:gd name="connsiteX20" fmla="*/ 3082906 w 5053365"/>
                <a:gd name="connsiteY20" fmla="*/ 4460797 h 4592249"/>
                <a:gd name="connsiteX21" fmla="*/ 2750442 w 5053365"/>
                <a:gd name="connsiteY21" fmla="*/ 4512465 h 4592249"/>
                <a:gd name="connsiteX22" fmla="*/ 2391432 w 5053365"/>
                <a:gd name="connsiteY22" fmla="*/ 3713443 h 4592249"/>
                <a:gd name="connsiteX23" fmla="*/ 1653209 w 5053365"/>
                <a:gd name="connsiteY23" fmla="*/ 4266298 h 4592249"/>
                <a:gd name="connsiteX24" fmla="*/ 1135704 w 5053365"/>
                <a:gd name="connsiteY24" fmla="*/ 4216927 h 4592249"/>
                <a:gd name="connsiteX25" fmla="*/ 1519453 w 5053365"/>
                <a:gd name="connsiteY25" fmla="*/ 2896947 h 4592249"/>
                <a:gd name="connsiteX26" fmla="*/ 172993 w 5053365"/>
                <a:gd name="connsiteY26" fmla="*/ 3000789 h 4592249"/>
                <a:gd name="connsiteX27" fmla="*/ 0 w 5053365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26853 w 5080218"/>
                <a:gd name="connsiteY0" fmla="*/ 2721083 h 4592249"/>
                <a:gd name="connsiteX1" fmla="*/ 1340469 w 5080218"/>
                <a:gd name="connsiteY1" fmla="*/ 2089346 h 4592249"/>
                <a:gd name="connsiteX2" fmla="*/ 568637 w 5080218"/>
                <a:gd name="connsiteY2" fmla="*/ 1300813 h 4592249"/>
                <a:gd name="connsiteX3" fmla="*/ 443560 w 5080218"/>
                <a:gd name="connsiteY3" fmla="*/ 951238 h 4592249"/>
                <a:gd name="connsiteX4" fmla="*/ 854071 w 5080218"/>
                <a:gd name="connsiteY4" fmla="*/ 929496 h 4592249"/>
                <a:gd name="connsiteX5" fmla="*/ 1936730 w 5080218"/>
                <a:gd name="connsiteY5" fmla="*/ 1294772 h 4592249"/>
                <a:gd name="connsiteX6" fmla="*/ 2478268 w 5080218"/>
                <a:gd name="connsiteY6" fmla="*/ 313160 h 4592249"/>
                <a:gd name="connsiteX7" fmla="*/ 2847700 w 5080218"/>
                <a:gd name="connsiteY7" fmla="*/ 106554 h 4592249"/>
                <a:gd name="connsiteX8" fmla="*/ 3132827 w 5080218"/>
                <a:gd name="connsiteY8" fmla="*/ 1193866 h 4592249"/>
                <a:gd name="connsiteX9" fmla="*/ 4135302 w 5080218"/>
                <a:gd name="connsiteY9" fmla="*/ 570808 h 4592249"/>
                <a:gd name="connsiteX10" fmla="*/ 4680970 w 5080218"/>
                <a:gd name="connsiteY10" fmla="*/ 491512 h 4592249"/>
                <a:gd name="connsiteX11" fmla="*/ 4155377 w 5080218"/>
                <a:gd name="connsiteY11" fmla="*/ 1349604 h 4592249"/>
                <a:gd name="connsiteX12" fmla="*/ 3698910 w 5080218"/>
                <a:gd name="connsiteY12" fmla="*/ 2007917 h 4592249"/>
                <a:gd name="connsiteX13" fmla="*/ 4377795 w 5080218"/>
                <a:gd name="connsiteY13" fmla="*/ 2081337 h 4592249"/>
                <a:gd name="connsiteX14" fmla="*/ 5071414 w 5080218"/>
                <a:gd name="connsiteY14" fmla="*/ 2254541 h 4592249"/>
                <a:gd name="connsiteX15" fmla="*/ 4607658 w 5080218"/>
                <a:gd name="connsiteY15" fmla="*/ 2520855 h 4592249"/>
                <a:gd name="connsiteX16" fmla="*/ 3808087 w 5080218"/>
                <a:gd name="connsiteY16" fmla="*/ 2715076 h 4592249"/>
                <a:gd name="connsiteX17" fmla="*/ 4466203 w 5080218"/>
                <a:gd name="connsiteY17" fmla="*/ 3685326 h 4592249"/>
                <a:gd name="connsiteX18" fmla="*/ 4259075 w 5080218"/>
                <a:gd name="connsiteY18" fmla="*/ 3846987 h 4592249"/>
                <a:gd name="connsiteX19" fmla="*/ 3236058 w 5080218"/>
                <a:gd name="connsiteY19" fmla="*/ 3422625 h 4592249"/>
                <a:gd name="connsiteX20" fmla="*/ 3109759 w 5080218"/>
                <a:gd name="connsiteY20" fmla="*/ 4460797 h 4592249"/>
                <a:gd name="connsiteX21" fmla="*/ 2777295 w 5080218"/>
                <a:gd name="connsiteY21" fmla="*/ 4512465 h 4592249"/>
                <a:gd name="connsiteX22" fmla="*/ 2418285 w 5080218"/>
                <a:gd name="connsiteY22" fmla="*/ 3713443 h 4592249"/>
                <a:gd name="connsiteX23" fmla="*/ 1680062 w 5080218"/>
                <a:gd name="connsiteY23" fmla="*/ 4266298 h 4592249"/>
                <a:gd name="connsiteX24" fmla="*/ 1162557 w 5080218"/>
                <a:gd name="connsiteY24" fmla="*/ 4216927 h 4592249"/>
                <a:gd name="connsiteX25" fmla="*/ 1546306 w 5080218"/>
                <a:gd name="connsiteY25" fmla="*/ 2896947 h 4592249"/>
                <a:gd name="connsiteX26" fmla="*/ 199846 w 5080218"/>
                <a:gd name="connsiteY26" fmla="*/ 3000789 h 4592249"/>
                <a:gd name="connsiteX27" fmla="*/ 26853 w 5080218"/>
                <a:gd name="connsiteY27" fmla="*/ 2721083 h 4592249"/>
                <a:gd name="connsiteX0" fmla="*/ 40408 w 5093773"/>
                <a:gd name="connsiteY0" fmla="*/ 2721083 h 4592249"/>
                <a:gd name="connsiteX1" fmla="*/ 1354024 w 5093773"/>
                <a:gd name="connsiteY1" fmla="*/ 2089346 h 4592249"/>
                <a:gd name="connsiteX2" fmla="*/ 582192 w 5093773"/>
                <a:gd name="connsiteY2" fmla="*/ 1300813 h 4592249"/>
                <a:gd name="connsiteX3" fmla="*/ 457115 w 5093773"/>
                <a:gd name="connsiteY3" fmla="*/ 951238 h 4592249"/>
                <a:gd name="connsiteX4" fmla="*/ 867626 w 5093773"/>
                <a:gd name="connsiteY4" fmla="*/ 929496 h 4592249"/>
                <a:gd name="connsiteX5" fmla="*/ 1950285 w 5093773"/>
                <a:gd name="connsiteY5" fmla="*/ 1294772 h 4592249"/>
                <a:gd name="connsiteX6" fmla="*/ 2491823 w 5093773"/>
                <a:gd name="connsiteY6" fmla="*/ 313160 h 4592249"/>
                <a:gd name="connsiteX7" fmla="*/ 2861255 w 5093773"/>
                <a:gd name="connsiteY7" fmla="*/ 106554 h 4592249"/>
                <a:gd name="connsiteX8" fmla="*/ 3146382 w 5093773"/>
                <a:gd name="connsiteY8" fmla="*/ 1193866 h 4592249"/>
                <a:gd name="connsiteX9" fmla="*/ 4148857 w 5093773"/>
                <a:gd name="connsiteY9" fmla="*/ 570808 h 4592249"/>
                <a:gd name="connsiteX10" fmla="*/ 4694525 w 5093773"/>
                <a:gd name="connsiteY10" fmla="*/ 491512 h 4592249"/>
                <a:gd name="connsiteX11" fmla="*/ 4168932 w 5093773"/>
                <a:gd name="connsiteY11" fmla="*/ 1349604 h 4592249"/>
                <a:gd name="connsiteX12" fmla="*/ 3712465 w 5093773"/>
                <a:gd name="connsiteY12" fmla="*/ 2007917 h 4592249"/>
                <a:gd name="connsiteX13" fmla="*/ 4391350 w 5093773"/>
                <a:gd name="connsiteY13" fmla="*/ 2081337 h 4592249"/>
                <a:gd name="connsiteX14" fmla="*/ 5084969 w 5093773"/>
                <a:gd name="connsiteY14" fmla="*/ 2254541 h 4592249"/>
                <a:gd name="connsiteX15" fmla="*/ 4621213 w 5093773"/>
                <a:gd name="connsiteY15" fmla="*/ 2520855 h 4592249"/>
                <a:gd name="connsiteX16" fmla="*/ 3821642 w 5093773"/>
                <a:gd name="connsiteY16" fmla="*/ 2715076 h 4592249"/>
                <a:gd name="connsiteX17" fmla="*/ 4479758 w 5093773"/>
                <a:gd name="connsiteY17" fmla="*/ 3685326 h 4592249"/>
                <a:gd name="connsiteX18" fmla="*/ 4272630 w 5093773"/>
                <a:gd name="connsiteY18" fmla="*/ 3846987 h 4592249"/>
                <a:gd name="connsiteX19" fmla="*/ 3249613 w 5093773"/>
                <a:gd name="connsiteY19" fmla="*/ 3422625 h 4592249"/>
                <a:gd name="connsiteX20" fmla="*/ 3123314 w 5093773"/>
                <a:gd name="connsiteY20" fmla="*/ 4460797 h 4592249"/>
                <a:gd name="connsiteX21" fmla="*/ 2790850 w 5093773"/>
                <a:gd name="connsiteY21" fmla="*/ 4512465 h 4592249"/>
                <a:gd name="connsiteX22" fmla="*/ 2431840 w 5093773"/>
                <a:gd name="connsiteY22" fmla="*/ 3713443 h 4592249"/>
                <a:gd name="connsiteX23" fmla="*/ 1693617 w 5093773"/>
                <a:gd name="connsiteY23" fmla="*/ 4266298 h 4592249"/>
                <a:gd name="connsiteX24" fmla="*/ 1176112 w 5093773"/>
                <a:gd name="connsiteY24" fmla="*/ 4216927 h 4592249"/>
                <a:gd name="connsiteX25" fmla="*/ 1559861 w 5093773"/>
                <a:gd name="connsiteY25" fmla="*/ 2896947 h 4592249"/>
                <a:gd name="connsiteX26" fmla="*/ 213401 w 5093773"/>
                <a:gd name="connsiteY26" fmla="*/ 3000789 h 4592249"/>
                <a:gd name="connsiteX27" fmla="*/ 40408 w 5093773"/>
                <a:gd name="connsiteY27" fmla="*/ 2721083 h 4592249"/>
                <a:gd name="connsiteX0" fmla="*/ 21875 w 5075240"/>
                <a:gd name="connsiteY0" fmla="*/ 2721083 h 4592249"/>
                <a:gd name="connsiteX1" fmla="*/ 1335491 w 5075240"/>
                <a:gd name="connsiteY1" fmla="*/ 2089346 h 4592249"/>
                <a:gd name="connsiteX2" fmla="*/ 563659 w 5075240"/>
                <a:gd name="connsiteY2" fmla="*/ 1300813 h 4592249"/>
                <a:gd name="connsiteX3" fmla="*/ 438582 w 5075240"/>
                <a:gd name="connsiteY3" fmla="*/ 951238 h 4592249"/>
                <a:gd name="connsiteX4" fmla="*/ 849093 w 5075240"/>
                <a:gd name="connsiteY4" fmla="*/ 929496 h 4592249"/>
                <a:gd name="connsiteX5" fmla="*/ 1931752 w 5075240"/>
                <a:gd name="connsiteY5" fmla="*/ 1294772 h 4592249"/>
                <a:gd name="connsiteX6" fmla="*/ 2473290 w 5075240"/>
                <a:gd name="connsiteY6" fmla="*/ 313160 h 4592249"/>
                <a:gd name="connsiteX7" fmla="*/ 2842722 w 5075240"/>
                <a:gd name="connsiteY7" fmla="*/ 106554 h 4592249"/>
                <a:gd name="connsiteX8" fmla="*/ 3127849 w 5075240"/>
                <a:gd name="connsiteY8" fmla="*/ 1193866 h 4592249"/>
                <a:gd name="connsiteX9" fmla="*/ 4130324 w 5075240"/>
                <a:gd name="connsiteY9" fmla="*/ 570808 h 4592249"/>
                <a:gd name="connsiteX10" fmla="*/ 4675992 w 5075240"/>
                <a:gd name="connsiteY10" fmla="*/ 491512 h 4592249"/>
                <a:gd name="connsiteX11" fmla="*/ 4150399 w 5075240"/>
                <a:gd name="connsiteY11" fmla="*/ 1349604 h 4592249"/>
                <a:gd name="connsiteX12" fmla="*/ 3693932 w 5075240"/>
                <a:gd name="connsiteY12" fmla="*/ 2007917 h 4592249"/>
                <a:gd name="connsiteX13" fmla="*/ 4372817 w 5075240"/>
                <a:gd name="connsiteY13" fmla="*/ 2081337 h 4592249"/>
                <a:gd name="connsiteX14" fmla="*/ 5066436 w 5075240"/>
                <a:gd name="connsiteY14" fmla="*/ 2254541 h 4592249"/>
                <a:gd name="connsiteX15" fmla="*/ 4602680 w 5075240"/>
                <a:gd name="connsiteY15" fmla="*/ 2520855 h 4592249"/>
                <a:gd name="connsiteX16" fmla="*/ 3803109 w 5075240"/>
                <a:gd name="connsiteY16" fmla="*/ 2715076 h 4592249"/>
                <a:gd name="connsiteX17" fmla="*/ 4461225 w 5075240"/>
                <a:gd name="connsiteY17" fmla="*/ 3685326 h 4592249"/>
                <a:gd name="connsiteX18" fmla="*/ 4254097 w 5075240"/>
                <a:gd name="connsiteY18" fmla="*/ 3846987 h 4592249"/>
                <a:gd name="connsiteX19" fmla="*/ 3231080 w 5075240"/>
                <a:gd name="connsiteY19" fmla="*/ 3422625 h 4592249"/>
                <a:gd name="connsiteX20" fmla="*/ 3104781 w 5075240"/>
                <a:gd name="connsiteY20" fmla="*/ 4460797 h 4592249"/>
                <a:gd name="connsiteX21" fmla="*/ 2772317 w 5075240"/>
                <a:gd name="connsiteY21" fmla="*/ 4512465 h 4592249"/>
                <a:gd name="connsiteX22" fmla="*/ 2413307 w 5075240"/>
                <a:gd name="connsiteY22" fmla="*/ 3713443 h 4592249"/>
                <a:gd name="connsiteX23" fmla="*/ 1675084 w 5075240"/>
                <a:gd name="connsiteY23" fmla="*/ 4266298 h 4592249"/>
                <a:gd name="connsiteX24" fmla="*/ 1157579 w 5075240"/>
                <a:gd name="connsiteY24" fmla="*/ 4216927 h 4592249"/>
                <a:gd name="connsiteX25" fmla="*/ 1541328 w 5075240"/>
                <a:gd name="connsiteY25" fmla="*/ 2896947 h 4592249"/>
                <a:gd name="connsiteX26" fmla="*/ 369797 w 5075240"/>
                <a:gd name="connsiteY26" fmla="*/ 2992837 h 4592249"/>
                <a:gd name="connsiteX27" fmla="*/ 21875 w 5075240"/>
                <a:gd name="connsiteY27" fmla="*/ 2721083 h 4592249"/>
                <a:gd name="connsiteX0" fmla="*/ 25641 w 5079006"/>
                <a:gd name="connsiteY0" fmla="*/ 2721083 h 4592249"/>
                <a:gd name="connsiteX1" fmla="*/ 1339257 w 5079006"/>
                <a:gd name="connsiteY1" fmla="*/ 2089346 h 4592249"/>
                <a:gd name="connsiteX2" fmla="*/ 567425 w 5079006"/>
                <a:gd name="connsiteY2" fmla="*/ 1300813 h 4592249"/>
                <a:gd name="connsiteX3" fmla="*/ 442348 w 5079006"/>
                <a:gd name="connsiteY3" fmla="*/ 951238 h 4592249"/>
                <a:gd name="connsiteX4" fmla="*/ 852859 w 5079006"/>
                <a:gd name="connsiteY4" fmla="*/ 929496 h 4592249"/>
                <a:gd name="connsiteX5" fmla="*/ 1935518 w 5079006"/>
                <a:gd name="connsiteY5" fmla="*/ 1294772 h 4592249"/>
                <a:gd name="connsiteX6" fmla="*/ 2477056 w 5079006"/>
                <a:gd name="connsiteY6" fmla="*/ 313160 h 4592249"/>
                <a:gd name="connsiteX7" fmla="*/ 2846488 w 5079006"/>
                <a:gd name="connsiteY7" fmla="*/ 106554 h 4592249"/>
                <a:gd name="connsiteX8" fmla="*/ 3131615 w 5079006"/>
                <a:gd name="connsiteY8" fmla="*/ 1193866 h 4592249"/>
                <a:gd name="connsiteX9" fmla="*/ 4134090 w 5079006"/>
                <a:gd name="connsiteY9" fmla="*/ 570808 h 4592249"/>
                <a:gd name="connsiteX10" fmla="*/ 4679758 w 5079006"/>
                <a:gd name="connsiteY10" fmla="*/ 491512 h 4592249"/>
                <a:gd name="connsiteX11" fmla="*/ 4154165 w 5079006"/>
                <a:gd name="connsiteY11" fmla="*/ 1349604 h 4592249"/>
                <a:gd name="connsiteX12" fmla="*/ 3697698 w 5079006"/>
                <a:gd name="connsiteY12" fmla="*/ 2007917 h 4592249"/>
                <a:gd name="connsiteX13" fmla="*/ 4376583 w 5079006"/>
                <a:gd name="connsiteY13" fmla="*/ 2081337 h 4592249"/>
                <a:gd name="connsiteX14" fmla="*/ 5070202 w 5079006"/>
                <a:gd name="connsiteY14" fmla="*/ 2254541 h 4592249"/>
                <a:gd name="connsiteX15" fmla="*/ 4606446 w 5079006"/>
                <a:gd name="connsiteY15" fmla="*/ 2520855 h 4592249"/>
                <a:gd name="connsiteX16" fmla="*/ 3806875 w 5079006"/>
                <a:gd name="connsiteY16" fmla="*/ 2715076 h 4592249"/>
                <a:gd name="connsiteX17" fmla="*/ 4464991 w 5079006"/>
                <a:gd name="connsiteY17" fmla="*/ 3685326 h 4592249"/>
                <a:gd name="connsiteX18" fmla="*/ 4257863 w 5079006"/>
                <a:gd name="connsiteY18" fmla="*/ 3846987 h 4592249"/>
                <a:gd name="connsiteX19" fmla="*/ 3234846 w 5079006"/>
                <a:gd name="connsiteY19" fmla="*/ 3422625 h 4592249"/>
                <a:gd name="connsiteX20" fmla="*/ 3108547 w 5079006"/>
                <a:gd name="connsiteY20" fmla="*/ 4460797 h 4592249"/>
                <a:gd name="connsiteX21" fmla="*/ 2776083 w 5079006"/>
                <a:gd name="connsiteY21" fmla="*/ 4512465 h 4592249"/>
                <a:gd name="connsiteX22" fmla="*/ 2417073 w 5079006"/>
                <a:gd name="connsiteY22" fmla="*/ 3713443 h 4592249"/>
                <a:gd name="connsiteX23" fmla="*/ 1678850 w 5079006"/>
                <a:gd name="connsiteY23" fmla="*/ 4266298 h 4592249"/>
                <a:gd name="connsiteX24" fmla="*/ 1161345 w 5079006"/>
                <a:gd name="connsiteY24" fmla="*/ 4216927 h 4592249"/>
                <a:gd name="connsiteX25" fmla="*/ 1545094 w 5079006"/>
                <a:gd name="connsiteY25" fmla="*/ 2896947 h 4592249"/>
                <a:gd name="connsiteX26" fmla="*/ 373563 w 5079006"/>
                <a:gd name="connsiteY26" fmla="*/ 2992837 h 4592249"/>
                <a:gd name="connsiteX27" fmla="*/ 25641 w 5079006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50205 w 5093693"/>
                <a:gd name="connsiteY5" fmla="*/ 1294772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712385 w 5093693"/>
                <a:gd name="connsiteY12" fmla="*/ 200791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391270 w 5093693"/>
                <a:gd name="connsiteY13" fmla="*/ 2081337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821562 w 5093693"/>
                <a:gd name="connsiteY16" fmla="*/ 2715076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3693"/>
                <a:gd name="connsiteY0" fmla="*/ 2721083 h 4592249"/>
                <a:gd name="connsiteX1" fmla="*/ 1353944 w 5093693"/>
                <a:gd name="connsiteY1" fmla="*/ 2089346 h 4592249"/>
                <a:gd name="connsiteX2" fmla="*/ 582112 w 5093693"/>
                <a:gd name="connsiteY2" fmla="*/ 1300813 h 4592249"/>
                <a:gd name="connsiteX3" fmla="*/ 457035 w 5093693"/>
                <a:gd name="connsiteY3" fmla="*/ 951238 h 4592249"/>
                <a:gd name="connsiteX4" fmla="*/ 867546 w 5093693"/>
                <a:gd name="connsiteY4" fmla="*/ 929496 h 4592249"/>
                <a:gd name="connsiteX5" fmla="*/ 1992612 w 5093693"/>
                <a:gd name="connsiteY5" fmla="*/ 1308024 h 4592249"/>
                <a:gd name="connsiteX6" fmla="*/ 2491743 w 5093693"/>
                <a:gd name="connsiteY6" fmla="*/ 313160 h 4592249"/>
                <a:gd name="connsiteX7" fmla="*/ 2861175 w 5093693"/>
                <a:gd name="connsiteY7" fmla="*/ 106554 h 4592249"/>
                <a:gd name="connsiteX8" fmla="*/ 3146302 w 5093693"/>
                <a:gd name="connsiteY8" fmla="*/ 1193866 h 4592249"/>
                <a:gd name="connsiteX9" fmla="*/ 4148777 w 5093693"/>
                <a:gd name="connsiteY9" fmla="*/ 570808 h 4592249"/>
                <a:gd name="connsiteX10" fmla="*/ 4694445 w 5093693"/>
                <a:gd name="connsiteY10" fmla="*/ 491512 h 4592249"/>
                <a:gd name="connsiteX11" fmla="*/ 4168852 w 5093693"/>
                <a:gd name="connsiteY11" fmla="*/ 1349604 h 4592249"/>
                <a:gd name="connsiteX12" fmla="*/ 3905187 w 5093693"/>
                <a:gd name="connsiteY12" fmla="*/ 1928137 h 4592249"/>
                <a:gd name="connsiteX13" fmla="*/ 4477698 w 5093693"/>
                <a:gd name="connsiteY13" fmla="*/ 2034799 h 4592249"/>
                <a:gd name="connsiteX14" fmla="*/ 5084889 w 5093693"/>
                <a:gd name="connsiteY14" fmla="*/ 2254541 h 4592249"/>
                <a:gd name="connsiteX15" fmla="*/ 4621133 w 5093693"/>
                <a:gd name="connsiteY15" fmla="*/ 2520855 h 4592249"/>
                <a:gd name="connsiteX16" fmla="*/ 3961178 w 5093693"/>
                <a:gd name="connsiteY16" fmla="*/ 2781559 h 4592249"/>
                <a:gd name="connsiteX17" fmla="*/ 4479678 w 5093693"/>
                <a:gd name="connsiteY17" fmla="*/ 3685326 h 4592249"/>
                <a:gd name="connsiteX18" fmla="*/ 4272550 w 5093693"/>
                <a:gd name="connsiteY18" fmla="*/ 3846987 h 4592249"/>
                <a:gd name="connsiteX19" fmla="*/ 3249533 w 5093693"/>
                <a:gd name="connsiteY19" fmla="*/ 3422625 h 4592249"/>
                <a:gd name="connsiteX20" fmla="*/ 3123234 w 5093693"/>
                <a:gd name="connsiteY20" fmla="*/ 4460797 h 4592249"/>
                <a:gd name="connsiteX21" fmla="*/ 2790770 w 5093693"/>
                <a:gd name="connsiteY21" fmla="*/ 4512465 h 4592249"/>
                <a:gd name="connsiteX22" fmla="*/ 2431760 w 5093693"/>
                <a:gd name="connsiteY22" fmla="*/ 3713443 h 4592249"/>
                <a:gd name="connsiteX23" fmla="*/ 1693537 w 5093693"/>
                <a:gd name="connsiteY23" fmla="*/ 4266298 h 4592249"/>
                <a:gd name="connsiteX24" fmla="*/ 1176032 w 5093693"/>
                <a:gd name="connsiteY24" fmla="*/ 4216927 h 4592249"/>
                <a:gd name="connsiteX25" fmla="*/ 1559781 w 5093693"/>
                <a:gd name="connsiteY25" fmla="*/ 2896947 h 4592249"/>
                <a:gd name="connsiteX26" fmla="*/ 388250 w 5093693"/>
                <a:gd name="connsiteY26" fmla="*/ 2992837 h 4592249"/>
                <a:gd name="connsiteX27" fmla="*/ 40328 w 5093693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168852 w 5095972"/>
                <a:gd name="connsiteY11" fmla="*/ 1349604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92612 w 5095972"/>
                <a:gd name="connsiteY5" fmla="*/ 1308024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353944 w 5095972"/>
                <a:gd name="connsiteY1" fmla="*/ 2089346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21083 h 4592249"/>
                <a:gd name="connsiteX1" fmla="*/ 1247571 w 5095972"/>
                <a:gd name="connsiteY1" fmla="*/ 2076050 h 4592249"/>
                <a:gd name="connsiteX2" fmla="*/ 582112 w 5095972"/>
                <a:gd name="connsiteY2" fmla="*/ 1300813 h 4592249"/>
                <a:gd name="connsiteX3" fmla="*/ 457035 w 5095972"/>
                <a:gd name="connsiteY3" fmla="*/ 951238 h 4592249"/>
                <a:gd name="connsiteX4" fmla="*/ 867546 w 5095972"/>
                <a:gd name="connsiteY4" fmla="*/ 929496 h 4592249"/>
                <a:gd name="connsiteX5" fmla="*/ 1966018 w 5095972"/>
                <a:gd name="connsiteY5" fmla="*/ 1195002 h 4592249"/>
                <a:gd name="connsiteX6" fmla="*/ 2491743 w 5095972"/>
                <a:gd name="connsiteY6" fmla="*/ 313160 h 4592249"/>
                <a:gd name="connsiteX7" fmla="*/ 2861175 w 5095972"/>
                <a:gd name="connsiteY7" fmla="*/ 106554 h 4592249"/>
                <a:gd name="connsiteX8" fmla="*/ 3146302 w 5095972"/>
                <a:gd name="connsiteY8" fmla="*/ 1193866 h 4592249"/>
                <a:gd name="connsiteX9" fmla="*/ 4148777 w 5095972"/>
                <a:gd name="connsiteY9" fmla="*/ 570808 h 4592249"/>
                <a:gd name="connsiteX10" fmla="*/ 4694445 w 5095972"/>
                <a:gd name="connsiteY10" fmla="*/ 491512 h 4592249"/>
                <a:gd name="connsiteX11" fmla="*/ 4255280 w 5095972"/>
                <a:gd name="connsiteY11" fmla="*/ 1396143 h 4592249"/>
                <a:gd name="connsiteX12" fmla="*/ 3905187 w 5095972"/>
                <a:gd name="connsiteY12" fmla="*/ 1928137 h 4592249"/>
                <a:gd name="connsiteX13" fmla="*/ 4477698 w 5095972"/>
                <a:gd name="connsiteY13" fmla="*/ 2034799 h 4592249"/>
                <a:gd name="connsiteX14" fmla="*/ 5084889 w 5095972"/>
                <a:gd name="connsiteY14" fmla="*/ 2254541 h 4592249"/>
                <a:gd name="connsiteX15" fmla="*/ 4694264 w 5095972"/>
                <a:gd name="connsiteY15" fmla="*/ 2547449 h 4592249"/>
                <a:gd name="connsiteX16" fmla="*/ 3961178 w 5095972"/>
                <a:gd name="connsiteY16" fmla="*/ 2781559 h 4592249"/>
                <a:gd name="connsiteX17" fmla="*/ 4479678 w 5095972"/>
                <a:gd name="connsiteY17" fmla="*/ 3685326 h 4592249"/>
                <a:gd name="connsiteX18" fmla="*/ 4272550 w 5095972"/>
                <a:gd name="connsiteY18" fmla="*/ 3846987 h 4592249"/>
                <a:gd name="connsiteX19" fmla="*/ 3249533 w 5095972"/>
                <a:gd name="connsiteY19" fmla="*/ 3422625 h 4592249"/>
                <a:gd name="connsiteX20" fmla="*/ 3123234 w 5095972"/>
                <a:gd name="connsiteY20" fmla="*/ 4460797 h 4592249"/>
                <a:gd name="connsiteX21" fmla="*/ 2790770 w 5095972"/>
                <a:gd name="connsiteY21" fmla="*/ 4512465 h 4592249"/>
                <a:gd name="connsiteX22" fmla="*/ 2431760 w 5095972"/>
                <a:gd name="connsiteY22" fmla="*/ 3713443 h 4592249"/>
                <a:gd name="connsiteX23" fmla="*/ 1693537 w 5095972"/>
                <a:gd name="connsiteY23" fmla="*/ 4266298 h 4592249"/>
                <a:gd name="connsiteX24" fmla="*/ 1176032 w 5095972"/>
                <a:gd name="connsiteY24" fmla="*/ 4216927 h 4592249"/>
                <a:gd name="connsiteX25" fmla="*/ 1559781 w 5095972"/>
                <a:gd name="connsiteY25" fmla="*/ 2896947 h 4592249"/>
                <a:gd name="connsiteX26" fmla="*/ 388250 w 5095972"/>
                <a:gd name="connsiteY26" fmla="*/ 2992837 h 4592249"/>
                <a:gd name="connsiteX27" fmla="*/ 40328 w 5095972"/>
                <a:gd name="connsiteY27" fmla="*/ 2721083 h 4592249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13906 h 4585072"/>
                <a:gd name="connsiteX1" fmla="*/ 1247571 w 5095972"/>
                <a:gd name="connsiteY1" fmla="*/ 2068873 h 4585072"/>
                <a:gd name="connsiteX2" fmla="*/ 582112 w 5095972"/>
                <a:gd name="connsiteY2" fmla="*/ 1293636 h 4585072"/>
                <a:gd name="connsiteX3" fmla="*/ 457035 w 5095972"/>
                <a:gd name="connsiteY3" fmla="*/ 944061 h 4585072"/>
                <a:gd name="connsiteX4" fmla="*/ 867546 w 5095972"/>
                <a:gd name="connsiteY4" fmla="*/ 922319 h 4585072"/>
                <a:gd name="connsiteX5" fmla="*/ 1966018 w 5095972"/>
                <a:gd name="connsiteY5" fmla="*/ 1187825 h 4585072"/>
                <a:gd name="connsiteX6" fmla="*/ 2431908 w 5095972"/>
                <a:gd name="connsiteY6" fmla="*/ 332576 h 4585072"/>
                <a:gd name="connsiteX7" fmla="*/ 2861175 w 5095972"/>
                <a:gd name="connsiteY7" fmla="*/ 99377 h 4585072"/>
                <a:gd name="connsiteX8" fmla="*/ 3146302 w 5095972"/>
                <a:gd name="connsiteY8" fmla="*/ 1186689 h 4585072"/>
                <a:gd name="connsiteX9" fmla="*/ 4148777 w 5095972"/>
                <a:gd name="connsiteY9" fmla="*/ 563631 h 4585072"/>
                <a:gd name="connsiteX10" fmla="*/ 4694445 w 5095972"/>
                <a:gd name="connsiteY10" fmla="*/ 484335 h 4585072"/>
                <a:gd name="connsiteX11" fmla="*/ 4255280 w 5095972"/>
                <a:gd name="connsiteY11" fmla="*/ 1388966 h 4585072"/>
                <a:gd name="connsiteX12" fmla="*/ 3905187 w 5095972"/>
                <a:gd name="connsiteY12" fmla="*/ 1920960 h 4585072"/>
                <a:gd name="connsiteX13" fmla="*/ 4477698 w 5095972"/>
                <a:gd name="connsiteY13" fmla="*/ 2027622 h 4585072"/>
                <a:gd name="connsiteX14" fmla="*/ 5084889 w 5095972"/>
                <a:gd name="connsiteY14" fmla="*/ 2247364 h 4585072"/>
                <a:gd name="connsiteX15" fmla="*/ 4694264 w 5095972"/>
                <a:gd name="connsiteY15" fmla="*/ 2540272 h 4585072"/>
                <a:gd name="connsiteX16" fmla="*/ 3961178 w 5095972"/>
                <a:gd name="connsiteY16" fmla="*/ 2774382 h 4585072"/>
                <a:gd name="connsiteX17" fmla="*/ 4479678 w 5095972"/>
                <a:gd name="connsiteY17" fmla="*/ 3678149 h 4585072"/>
                <a:gd name="connsiteX18" fmla="*/ 4272550 w 5095972"/>
                <a:gd name="connsiteY18" fmla="*/ 3839810 h 4585072"/>
                <a:gd name="connsiteX19" fmla="*/ 3249533 w 5095972"/>
                <a:gd name="connsiteY19" fmla="*/ 3415448 h 4585072"/>
                <a:gd name="connsiteX20" fmla="*/ 3123234 w 5095972"/>
                <a:gd name="connsiteY20" fmla="*/ 4453620 h 4585072"/>
                <a:gd name="connsiteX21" fmla="*/ 2790770 w 5095972"/>
                <a:gd name="connsiteY21" fmla="*/ 4505288 h 4585072"/>
                <a:gd name="connsiteX22" fmla="*/ 2431760 w 5095972"/>
                <a:gd name="connsiteY22" fmla="*/ 3706266 h 4585072"/>
                <a:gd name="connsiteX23" fmla="*/ 1693537 w 5095972"/>
                <a:gd name="connsiteY23" fmla="*/ 4259121 h 4585072"/>
                <a:gd name="connsiteX24" fmla="*/ 1176032 w 5095972"/>
                <a:gd name="connsiteY24" fmla="*/ 4209750 h 4585072"/>
                <a:gd name="connsiteX25" fmla="*/ 1559781 w 5095972"/>
                <a:gd name="connsiteY25" fmla="*/ 2889770 h 4585072"/>
                <a:gd name="connsiteX26" fmla="*/ 388250 w 5095972"/>
                <a:gd name="connsiteY26" fmla="*/ 2985660 h 4585072"/>
                <a:gd name="connsiteX27" fmla="*/ 40328 w 5095972"/>
                <a:gd name="connsiteY27" fmla="*/ 2713906 h 4585072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94445 w 5095972"/>
                <a:gd name="connsiteY10" fmla="*/ 477104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706675 h 4577841"/>
                <a:gd name="connsiteX1" fmla="*/ 1247571 w 5095972"/>
                <a:gd name="connsiteY1" fmla="*/ 2061642 h 4577841"/>
                <a:gd name="connsiteX2" fmla="*/ 582112 w 5095972"/>
                <a:gd name="connsiteY2" fmla="*/ 1286405 h 4577841"/>
                <a:gd name="connsiteX3" fmla="*/ 457035 w 5095972"/>
                <a:gd name="connsiteY3" fmla="*/ 936830 h 4577841"/>
                <a:gd name="connsiteX4" fmla="*/ 867546 w 5095972"/>
                <a:gd name="connsiteY4" fmla="*/ 915088 h 4577841"/>
                <a:gd name="connsiteX5" fmla="*/ 1966018 w 5095972"/>
                <a:gd name="connsiteY5" fmla="*/ 1180594 h 4577841"/>
                <a:gd name="connsiteX6" fmla="*/ 2431908 w 5095972"/>
                <a:gd name="connsiteY6" fmla="*/ 325345 h 4577841"/>
                <a:gd name="connsiteX7" fmla="*/ 2861175 w 5095972"/>
                <a:gd name="connsiteY7" fmla="*/ 92146 h 4577841"/>
                <a:gd name="connsiteX8" fmla="*/ 3146302 w 5095972"/>
                <a:gd name="connsiteY8" fmla="*/ 1179458 h 4577841"/>
                <a:gd name="connsiteX9" fmla="*/ 4148777 w 5095972"/>
                <a:gd name="connsiteY9" fmla="*/ 556400 h 4577841"/>
                <a:gd name="connsiteX10" fmla="*/ 4680372 w 5095972"/>
                <a:gd name="connsiteY10" fmla="*/ 611968 h 4577841"/>
                <a:gd name="connsiteX11" fmla="*/ 4255280 w 5095972"/>
                <a:gd name="connsiteY11" fmla="*/ 1381735 h 4577841"/>
                <a:gd name="connsiteX12" fmla="*/ 3905187 w 5095972"/>
                <a:gd name="connsiteY12" fmla="*/ 1913729 h 4577841"/>
                <a:gd name="connsiteX13" fmla="*/ 4477698 w 5095972"/>
                <a:gd name="connsiteY13" fmla="*/ 2020391 h 4577841"/>
                <a:gd name="connsiteX14" fmla="*/ 5084889 w 5095972"/>
                <a:gd name="connsiteY14" fmla="*/ 2240133 h 4577841"/>
                <a:gd name="connsiteX15" fmla="*/ 4694264 w 5095972"/>
                <a:gd name="connsiteY15" fmla="*/ 2533041 h 4577841"/>
                <a:gd name="connsiteX16" fmla="*/ 3961178 w 5095972"/>
                <a:gd name="connsiteY16" fmla="*/ 2767151 h 4577841"/>
                <a:gd name="connsiteX17" fmla="*/ 4479678 w 5095972"/>
                <a:gd name="connsiteY17" fmla="*/ 3670918 h 4577841"/>
                <a:gd name="connsiteX18" fmla="*/ 4272550 w 5095972"/>
                <a:gd name="connsiteY18" fmla="*/ 3832579 h 4577841"/>
                <a:gd name="connsiteX19" fmla="*/ 3249533 w 5095972"/>
                <a:gd name="connsiteY19" fmla="*/ 3408217 h 4577841"/>
                <a:gd name="connsiteX20" fmla="*/ 3123234 w 5095972"/>
                <a:gd name="connsiteY20" fmla="*/ 4446389 h 4577841"/>
                <a:gd name="connsiteX21" fmla="*/ 2790770 w 5095972"/>
                <a:gd name="connsiteY21" fmla="*/ 4498057 h 4577841"/>
                <a:gd name="connsiteX22" fmla="*/ 2431760 w 5095972"/>
                <a:gd name="connsiteY22" fmla="*/ 3699035 h 4577841"/>
                <a:gd name="connsiteX23" fmla="*/ 1693537 w 5095972"/>
                <a:gd name="connsiteY23" fmla="*/ 4251890 h 4577841"/>
                <a:gd name="connsiteX24" fmla="*/ 1176032 w 5095972"/>
                <a:gd name="connsiteY24" fmla="*/ 4202519 h 4577841"/>
                <a:gd name="connsiteX25" fmla="*/ 1559781 w 5095972"/>
                <a:gd name="connsiteY25" fmla="*/ 2882539 h 4577841"/>
                <a:gd name="connsiteX26" fmla="*/ 388250 w 5095972"/>
                <a:gd name="connsiteY26" fmla="*/ 2978429 h 4577841"/>
                <a:gd name="connsiteX27" fmla="*/ 40328 w 5095972"/>
                <a:gd name="connsiteY27" fmla="*/ 2706675 h 4577841"/>
                <a:gd name="connsiteX0" fmla="*/ 40328 w 5095972"/>
                <a:gd name="connsiteY0" fmla="*/ 2614529 h 4485695"/>
                <a:gd name="connsiteX1" fmla="*/ 1247571 w 5095972"/>
                <a:gd name="connsiteY1" fmla="*/ 1969496 h 4485695"/>
                <a:gd name="connsiteX2" fmla="*/ 582112 w 5095972"/>
                <a:gd name="connsiteY2" fmla="*/ 1194259 h 4485695"/>
                <a:gd name="connsiteX3" fmla="*/ 457035 w 5095972"/>
                <a:gd name="connsiteY3" fmla="*/ 844684 h 4485695"/>
                <a:gd name="connsiteX4" fmla="*/ 867546 w 5095972"/>
                <a:gd name="connsiteY4" fmla="*/ 822942 h 4485695"/>
                <a:gd name="connsiteX5" fmla="*/ 1966018 w 5095972"/>
                <a:gd name="connsiteY5" fmla="*/ 1088448 h 4485695"/>
                <a:gd name="connsiteX6" fmla="*/ 2861175 w 5095972"/>
                <a:gd name="connsiteY6" fmla="*/ 0 h 4485695"/>
                <a:gd name="connsiteX7" fmla="*/ 3146302 w 5095972"/>
                <a:gd name="connsiteY7" fmla="*/ 1087312 h 4485695"/>
                <a:gd name="connsiteX8" fmla="*/ 4148777 w 5095972"/>
                <a:gd name="connsiteY8" fmla="*/ 464254 h 4485695"/>
                <a:gd name="connsiteX9" fmla="*/ 4680372 w 5095972"/>
                <a:gd name="connsiteY9" fmla="*/ 519822 h 4485695"/>
                <a:gd name="connsiteX10" fmla="*/ 4255280 w 5095972"/>
                <a:gd name="connsiteY10" fmla="*/ 1289589 h 4485695"/>
                <a:gd name="connsiteX11" fmla="*/ 3905187 w 5095972"/>
                <a:gd name="connsiteY11" fmla="*/ 1821583 h 4485695"/>
                <a:gd name="connsiteX12" fmla="*/ 4477698 w 5095972"/>
                <a:gd name="connsiteY12" fmla="*/ 1928245 h 4485695"/>
                <a:gd name="connsiteX13" fmla="*/ 5084889 w 5095972"/>
                <a:gd name="connsiteY13" fmla="*/ 2147987 h 4485695"/>
                <a:gd name="connsiteX14" fmla="*/ 4694264 w 5095972"/>
                <a:gd name="connsiteY14" fmla="*/ 2440895 h 4485695"/>
                <a:gd name="connsiteX15" fmla="*/ 3961178 w 5095972"/>
                <a:gd name="connsiteY15" fmla="*/ 2675005 h 4485695"/>
                <a:gd name="connsiteX16" fmla="*/ 4479678 w 5095972"/>
                <a:gd name="connsiteY16" fmla="*/ 3578772 h 4485695"/>
                <a:gd name="connsiteX17" fmla="*/ 4272550 w 5095972"/>
                <a:gd name="connsiteY17" fmla="*/ 3740433 h 4485695"/>
                <a:gd name="connsiteX18" fmla="*/ 3249533 w 5095972"/>
                <a:gd name="connsiteY18" fmla="*/ 3316071 h 4485695"/>
                <a:gd name="connsiteX19" fmla="*/ 3123234 w 5095972"/>
                <a:gd name="connsiteY19" fmla="*/ 4354243 h 4485695"/>
                <a:gd name="connsiteX20" fmla="*/ 2790770 w 5095972"/>
                <a:gd name="connsiteY20" fmla="*/ 4405911 h 4485695"/>
                <a:gd name="connsiteX21" fmla="*/ 2431760 w 5095972"/>
                <a:gd name="connsiteY21" fmla="*/ 3606889 h 4485695"/>
                <a:gd name="connsiteX22" fmla="*/ 1693537 w 5095972"/>
                <a:gd name="connsiteY22" fmla="*/ 4159744 h 4485695"/>
                <a:gd name="connsiteX23" fmla="*/ 1176032 w 5095972"/>
                <a:gd name="connsiteY23" fmla="*/ 4110373 h 4485695"/>
                <a:gd name="connsiteX24" fmla="*/ 1559781 w 5095972"/>
                <a:gd name="connsiteY24" fmla="*/ 2790393 h 4485695"/>
                <a:gd name="connsiteX25" fmla="*/ 388250 w 5095972"/>
                <a:gd name="connsiteY25" fmla="*/ 2886283 h 4485695"/>
                <a:gd name="connsiteX26" fmla="*/ 40328 w 5095972"/>
                <a:gd name="connsiteY26" fmla="*/ 2614529 h 4485695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148777 w 5095972"/>
                <a:gd name="connsiteY8" fmla="*/ 655656 h 4677097"/>
                <a:gd name="connsiteX9" fmla="*/ 4680372 w 5095972"/>
                <a:gd name="connsiteY9" fmla="*/ 711224 h 4677097"/>
                <a:gd name="connsiteX10" fmla="*/ 4255280 w 5095972"/>
                <a:gd name="connsiteY10" fmla="*/ 1480991 h 4677097"/>
                <a:gd name="connsiteX11" fmla="*/ 3905187 w 5095972"/>
                <a:gd name="connsiteY11" fmla="*/ 2012985 h 4677097"/>
                <a:gd name="connsiteX12" fmla="*/ 4477698 w 5095972"/>
                <a:gd name="connsiteY12" fmla="*/ 2119647 h 4677097"/>
                <a:gd name="connsiteX13" fmla="*/ 5084889 w 5095972"/>
                <a:gd name="connsiteY13" fmla="*/ 2339389 h 4677097"/>
                <a:gd name="connsiteX14" fmla="*/ 4694264 w 5095972"/>
                <a:gd name="connsiteY14" fmla="*/ 2632297 h 4677097"/>
                <a:gd name="connsiteX15" fmla="*/ 3961178 w 5095972"/>
                <a:gd name="connsiteY15" fmla="*/ 2866407 h 4677097"/>
                <a:gd name="connsiteX16" fmla="*/ 4479678 w 5095972"/>
                <a:gd name="connsiteY16" fmla="*/ 3770174 h 4677097"/>
                <a:gd name="connsiteX17" fmla="*/ 4272550 w 5095972"/>
                <a:gd name="connsiteY17" fmla="*/ 3931835 h 4677097"/>
                <a:gd name="connsiteX18" fmla="*/ 3249533 w 5095972"/>
                <a:gd name="connsiteY18" fmla="*/ 3507473 h 4677097"/>
                <a:gd name="connsiteX19" fmla="*/ 3123234 w 5095972"/>
                <a:gd name="connsiteY19" fmla="*/ 4545645 h 4677097"/>
                <a:gd name="connsiteX20" fmla="*/ 2790770 w 5095972"/>
                <a:gd name="connsiteY20" fmla="*/ 4597313 h 4677097"/>
                <a:gd name="connsiteX21" fmla="*/ 2431760 w 5095972"/>
                <a:gd name="connsiteY21" fmla="*/ 3798291 h 4677097"/>
                <a:gd name="connsiteX22" fmla="*/ 1693537 w 5095972"/>
                <a:gd name="connsiteY22" fmla="*/ 4351146 h 4677097"/>
                <a:gd name="connsiteX23" fmla="*/ 1176032 w 5095972"/>
                <a:gd name="connsiteY23" fmla="*/ 4301775 h 4677097"/>
                <a:gd name="connsiteX24" fmla="*/ 1559781 w 5095972"/>
                <a:gd name="connsiteY24" fmla="*/ 2981795 h 4677097"/>
                <a:gd name="connsiteX25" fmla="*/ 388250 w 5095972"/>
                <a:gd name="connsiteY25" fmla="*/ 3077685 h 4677097"/>
                <a:gd name="connsiteX26" fmla="*/ 40328 w 5095972"/>
                <a:gd name="connsiteY26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4477698 w 5095972"/>
                <a:gd name="connsiteY11" fmla="*/ 2119647 h 4677097"/>
                <a:gd name="connsiteX12" fmla="*/ 5084889 w 5095972"/>
                <a:gd name="connsiteY12" fmla="*/ 2339389 h 4677097"/>
                <a:gd name="connsiteX13" fmla="*/ 4694264 w 5095972"/>
                <a:gd name="connsiteY13" fmla="*/ 2632297 h 4677097"/>
                <a:gd name="connsiteX14" fmla="*/ 3961178 w 5095972"/>
                <a:gd name="connsiteY14" fmla="*/ 2866407 h 4677097"/>
                <a:gd name="connsiteX15" fmla="*/ 4479678 w 5095972"/>
                <a:gd name="connsiteY15" fmla="*/ 3770174 h 4677097"/>
                <a:gd name="connsiteX16" fmla="*/ 4272550 w 5095972"/>
                <a:gd name="connsiteY16" fmla="*/ 3931835 h 4677097"/>
                <a:gd name="connsiteX17" fmla="*/ 3249533 w 5095972"/>
                <a:gd name="connsiteY17" fmla="*/ 3507473 h 4677097"/>
                <a:gd name="connsiteX18" fmla="*/ 3123234 w 5095972"/>
                <a:gd name="connsiteY18" fmla="*/ 4545645 h 4677097"/>
                <a:gd name="connsiteX19" fmla="*/ 2790770 w 5095972"/>
                <a:gd name="connsiteY19" fmla="*/ 4597313 h 4677097"/>
                <a:gd name="connsiteX20" fmla="*/ 2431760 w 5095972"/>
                <a:gd name="connsiteY20" fmla="*/ 3798291 h 4677097"/>
                <a:gd name="connsiteX21" fmla="*/ 1693537 w 5095972"/>
                <a:gd name="connsiteY21" fmla="*/ 4351146 h 4677097"/>
                <a:gd name="connsiteX22" fmla="*/ 1176032 w 5095972"/>
                <a:gd name="connsiteY22" fmla="*/ 4301775 h 4677097"/>
                <a:gd name="connsiteX23" fmla="*/ 1559781 w 5095972"/>
                <a:gd name="connsiteY23" fmla="*/ 2981795 h 4677097"/>
                <a:gd name="connsiteX24" fmla="*/ 388250 w 5095972"/>
                <a:gd name="connsiteY24" fmla="*/ 3077685 h 4677097"/>
                <a:gd name="connsiteX25" fmla="*/ 40328 w 5095972"/>
                <a:gd name="connsiteY25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4272550 w 5095972"/>
                <a:gd name="connsiteY15" fmla="*/ 3931835 h 4677097"/>
                <a:gd name="connsiteX16" fmla="*/ 3249533 w 5095972"/>
                <a:gd name="connsiteY16" fmla="*/ 3507473 h 4677097"/>
                <a:gd name="connsiteX17" fmla="*/ 3123234 w 5095972"/>
                <a:gd name="connsiteY17" fmla="*/ 4545645 h 4677097"/>
                <a:gd name="connsiteX18" fmla="*/ 2790770 w 5095972"/>
                <a:gd name="connsiteY18" fmla="*/ 4597313 h 4677097"/>
                <a:gd name="connsiteX19" fmla="*/ 2431760 w 5095972"/>
                <a:gd name="connsiteY19" fmla="*/ 3798291 h 4677097"/>
                <a:gd name="connsiteX20" fmla="*/ 1693537 w 5095972"/>
                <a:gd name="connsiteY20" fmla="*/ 4351146 h 4677097"/>
                <a:gd name="connsiteX21" fmla="*/ 1176032 w 5095972"/>
                <a:gd name="connsiteY21" fmla="*/ 4301775 h 4677097"/>
                <a:gd name="connsiteX22" fmla="*/ 1559781 w 5095972"/>
                <a:gd name="connsiteY22" fmla="*/ 2981795 h 4677097"/>
                <a:gd name="connsiteX23" fmla="*/ 388250 w 5095972"/>
                <a:gd name="connsiteY23" fmla="*/ 3077685 h 4677097"/>
                <a:gd name="connsiteX24" fmla="*/ 40328 w 5095972"/>
                <a:gd name="connsiteY24" fmla="*/ 2805931 h 4677097"/>
                <a:gd name="connsiteX0" fmla="*/ 40328 w 5095972"/>
                <a:gd name="connsiteY0" fmla="*/ 2805931 h 4677097"/>
                <a:gd name="connsiteX1" fmla="*/ 1247571 w 5095972"/>
                <a:gd name="connsiteY1" fmla="*/ 2160898 h 4677097"/>
                <a:gd name="connsiteX2" fmla="*/ 582112 w 5095972"/>
                <a:gd name="connsiteY2" fmla="*/ 1385661 h 4677097"/>
                <a:gd name="connsiteX3" fmla="*/ 457035 w 5095972"/>
                <a:gd name="connsiteY3" fmla="*/ 1036086 h 4677097"/>
                <a:gd name="connsiteX4" fmla="*/ 867546 w 5095972"/>
                <a:gd name="connsiteY4" fmla="*/ 1014344 h 4677097"/>
                <a:gd name="connsiteX5" fmla="*/ 1966018 w 5095972"/>
                <a:gd name="connsiteY5" fmla="*/ 1279850 h 4677097"/>
                <a:gd name="connsiteX6" fmla="*/ 2749948 w 5095972"/>
                <a:gd name="connsiteY6" fmla="*/ 0 h 4677097"/>
                <a:gd name="connsiteX7" fmla="*/ 3146302 w 5095972"/>
                <a:gd name="connsiteY7" fmla="*/ 1278714 h 4677097"/>
                <a:gd name="connsiteX8" fmla="*/ 4680372 w 5095972"/>
                <a:gd name="connsiteY8" fmla="*/ 711224 h 4677097"/>
                <a:gd name="connsiteX9" fmla="*/ 4255280 w 5095972"/>
                <a:gd name="connsiteY9" fmla="*/ 1480991 h 4677097"/>
                <a:gd name="connsiteX10" fmla="*/ 3905187 w 5095972"/>
                <a:gd name="connsiteY10" fmla="*/ 2012985 h 4677097"/>
                <a:gd name="connsiteX11" fmla="*/ 5084889 w 5095972"/>
                <a:gd name="connsiteY11" fmla="*/ 2339389 h 4677097"/>
                <a:gd name="connsiteX12" fmla="*/ 4694264 w 5095972"/>
                <a:gd name="connsiteY12" fmla="*/ 2632297 h 4677097"/>
                <a:gd name="connsiteX13" fmla="*/ 3961178 w 5095972"/>
                <a:gd name="connsiteY13" fmla="*/ 2866407 h 4677097"/>
                <a:gd name="connsiteX14" fmla="*/ 4479678 w 5095972"/>
                <a:gd name="connsiteY14" fmla="*/ 3770174 h 4677097"/>
                <a:gd name="connsiteX15" fmla="*/ 3249533 w 5095972"/>
                <a:gd name="connsiteY15" fmla="*/ 3507473 h 4677097"/>
                <a:gd name="connsiteX16" fmla="*/ 3123234 w 5095972"/>
                <a:gd name="connsiteY16" fmla="*/ 4545645 h 4677097"/>
                <a:gd name="connsiteX17" fmla="*/ 2790770 w 5095972"/>
                <a:gd name="connsiteY17" fmla="*/ 4597313 h 4677097"/>
                <a:gd name="connsiteX18" fmla="*/ 2431760 w 5095972"/>
                <a:gd name="connsiteY18" fmla="*/ 3798291 h 4677097"/>
                <a:gd name="connsiteX19" fmla="*/ 1693537 w 5095972"/>
                <a:gd name="connsiteY19" fmla="*/ 4351146 h 4677097"/>
                <a:gd name="connsiteX20" fmla="*/ 1176032 w 5095972"/>
                <a:gd name="connsiteY20" fmla="*/ 4301775 h 4677097"/>
                <a:gd name="connsiteX21" fmla="*/ 1559781 w 5095972"/>
                <a:gd name="connsiteY21" fmla="*/ 2981795 h 4677097"/>
                <a:gd name="connsiteX22" fmla="*/ 388250 w 5095972"/>
                <a:gd name="connsiteY22" fmla="*/ 3077685 h 4677097"/>
                <a:gd name="connsiteX23" fmla="*/ 40328 w 5095972"/>
                <a:gd name="connsiteY23" fmla="*/ 2805931 h 4677097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693537 w 5095972"/>
                <a:gd name="connsiteY18" fmla="*/ 4351146 h 4547858"/>
                <a:gd name="connsiteX19" fmla="*/ 1176032 w 5095972"/>
                <a:gd name="connsiteY19" fmla="*/ 4301775 h 4547858"/>
                <a:gd name="connsiteX20" fmla="*/ 1559781 w 5095972"/>
                <a:gd name="connsiteY20" fmla="*/ 2981795 h 4547858"/>
                <a:gd name="connsiteX21" fmla="*/ 388250 w 5095972"/>
                <a:gd name="connsiteY21" fmla="*/ 3077685 h 4547858"/>
                <a:gd name="connsiteX22" fmla="*/ 40328 w 5095972"/>
                <a:gd name="connsiteY22" fmla="*/ 2805931 h 4547858"/>
                <a:gd name="connsiteX0" fmla="*/ 40328 w 5095972"/>
                <a:gd name="connsiteY0" fmla="*/ 2805931 h 4547858"/>
                <a:gd name="connsiteX1" fmla="*/ 1247571 w 5095972"/>
                <a:gd name="connsiteY1" fmla="*/ 2160898 h 4547858"/>
                <a:gd name="connsiteX2" fmla="*/ 582112 w 5095972"/>
                <a:gd name="connsiteY2" fmla="*/ 1385661 h 4547858"/>
                <a:gd name="connsiteX3" fmla="*/ 457035 w 5095972"/>
                <a:gd name="connsiteY3" fmla="*/ 1036086 h 4547858"/>
                <a:gd name="connsiteX4" fmla="*/ 867546 w 5095972"/>
                <a:gd name="connsiteY4" fmla="*/ 1014344 h 4547858"/>
                <a:gd name="connsiteX5" fmla="*/ 1966018 w 5095972"/>
                <a:gd name="connsiteY5" fmla="*/ 1279850 h 4547858"/>
                <a:gd name="connsiteX6" fmla="*/ 2749948 w 5095972"/>
                <a:gd name="connsiteY6" fmla="*/ 0 h 4547858"/>
                <a:gd name="connsiteX7" fmla="*/ 3146302 w 5095972"/>
                <a:gd name="connsiteY7" fmla="*/ 1278714 h 4547858"/>
                <a:gd name="connsiteX8" fmla="*/ 4680372 w 5095972"/>
                <a:gd name="connsiteY8" fmla="*/ 711224 h 4547858"/>
                <a:gd name="connsiteX9" fmla="*/ 4255280 w 5095972"/>
                <a:gd name="connsiteY9" fmla="*/ 1480991 h 4547858"/>
                <a:gd name="connsiteX10" fmla="*/ 3905187 w 5095972"/>
                <a:gd name="connsiteY10" fmla="*/ 2012985 h 4547858"/>
                <a:gd name="connsiteX11" fmla="*/ 5084889 w 5095972"/>
                <a:gd name="connsiteY11" fmla="*/ 2339389 h 4547858"/>
                <a:gd name="connsiteX12" fmla="*/ 4694264 w 5095972"/>
                <a:gd name="connsiteY12" fmla="*/ 2632297 h 4547858"/>
                <a:gd name="connsiteX13" fmla="*/ 3961178 w 5095972"/>
                <a:gd name="connsiteY13" fmla="*/ 2866407 h 4547858"/>
                <a:gd name="connsiteX14" fmla="*/ 4479678 w 5095972"/>
                <a:gd name="connsiteY14" fmla="*/ 3770174 h 4547858"/>
                <a:gd name="connsiteX15" fmla="*/ 3249533 w 5095972"/>
                <a:gd name="connsiteY15" fmla="*/ 3507473 h 4547858"/>
                <a:gd name="connsiteX16" fmla="*/ 3123234 w 5095972"/>
                <a:gd name="connsiteY16" fmla="*/ 4545645 h 4547858"/>
                <a:gd name="connsiteX17" fmla="*/ 2431760 w 5095972"/>
                <a:gd name="connsiteY17" fmla="*/ 3798291 h 4547858"/>
                <a:gd name="connsiteX18" fmla="*/ 1176032 w 5095972"/>
                <a:gd name="connsiteY18" fmla="*/ 4301775 h 4547858"/>
                <a:gd name="connsiteX19" fmla="*/ 1559781 w 5095972"/>
                <a:gd name="connsiteY19" fmla="*/ 2981795 h 4547858"/>
                <a:gd name="connsiteX20" fmla="*/ 388250 w 5095972"/>
                <a:gd name="connsiteY20" fmla="*/ 3077685 h 4547858"/>
                <a:gd name="connsiteX21" fmla="*/ 40328 w 5095972"/>
                <a:gd name="connsiteY21" fmla="*/ 2805931 h 4547858"/>
                <a:gd name="connsiteX0" fmla="*/ 40328 w 5095972"/>
                <a:gd name="connsiteY0" fmla="*/ 2805931 h 4842127"/>
                <a:gd name="connsiteX1" fmla="*/ 1247571 w 5095972"/>
                <a:gd name="connsiteY1" fmla="*/ 2160898 h 4842127"/>
                <a:gd name="connsiteX2" fmla="*/ 582112 w 5095972"/>
                <a:gd name="connsiteY2" fmla="*/ 1385661 h 4842127"/>
                <a:gd name="connsiteX3" fmla="*/ 457035 w 5095972"/>
                <a:gd name="connsiteY3" fmla="*/ 1036086 h 4842127"/>
                <a:gd name="connsiteX4" fmla="*/ 867546 w 5095972"/>
                <a:gd name="connsiteY4" fmla="*/ 1014344 h 4842127"/>
                <a:gd name="connsiteX5" fmla="*/ 1966018 w 5095972"/>
                <a:gd name="connsiteY5" fmla="*/ 1279850 h 4842127"/>
                <a:gd name="connsiteX6" fmla="*/ 2749948 w 5095972"/>
                <a:gd name="connsiteY6" fmla="*/ 0 h 4842127"/>
                <a:gd name="connsiteX7" fmla="*/ 3146302 w 5095972"/>
                <a:gd name="connsiteY7" fmla="*/ 1278714 h 4842127"/>
                <a:gd name="connsiteX8" fmla="*/ 4680372 w 5095972"/>
                <a:gd name="connsiteY8" fmla="*/ 711224 h 4842127"/>
                <a:gd name="connsiteX9" fmla="*/ 4255280 w 5095972"/>
                <a:gd name="connsiteY9" fmla="*/ 1480991 h 4842127"/>
                <a:gd name="connsiteX10" fmla="*/ 3905187 w 5095972"/>
                <a:gd name="connsiteY10" fmla="*/ 2012985 h 4842127"/>
                <a:gd name="connsiteX11" fmla="*/ 5084889 w 5095972"/>
                <a:gd name="connsiteY11" fmla="*/ 2339389 h 4842127"/>
                <a:gd name="connsiteX12" fmla="*/ 4694264 w 5095972"/>
                <a:gd name="connsiteY12" fmla="*/ 2632297 h 4842127"/>
                <a:gd name="connsiteX13" fmla="*/ 3961178 w 5095972"/>
                <a:gd name="connsiteY13" fmla="*/ 2866407 h 4842127"/>
                <a:gd name="connsiteX14" fmla="*/ 4479678 w 5095972"/>
                <a:gd name="connsiteY14" fmla="*/ 3770174 h 4842127"/>
                <a:gd name="connsiteX15" fmla="*/ 3249533 w 5095972"/>
                <a:gd name="connsiteY15" fmla="*/ 3507473 h 4842127"/>
                <a:gd name="connsiteX16" fmla="*/ 3166568 w 5095972"/>
                <a:gd name="connsiteY16" fmla="*/ 4840512 h 4842127"/>
                <a:gd name="connsiteX17" fmla="*/ 2431760 w 5095972"/>
                <a:gd name="connsiteY17" fmla="*/ 3798291 h 4842127"/>
                <a:gd name="connsiteX18" fmla="*/ 1176032 w 5095972"/>
                <a:gd name="connsiteY18" fmla="*/ 4301775 h 4842127"/>
                <a:gd name="connsiteX19" fmla="*/ 1559781 w 5095972"/>
                <a:gd name="connsiteY19" fmla="*/ 2981795 h 4842127"/>
                <a:gd name="connsiteX20" fmla="*/ 388250 w 5095972"/>
                <a:gd name="connsiteY20" fmla="*/ 3077685 h 4842127"/>
                <a:gd name="connsiteX21" fmla="*/ 40328 w 5095972"/>
                <a:gd name="connsiteY21" fmla="*/ 2805931 h 4842127"/>
                <a:gd name="connsiteX0" fmla="*/ 40328 w 5095972"/>
                <a:gd name="connsiteY0" fmla="*/ 2805931 h 4842017"/>
                <a:gd name="connsiteX1" fmla="*/ 1247571 w 5095972"/>
                <a:gd name="connsiteY1" fmla="*/ 2160898 h 4842017"/>
                <a:gd name="connsiteX2" fmla="*/ 582112 w 5095972"/>
                <a:gd name="connsiteY2" fmla="*/ 1385661 h 4842017"/>
                <a:gd name="connsiteX3" fmla="*/ 457035 w 5095972"/>
                <a:gd name="connsiteY3" fmla="*/ 1036086 h 4842017"/>
                <a:gd name="connsiteX4" fmla="*/ 867546 w 5095972"/>
                <a:gd name="connsiteY4" fmla="*/ 1014344 h 4842017"/>
                <a:gd name="connsiteX5" fmla="*/ 1966018 w 5095972"/>
                <a:gd name="connsiteY5" fmla="*/ 1279850 h 4842017"/>
                <a:gd name="connsiteX6" fmla="*/ 2749948 w 5095972"/>
                <a:gd name="connsiteY6" fmla="*/ 0 h 4842017"/>
                <a:gd name="connsiteX7" fmla="*/ 3146302 w 5095972"/>
                <a:gd name="connsiteY7" fmla="*/ 1278714 h 4842017"/>
                <a:gd name="connsiteX8" fmla="*/ 4680372 w 5095972"/>
                <a:gd name="connsiteY8" fmla="*/ 711224 h 4842017"/>
                <a:gd name="connsiteX9" fmla="*/ 4255280 w 5095972"/>
                <a:gd name="connsiteY9" fmla="*/ 1480991 h 4842017"/>
                <a:gd name="connsiteX10" fmla="*/ 3905187 w 5095972"/>
                <a:gd name="connsiteY10" fmla="*/ 2012985 h 4842017"/>
                <a:gd name="connsiteX11" fmla="*/ 5084889 w 5095972"/>
                <a:gd name="connsiteY11" fmla="*/ 2339389 h 4842017"/>
                <a:gd name="connsiteX12" fmla="*/ 4694264 w 5095972"/>
                <a:gd name="connsiteY12" fmla="*/ 2632297 h 4842017"/>
                <a:gd name="connsiteX13" fmla="*/ 3961178 w 5095972"/>
                <a:gd name="connsiteY13" fmla="*/ 2866407 h 4842017"/>
                <a:gd name="connsiteX14" fmla="*/ 4479678 w 5095972"/>
                <a:gd name="connsiteY14" fmla="*/ 3770174 h 4842017"/>
                <a:gd name="connsiteX15" fmla="*/ 3249533 w 5095972"/>
                <a:gd name="connsiteY15" fmla="*/ 3507473 h 4842017"/>
                <a:gd name="connsiteX16" fmla="*/ 3166568 w 5095972"/>
                <a:gd name="connsiteY16" fmla="*/ 4840512 h 4842017"/>
                <a:gd name="connsiteX17" fmla="*/ 2404406 w 5095972"/>
                <a:gd name="connsiteY17" fmla="*/ 3718173 h 4842017"/>
                <a:gd name="connsiteX18" fmla="*/ 1176032 w 5095972"/>
                <a:gd name="connsiteY18" fmla="*/ 4301775 h 4842017"/>
                <a:gd name="connsiteX19" fmla="*/ 1559781 w 5095972"/>
                <a:gd name="connsiteY19" fmla="*/ 2981795 h 4842017"/>
                <a:gd name="connsiteX20" fmla="*/ 388250 w 5095972"/>
                <a:gd name="connsiteY20" fmla="*/ 3077685 h 4842017"/>
                <a:gd name="connsiteX21" fmla="*/ 40328 w 5095972"/>
                <a:gd name="connsiteY21" fmla="*/ 2805931 h 4842017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176032 w 5095972"/>
                <a:gd name="connsiteY18" fmla="*/ 4301775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40328 w 5095972"/>
                <a:gd name="connsiteY0" fmla="*/ 2805931 h 4841960"/>
                <a:gd name="connsiteX1" fmla="*/ 1247571 w 5095972"/>
                <a:gd name="connsiteY1" fmla="*/ 2160898 h 4841960"/>
                <a:gd name="connsiteX2" fmla="*/ 582112 w 5095972"/>
                <a:gd name="connsiteY2" fmla="*/ 1385661 h 4841960"/>
                <a:gd name="connsiteX3" fmla="*/ 457035 w 5095972"/>
                <a:gd name="connsiteY3" fmla="*/ 1036086 h 4841960"/>
                <a:gd name="connsiteX4" fmla="*/ 867546 w 5095972"/>
                <a:gd name="connsiteY4" fmla="*/ 1014344 h 4841960"/>
                <a:gd name="connsiteX5" fmla="*/ 1966018 w 5095972"/>
                <a:gd name="connsiteY5" fmla="*/ 1279850 h 4841960"/>
                <a:gd name="connsiteX6" fmla="*/ 2749948 w 5095972"/>
                <a:gd name="connsiteY6" fmla="*/ 0 h 4841960"/>
                <a:gd name="connsiteX7" fmla="*/ 3146302 w 5095972"/>
                <a:gd name="connsiteY7" fmla="*/ 1278714 h 4841960"/>
                <a:gd name="connsiteX8" fmla="*/ 4680372 w 5095972"/>
                <a:gd name="connsiteY8" fmla="*/ 711224 h 4841960"/>
                <a:gd name="connsiteX9" fmla="*/ 4255280 w 5095972"/>
                <a:gd name="connsiteY9" fmla="*/ 1480991 h 4841960"/>
                <a:gd name="connsiteX10" fmla="*/ 3905187 w 5095972"/>
                <a:gd name="connsiteY10" fmla="*/ 2012985 h 4841960"/>
                <a:gd name="connsiteX11" fmla="*/ 5084889 w 5095972"/>
                <a:gd name="connsiteY11" fmla="*/ 2339389 h 4841960"/>
                <a:gd name="connsiteX12" fmla="*/ 4694264 w 5095972"/>
                <a:gd name="connsiteY12" fmla="*/ 2632297 h 4841960"/>
                <a:gd name="connsiteX13" fmla="*/ 3961178 w 5095972"/>
                <a:gd name="connsiteY13" fmla="*/ 2866407 h 4841960"/>
                <a:gd name="connsiteX14" fmla="*/ 4479678 w 5095972"/>
                <a:gd name="connsiteY14" fmla="*/ 3770174 h 4841960"/>
                <a:gd name="connsiteX15" fmla="*/ 3249533 w 5095972"/>
                <a:gd name="connsiteY15" fmla="*/ 3507473 h 4841960"/>
                <a:gd name="connsiteX16" fmla="*/ 3166568 w 5095972"/>
                <a:gd name="connsiteY16" fmla="*/ 4840512 h 4841960"/>
                <a:gd name="connsiteX17" fmla="*/ 2404406 w 5095972"/>
                <a:gd name="connsiteY17" fmla="*/ 3718173 h 4841960"/>
                <a:gd name="connsiteX18" fmla="*/ 1075419 w 5095972"/>
                <a:gd name="connsiteY18" fmla="*/ 4437056 h 4841960"/>
                <a:gd name="connsiteX19" fmla="*/ 1559781 w 5095972"/>
                <a:gd name="connsiteY19" fmla="*/ 2981795 h 4841960"/>
                <a:gd name="connsiteX20" fmla="*/ 388250 w 5095972"/>
                <a:gd name="connsiteY20" fmla="*/ 3077685 h 4841960"/>
                <a:gd name="connsiteX21" fmla="*/ 40328 w 5095972"/>
                <a:gd name="connsiteY21" fmla="*/ 2805931 h 4841960"/>
                <a:gd name="connsiteX0" fmla="*/ 0 w 5055644"/>
                <a:gd name="connsiteY0" fmla="*/ 2805931 h 4841960"/>
                <a:gd name="connsiteX1" fmla="*/ 1207243 w 5055644"/>
                <a:gd name="connsiteY1" fmla="*/ 2160898 h 4841960"/>
                <a:gd name="connsiteX2" fmla="*/ 541784 w 5055644"/>
                <a:gd name="connsiteY2" fmla="*/ 1385661 h 4841960"/>
                <a:gd name="connsiteX3" fmla="*/ 416707 w 5055644"/>
                <a:gd name="connsiteY3" fmla="*/ 1036086 h 4841960"/>
                <a:gd name="connsiteX4" fmla="*/ 827218 w 5055644"/>
                <a:gd name="connsiteY4" fmla="*/ 1014344 h 4841960"/>
                <a:gd name="connsiteX5" fmla="*/ 1925690 w 5055644"/>
                <a:gd name="connsiteY5" fmla="*/ 1279850 h 4841960"/>
                <a:gd name="connsiteX6" fmla="*/ 2709620 w 5055644"/>
                <a:gd name="connsiteY6" fmla="*/ 0 h 4841960"/>
                <a:gd name="connsiteX7" fmla="*/ 3105974 w 5055644"/>
                <a:gd name="connsiteY7" fmla="*/ 1278714 h 4841960"/>
                <a:gd name="connsiteX8" fmla="*/ 4640044 w 5055644"/>
                <a:gd name="connsiteY8" fmla="*/ 711224 h 4841960"/>
                <a:gd name="connsiteX9" fmla="*/ 4214952 w 5055644"/>
                <a:gd name="connsiteY9" fmla="*/ 1480991 h 4841960"/>
                <a:gd name="connsiteX10" fmla="*/ 3864859 w 5055644"/>
                <a:gd name="connsiteY10" fmla="*/ 2012985 h 4841960"/>
                <a:gd name="connsiteX11" fmla="*/ 5044561 w 5055644"/>
                <a:gd name="connsiteY11" fmla="*/ 2339389 h 4841960"/>
                <a:gd name="connsiteX12" fmla="*/ 4653936 w 5055644"/>
                <a:gd name="connsiteY12" fmla="*/ 2632297 h 4841960"/>
                <a:gd name="connsiteX13" fmla="*/ 3920850 w 5055644"/>
                <a:gd name="connsiteY13" fmla="*/ 2866407 h 4841960"/>
                <a:gd name="connsiteX14" fmla="*/ 4439350 w 5055644"/>
                <a:gd name="connsiteY14" fmla="*/ 3770174 h 4841960"/>
                <a:gd name="connsiteX15" fmla="*/ 3209205 w 5055644"/>
                <a:gd name="connsiteY15" fmla="*/ 3507473 h 4841960"/>
                <a:gd name="connsiteX16" fmla="*/ 3126240 w 5055644"/>
                <a:gd name="connsiteY16" fmla="*/ 4840512 h 4841960"/>
                <a:gd name="connsiteX17" fmla="*/ 2364078 w 5055644"/>
                <a:gd name="connsiteY17" fmla="*/ 3718173 h 4841960"/>
                <a:gd name="connsiteX18" fmla="*/ 1035091 w 5055644"/>
                <a:gd name="connsiteY18" fmla="*/ 4437056 h 4841960"/>
                <a:gd name="connsiteX19" fmla="*/ 1519453 w 5055644"/>
                <a:gd name="connsiteY19" fmla="*/ 2981795 h 4841960"/>
                <a:gd name="connsiteX20" fmla="*/ 0 w 5055644"/>
                <a:gd name="connsiteY20" fmla="*/ 2805931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599657 w 5113517"/>
                <a:gd name="connsiteY2" fmla="*/ 1385661 h 4841960"/>
                <a:gd name="connsiteX3" fmla="*/ 474580 w 5113517"/>
                <a:gd name="connsiteY3" fmla="*/ 1036086 h 4841960"/>
                <a:gd name="connsiteX4" fmla="*/ 885091 w 5113517"/>
                <a:gd name="connsiteY4" fmla="*/ 1014344 h 4841960"/>
                <a:gd name="connsiteX5" fmla="*/ 1983563 w 5113517"/>
                <a:gd name="connsiteY5" fmla="*/ 1279850 h 4841960"/>
                <a:gd name="connsiteX6" fmla="*/ 2767493 w 5113517"/>
                <a:gd name="connsiteY6" fmla="*/ 0 h 4841960"/>
                <a:gd name="connsiteX7" fmla="*/ 3163847 w 5113517"/>
                <a:gd name="connsiteY7" fmla="*/ 1278714 h 4841960"/>
                <a:gd name="connsiteX8" fmla="*/ 4697917 w 5113517"/>
                <a:gd name="connsiteY8" fmla="*/ 711224 h 4841960"/>
                <a:gd name="connsiteX9" fmla="*/ 4272825 w 5113517"/>
                <a:gd name="connsiteY9" fmla="*/ 1480991 h 4841960"/>
                <a:gd name="connsiteX10" fmla="*/ 3922732 w 5113517"/>
                <a:gd name="connsiteY10" fmla="*/ 2012985 h 4841960"/>
                <a:gd name="connsiteX11" fmla="*/ 5102434 w 5113517"/>
                <a:gd name="connsiteY11" fmla="*/ 2339389 h 4841960"/>
                <a:gd name="connsiteX12" fmla="*/ 4711809 w 5113517"/>
                <a:gd name="connsiteY12" fmla="*/ 2632297 h 4841960"/>
                <a:gd name="connsiteX13" fmla="*/ 3978723 w 5113517"/>
                <a:gd name="connsiteY13" fmla="*/ 2866407 h 4841960"/>
                <a:gd name="connsiteX14" fmla="*/ 4497223 w 5113517"/>
                <a:gd name="connsiteY14" fmla="*/ 3770174 h 4841960"/>
                <a:gd name="connsiteX15" fmla="*/ 3267078 w 5113517"/>
                <a:gd name="connsiteY15" fmla="*/ 3507473 h 4841960"/>
                <a:gd name="connsiteX16" fmla="*/ 3184113 w 5113517"/>
                <a:gd name="connsiteY16" fmla="*/ 4840512 h 4841960"/>
                <a:gd name="connsiteX17" fmla="*/ 2421951 w 5113517"/>
                <a:gd name="connsiteY17" fmla="*/ 3718173 h 4841960"/>
                <a:gd name="connsiteX18" fmla="*/ 1092964 w 5113517"/>
                <a:gd name="connsiteY18" fmla="*/ 4437056 h 4841960"/>
                <a:gd name="connsiteX19" fmla="*/ 1577326 w 5113517"/>
                <a:gd name="connsiteY19" fmla="*/ 2981795 h 4841960"/>
                <a:gd name="connsiteX20" fmla="*/ -1 w 5113517"/>
                <a:gd name="connsiteY20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599659 w 5113519"/>
                <a:gd name="connsiteY2" fmla="*/ 1385661 h 4841960"/>
                <a:gd name="connsiteX3" fmla="*/ 474582 w 5113519"/>
                <a:gd name="connsiteY3" fmla="*/ 1036086 h 4841960"/>
                <a:gd name="connsiteX4" fmla="*/ 885093 w 5113519"/>
                <a:gd name="connsiteY4" fmla="*/ 1014344 h 4841960"/>
                <a:gd name="connsiteX5" fmla="*/ 1983565 w 5113519"/>
                <a:gd name="connsiteY5" fmla="*/ 1279850 h 4841960"/>
                <a:gd name="connsiteX6" fmla="*/ 2767495 w 5113519"/>
                <a:gd name="connsiteY6" fmla="*/ 0 h 4841960"/>
                <a:gd name="connsiteX7" fmla="*/ 3163849 w 5113519"/>
                <a:gd name="connsiteY7" fmla="*/ 1278714 h 4841960"/>
                <a:gd name="connsiteX8" fmla="*/ 4697919 w 5113519"/>
                <a:gd name="connsiteY8" fmla="*/ 711224 h 4841960"/>
                <a:gd name="connsiteX9" fmla="*/ 4272827 w 5113519"/>
                <a:gd name="connsiteY9" fmla="*/ 1480991 h 4841960"/>
                <a:gd name="connsiteX10" fmla="*/ 3922734 w 5113519"/>
                <a:gd name="connsiteY10" fmla="*/ 2012985 h 4841960"/>
                <a:gd name="connsiteX11" fmla="*/ 5102436 w 5113519"/>
                <a:gd name="connsiteY11" fmla="*/ 2339389 h 4841960"/>
                <a:gd name="connsiteX12" fmla="*/ 4711811 w 5113519"/>
                <a:gd name="connsiteY12" fmla="*/ 2632297 h 4841960"/>
                <a:gd name="connsiteX13" fmla="*/ 3978725 w 5113519"/>
                <a:gd name="connsiteY13" fmla="*/ 2866407 h 4841960"/>
                <a:gd name="connsiteX14" fmla="*/ 4497225 w 5113519"/>
                <a:gd name="connsiteY14" fmla="*/ 3770174 h 4841960"/>
                <a:gd name="connsiteX15" fmla="*/ 3267080 w 5113519"/>
                <a:gd name="connsiteY15" fmla="*/ 3507473 h 4841960"/>
                <a:gd name="connsiteX16" fmla="*/ 3184115 w 5113519"/>
                <a:gd name="connsiteY16" fmla="*/ 4840512 h 4841960"/>
                <a:gd name="connsiteX17" fmla="*/ 2421953 w 5113519"/>
                <a:gd name="connsiteY17" fmla="*/ 3718173 h 4841960"/>
                <a:gd name="connsiteX18" fmla="*/ 1092966 w 5113519"/>
                <a:gd name="connsiteY18" fmla="*/ 4437056 h 4841960"/>
                <a:gd name="connsiteX19" fmla="*/ 1577328 w 5113519"/>
                <a:gd name="connsiteY19" fmla="*/ 2981795 h 4841960"/>
                <a:gd name="connsiteX20" fmla="*/ 1 w 5113519"/>
                <a:gd name="connsiteY20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74580 w 5113517"/>
                <a:gd name="connsiteY2" fmla="*/ 1036086 h 4841960"/>
                <a:gd name="connsiteX3" fmla="*/ 885091 w 5113517"/>
                <a:gd name="connsiteY3" fmla="*/ 1014344 h 4841960"/>
                <a:gd name="connsiteX4" fmla="*/ 1983563 w 5113517"/>
                <a:gd name="connsiteY4" fmla="*/ 1279850 h 4841960"/>
                <a:gd name="connsiteX5" fmla="*/ 2767493 w 5113517"/>
                <a:gd name="connsiteY5" fmla="*/ 0 h 4841960"/>
                <a:gd name="connsiteX6" fmla="*/ 3163847 w 5113517"/>
                <a:gd name="connsiteY6" fmla="*/ 1278714 h 4841960"/>
                <a:gd name="connsiteX7" fmla="*/ 4697917 w 5113517"/>
                <a:gd name="connsiteY7" fmla="*/ 711224 h 4841960"/>
                <a:gd name="connsiteX8" fmla="*/ 4272825 w 5113517"/>
                <a:gd name="connsiteY8" fmla="*/ 1480991 h 4841960"/>
                <a:gd name="connsiteX9" fmla="*/ 3922732 w 5113517"/>
                <a:gd name="connsiteY9" fmla="*/ 2012985 h 4841960"/>
                <a:gd name="connsiteX10" fmla="*/ 5102434 w 5113517"/>
                <a:gd name="connsiteY10" fmla="*/ 2339389 h 4841960"/>
                <a:gd name="connsiteX11" fmla="*/ 4711809 w 5113517"/>
                <a:gd name="connsiteY11" fmla="*/ 2632297 h 4841960"/>
                <a:gd name="connsiteX12" fmla="*/ 3978723 w 5113517"/>
                <a:gd name="connsiteY12" fmla="*/ 2866407 h 4841960"/>
                <a:gd name="connsiteX13" fmla="*/ 4497223 w 5113517"/>
                <a:gd name="connsiteY13" fmla="*/ 3770174 h 4841960"/>
                <a:gd name="connsiteX14" fmla="*/ 3267078 w 5113517"/>
                <a:gd name="connsiteY14" fmla="*/ 3507473 h 4841960"/>
                <a:gd name="connsiteX15" fmla="*/ 3184113 w 5113517"/>
                <a:gd name="connsiteY15" fmla="*/ 4840512 h 4841960"/>
                <a:gd name="connsiteX16" fmla="*/ 2421951 w 5113517"/>
                <a:gd name="connsiteY16" fmla="*/ 3718173 h 4841960"/>
                <a:gd name="connsiteX17" fmla="*/ 1092964 w 5113517"/>
                <a:gd name="connsiteY17" fmla="*/ 4437056 h 4841960"/>
                <a:gd name="connsiteX18" fmla="*/ 1577326 w 5113517"/>
                <a:gd name="connsiteY18" fmla="*/ 2981795 h 4841960"/>
                <a:gd name="connsiteX19" fmla="*/ -1 w 5113517"/>
                <a:gd name="connsiteY19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74582 w 5113519"/>
                <a:gd name="connsiteY2" fmla="*/ 103608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13519"/>
                <a:gd name="connsiteY0" fmla="*/ 2871567 h 4841960"/>
                <a:gd name="connsiteX1" fmla="*/ 1265118 w 5113519"/>
                <a:gd name="connsiteY1" fmla="*/ 2160898 h 4841960"/>
                <a:gd name="connsiteX2" fmla="*/ 485508 w 5113519"/>
                <a:gd name="connsiteY2" fmla="*/ 933726 h 4841960"/>
                <a:gd name="connsiteX3" fmla="*/ 1983565 w 5113519"/>
                <a:gd name="connsiteY3" fmla="*/ 1279850 h 4841960"/>
                <a:gd name="connsiteX4" fmla="*/ 2767495 w 5113519"/>
                <a:gd name="connsiteY4" fmla="*/ 0 h 4841960"/>
                <a:gd name="connsiteX5" fmla="*/ 3163849 w 5113519"/>
                <a:gd name="connsiteY5" fmla="*/ 1278714 h 4841960"/>
                <a:gd name="connsiteX6" fmla="*/ 4697919 w 5113519"/>
                <a:gd name="connsiteY6" fmla="*/ 711224 h 4841960"/>
                <a:gd name="connsiteX7" fmla="*/ 4272827 w 5113519"/>
                <a:gd name="connsiteY7" fmla="*/ 1480991 h 4841960"/>
                <a:gd name="connsiteX8" fmla="*/ 3922734 w 5113519"/>
                <a:gd name="connsiteY8" fmla="*/ 2012985 h 4841960"/>
                <a:gd name="connsiteX9" fmla="*/ 5102436 w 5113519"/>
                <a:gd name="connsiteY9" fmla="*/ 2339389 h 4841960"/>
                <a:gd name="connsiteX10" fmla="*/ 4711811 w 5113519"/>
                <a:gd name="connsiteY10" fmla="*/ 2632297 h 4841960"/>
                <a:gd name="connsiteX11" fmla="*/ 3978725 w 5113519"/>
                <a:gd name="connsiteY11" fmla="*/ 2866407 h 4841960"/>
                <a:gd name="connsiteX12" fmla="*/ 4497225 w 5113519"/>
                <a:gd name="connsiteY12" fmla="*/ 3770174 h 4841960"/>
                <a:gd name="connsiteX13" fmla="*/ 3267080 w 5113519"/>
                <a:gd name="connsiteY13" fmla="*/ 3507473 h 4841960"/>
                <a:gd name="connsiteX14" fmla="*/ 3184115 w 5113519"/>
                <a:gd name="connsiteY14" fmla="*/ 4840512 h 4841960"/>
                <a:gd name="connsiteX15" fmla="*/ 2421953 w 5113519"/>
                <a:gd name="connsiteY15" fmla="*/ 3718173 h 4841960"/>
                <a:gd name="connsiteX16" fmla="*/ 1092966 w 5113519"/>
                <a:gd name="connsiteY16" fmla="*/ 4437056 h 4841960"/>
                <a:gd name="connsiteX17" fmla="*/ 1577328 w 5113519"/>
                <a:gd name="connsiteY17" fmla="*/ 2981795 h 4841960"/>
                <a:gd name="connsiteX18" fmla="*/ 1 w 5113519"/>
                <a:gd name="connsiteY18" fmla="*/ 2871567 h 4841960"/>
                <a:gd name="connsiteX0" fmla="*/ -1 w 5113517"/>
                <a:gd name="connsiteY0" fmla="*/ 2871567 h 4841960"/>
                <a:gd name="connsiteX1" fmla="*/ 1265116 w 5113517"/>
                <a:gd name="connsiteY1" fmla="*/ 2160898 h 4841960"/>
                <a:gd name="connsiteX2" fmla="*/ 485506 w 5113517"/>
                <a:gd name="connsiteY2" fmla="*/ 933726 h 4841960"/>
                <a:gd name="connsiteX3" fmla="*/ 1983563 w 5113517"/>
                <a:gd name="connsiteY3" fmla="*/ 1279850 h 4841960"/>
                <a:gd name="connsiteX4" fmla="*/ 2767493 w 5113517"/>
                <a:gd name="connsiteY4" fmla="*/ 0 h 4841960"/>
                <a:gd name="connsiteX5" fmla="*/ 3163847 w 5113517"/>
                <a:gd name="connsiteY5" fmla="*/ 1278714 h 4841960"/>
                <a:gd name="connsiteX6" fmla="*/ 4697917 w 5113517"/>
                <a:gd name="connsiteY6" fmla="*/ 711224 h 4841960"/>
                <a:gd name="connsiteX7" fmla="*/ 4272825 w 5113517"/>
                <a:gd name="connsiteY7" fmla="*/ 1480991 h 4841960"/>
                <a:gd name="connsiteX8" fmla="*/ 3922732 w 5113517"/>
                <a:gd name="connsiteY8" fmla="*/ 2012985 h 4841960"/>
                <a:gd name="connsiteX9" fmla="*/ 5102434 w 5113517"/>
                <a:gd name="connsiteY9" fmla="*/ 2339389 h 4841960"/>
                <a:gd name="connsiteX10" fmla="*/ 4711809 w 5113517"/>
                <a:gd name="connsiteY10" fmla="*/ 2632297 h 4841960"/>
                <a:gd name="connsiteX11" fmla="*/ 3978723 w 5113517"/>
                <a:gd name="connsiteY11" fmla="*/ 2866407 h 4841960"/>
                <a:gd name="connsiteX12" fmla="*/ 4497223 w 5113517"/>
                <a:gd name="connsiteY12" fmla="*/ 3770174 h 4841960"/>
                <a:gd name="connsiteX13" fmla="*/ 3267078 w 5113517"/>
                <a:gd name="connsiteY13" fmla="*/ 3507473 h 4841960"/>
                <a:gd name="connsiteX14" fmla="*/ 3184113 w 5113517"/>
                <a:gd name="connsiteY14" fmla="*/ 4840512 h 4841960"/>
                <a:gd name="connsiteX15" fmla="*/ 2421951 w 5113517"/>
                <a:gd name="connsiteY15" fmla="*/ 3718173 h 4841960"/>
                <a:gd name="connsiteX16" fmla="*/ 1092964 w 5113517"/>
                <a:gd name="connsiteY16" fmla="*/ 4437056 h 4841960"/>
                <a:gd name="connsiteX17" fmla="*/ 1577326 w 5113517"/>
                <a:gd name="connsiteY17" fmla="*/ 2981795 h 4841960"/>
                <a:gd name="connsiteX18" fmla="*/ -1 w 5113517"/>
                <a:gd name="connsiteY18" fmla="*/ 2871567 h 4841960"/>
                <a:gd name="connsiteX0" fmla="*/ 1 w 5102498"/>
                <a:gd name="connsiteY0" fmla="*/ 2871567 h 4841960"/>
                <a:gd name="connsiteX1" fmla="*/ 1265118 w 5102498"/>
                <a:gd name="connsiteY1" fmla="*/ 2160898 h 4841960"/>
                <a:gd name="connsiteX2" fmla="*/ 485508 w 5102498"/>
                <a:gd name="connsiteY2" fmla="*/ 933726 h 4841960"/>
                <a:gd name="connsiteX3" fmla="*/ 1983565 w 5102498"/>
                <a:gd name="connsiteY3" fmla="*/ 1279850 h 4841960"/>
                <a:gd name="connsiteX4" fmla="*/ 2767495 w 5102498"/>
                <a:gd name="connsiteY4" fmla="*/ 0 h 4841960"/>
                <a:gd name="connsiteX5" fmla="*/ 3163849 w 5102498"/>
                <a:gd name="connsiteY5" fmla="*/ 1278714 h 4841960"/>
                <a:gd name="connsiteX6" fmla="*/ 4697919 w 5102498"/>
                <a:gd name="connsiteY6" fmla="*/ 711224 h 4841960"/>
                <a:gd name="connsiteX7" fmla="*/ 4272827 w 5102498"/>
                <a:gd name="connsiteY7" fmla="*/ 1480991 h 4841960"/>
                <a:gd name="connsiteX8" fmla="*/ 3922734 w 5102498"/>
                <a:gd name="connsiteY8" fmla="*/ 2012985 h 4841960"/>
                <a:gd name="connsiteX9" fmla="*/ 5102436 w 5102498"/>
                <a:gd name="connsiteY9" fmla="*/ 2339389 h 4841960"/>
                <a:gd name="connsiteX10" fmla="*/ 3978725 w 5102498"/>
                <a:gd name="connsiteY10" fmla="*/ 2866407 h 4841960"/>
                <a:gd name="connsiteX11" fmla="*/ 4497225 w 5102498"/>
                <a:gd name="connsiteY11" fmla="*/ 3770174 h 4841960"/>
                <a:gd name="connsiteX12" fmla="*/ 3267080 w 5102498"/>
                <a:gd name="connsiteY12" fmla="*/ 3507473 h 4841960"/>
                <a:gd name="connsiteX13" fmla="*/ 3184115 w 5102498"/>
                <a:gd name="connsiteY13" fmla="*/ 4840512 h 4841960"/>
                <a:gd name="connsiteX14" fmla="*/ 2421953 w 5102498"/>
                <a:gd name="connsiteY14" fmla="*/ 3718173 h 4841960"/>
                <a:gd name="connsiteX15" fmla="*/ 1092966 w 5102498"/>
                <a:gd name="connsiteY15" fmla="*/ 4437056 h 4841960"/>
                <a:gd name="connsiteX16" fmla="*/ 1577328 w 5102498"/>
                <a:gd name="connsiteY16" fmla="*/ 2981795 h 4841960"/>
                <a:gd name="connsiteX17" fmla="*/ 1 w 5102498"/>
                <a:gd name="connsiteY17" fmla="*/ 2871567 h 4841960"/>
                <a:gd name="connsiteX0" fmla="*/ -1 w 5102490"/>
                <a:gd name="connsiteY0" fmla="*/ 2871567 h 4841960"/>
                <a:gd name="connsiteX1" fmla="*/ 1265116 w 5102490"/>
                <a:gd name="connsiteY1" fmla="*/ 2160898 h 4841960"/>
                <a:gd name="connsiteX2" fmla="*/ 485506 w 5102490"/>
                <a:gd name="connsiteY2" fmla="*/ 933726 h 4841960"/>
                <a:gd name="connsiteX3" fmla="*/ 1983563 w 5102490"/>
                <a:gd name="connsiteY3" fmla="*/ 1279850 h 4841960"/>
                <a:gd name="connsiteX4" fmla="*/ 2767493 w 5102490"/>
                <a:gd name="connsiteY4" fmla="*/ 0 h 4841960"/>
                <a:gd name="connsiteX5" fmla="*/ 3163847 w 5102490"/>
                <a:gd name="connsiteY5" fmla="*/ 1278714 h 4841960"/>
                <a:gd name="connsiteX6" fmla="*/ 4697917 w 5102490"/>
                <a:gd name="connsiteY6" fmla="*/ 711224 h 4841960"/>
                <a:gd name="connsiteX7" fmla="*/ 4272825 w 5102490"/>
                <a:gd name="connsiteY7" fmla="*/ 1480991 h 4841960"/>
                <a:gd name="connsiteX8" fmla="*/ 3922732 w 5102490"/>
                <a:gd name="connsiteY8" fmla="*/ 2012985 h 4841960"/>
                <a:gd name="connsiteX9" fmla="*/ 5102434 w 5102490"/>
                <a:gd name="connsiteY9" fmla="*/ 2339389 h 4841960"/>
                <a:gd name="connsiteX10" fmla="*/ 3863684 w 5102490"/>
                <a:gd name="connsiteY10" fmla="*/ 2811641 h 4841960"/>
                <a:gd name="connsiteX11" fmla="*/ 4497223 w 5102490"/>
                <a:gd name="connsiteY11" fmla="*/ 3770174 h 4841960"/>
                <a:gd name="connsiteX12" fmla="*/ 3267078 w 5102490"/>
                <a:gd name="connsiteY12" fmla="*/ 3507473 h 4841960"/>
                <a:gd name="connsiteX13" fmla="*/ 3184113 w 5102490"/>
                <a:gd name="connsiteY13" fmla="*/ 4840512 h 4841960"/>
                <a:gd name="connsiteX14" fmla="*/ 2421951 w 5102490"/>
                <a:gd name="connsiteY14" fmla="*/ 3718173 h 4841960"/>
                <a:gd name="connsiteX15" fmla="*/ 1092964 w 5102490"/>
                <a:gd name="connsiteY15" fmla="*/ 4437056 h 4841960"/>
                <a:gd name="connsiteX16" fmla="*/ 1577326 w 5102490"/>
                <a:gd name="connsiteY16" fmla="*/ 2981795 h 4841960"/>
                <a:gd name="connsiteX17" fmla="*/ -1 w 5102490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265116 w 5102525"/>
                <a:gd name="connsiteY1" fmla="*/ 2160898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265118 w 5102527"/>
                <a:gd name="connsiteY1" fmla="*/ 2160898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332556 w 5102525"/>
                <a:gd name="connsiteY1" fmla="*/ 2089701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67078 w 5102525"/>
                <a:gd name="connsiteY12" fmla="*/ 3507473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67080 w 5102527"/>
                <a:gd name="connsiteY12" fmla="*/ 3507473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497223 w 5102525"/>
                <a:gd name="connsiteY11" fmla="*/ 3770174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497225 w 5102527"/>
                <a:gd name="connsiteY11" fmla="*/ 3770174 h 4841960"/>
                <a:gd name="connsiteX12" fmla="*/ 3217930 w 5102527"/>
                <a:gd name="connsiteY12" fmla="*/ 3356807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1567 h 4841960"/>
                <a:gd name="connsiteX1" fmla="*/ 1612941 w 5102525"/>
                <a:gd name="connsiteY1" fmla="*/ 2131595 h 4841960"/>
                <a:gd name="connsiteX2" fmla="*/ 485506 w 5102525"/>
                <a:gd name="connsiteY2" fmla="*/ 933726 h 4841960"/>
                <a:gd name="connsiteX3" fmla="*/ 1983563 w 5102525"/>
                <a:gd name="connsiteY3" fmla="*/ 1279850 h 4841960"/>
                <a:gd name="connsiteX4" fmla="*/ 2767493 w 5102525"/>
                <a:gd name="connsiteY4" fmla="*/ 0 h 4841960"/>
                <a:gd name="connsiteX5" fmla="*/ 3163847 w 5102525"/>
                <a:gd name="connsiteY5" fmla="*/ 1278714 h 4841960"/>
                <a:gd name="connsiteX6" fmla="*/ 4697917 w 5102525"/>
                <a:gd name="connsiteY6" fmla="*/ 711224 h 4841960"/>
                <a:gd name="connsiteX7" fmla="*/ 4272825 w 5102525"/>
                <a:gd name="connsiteY7" fmla="*/ 1480991 h 4841960"/>
                <a:gd name="connsiteX8" fmla="*/ 3922732 w 5102525"/>
                <a:gd name="connsiteY8" fmla="*/ 2012985 h 4841960"/>
                <a:gd name="connsiteX9" fmla="*/ 5102434 w 5102525"/>
                <a:gd name="connsiteY9" fmla="*/ 2339389 h 4841960"/>
                <a:gd name="connsiteX10" fmla="*/ 3863684 w 5102525"/>
                <a:gd name="connsiteY10" fmla="*/ 2811641 h 4841960"/>
                <a:gd name="connsiteX11" fmla="*/ 4828313 w 5102525"/>
                <a:gd name="connsiteY11" fmla="*/ 3987432 h 4841960"/>
                <a:gd name="connsiteX12" fmla="*/ 3217928 w 5102525"/>
                <a:gd name="connsiteY12" fmla="*/ 3356807 h 4841960"/>
                <a:gd name="connsiteX13" fmla="*/ 3184113 w 5102525"/>
                <a:gd name="connsiteY13" fmla="*/ 4840512 h 4841960"/>
                <a:gd name="connsiteX14" fmla="*/ 2421951 w 5102525"/>
                <a:gd name="connsiteY14" fmla="*/ 3718173 h 4841960"/>
                <a:gd name="connsiteX15" fmla="*/ 1092964 w 5102525"/>
                <a:gd name="connsiteY15" fmla="*/ 4437056 h 4841960"/>
                <a:gd name="connsiteX16" fmla="*/ 1577326 w 5102525"/>
                <a:gd name="connsiteY16" fmla="*/ 2981795 h 4841960"/>
                <a:gd name="connsiteX17" fmla="*/ -1 w 5102525"/>
                <a:gd name="connsiteY17" fmla="*/ 2871567 h 4841960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485508 w 5102527"/>
                <a:gd name="connsiteY2" fmla="*/ 933726 h 4841960"/>
                <a:gd name="connsiteX3" fmla="*/ 1983565 w 5102527"/>
                <a:gd name="connsiteY3" fmla="*/ 1279850 h 4841960"/>
                <a:gd name="connsiteX4" fmla="*/ 2767495 w 5102527"/>
                <a:gd name="connsiteY4" fmla="*/ 0 h 4841960"/>
                <a:gd name="connsiteX5" fmla="*/ 3163849 w 5102527"/>
                <a:gd name="connsiteY5" fmla="*/ 1278714 h 4841960"/>
                <a:gd name="connsiteX6" fmla="*/ 4697919 w 5102527"/>
                <a:gd name="connsiteY6" fmla="*/ 711224 h 4841960"/>
                <a:gd name="connsiteX7" fmla="*/ 4272827 w 5102527"/>
                <a:gd name="connsiteY7" fmla="*/ 1480991 h 4841960"/>
                <a:gd name="connsiteX8" fmla="*/ 3922734 w 5102527"/>
                <a:gd name="connsiteY8" fmla="*/ 2012985 h 4841960"/>
                <a:gd name="connsiteX9" fmla="*/ 5102436 w 5102527"/>
                <a:gd name="connsiteY9" fmla="*/ 2339389 h 4841960"/>
                <a:gd name="connsiteX10" fmla="*/ 3863686 w 5102527"/>
                <a:gd name="connsiteY10" fmla="*/ 2811641 h 4841960"/>
                <a:gd name="connsiteX11" fmla="*/ 4828315 w 5102527"/>
                <a:gd name="connsiteY11" fmla="*/ 3987432 h 4841960"/>
                <a:gd name="connsiteX12" fmla="*/ 3349202 w 5102527"/>
                <a:gd name="connsiteY12" fmla="*/ 3472552 h 4841960"/>
                <a:gd name="connsiteX13" fmla="*/ 3184115 w 5102527"/>
                <a:gd name="connsiteY13" fmla="*/ 4840512 h 4841960"/>
                <a:gd name="connsiteX14" fmla="*/ 2421953 w 5102527"/>
                <a:gd name="connsiteY14" fmla="*/ 3718173 h 4841960"/>
                <a:gd name="connsiteX15" fmla="*/ 1092966 w 5102527"/>
                <a:gd name="connsiteY15" fmla="*/ 4437056 h 4841960"/>
                <a:gd name="connsiteX16" fmla="*/ 1577328 w 5102527"/>
                <a:gd name="connsiteY16" fmla="*/ 2981795 h 4841960"/>
                <a:gd name="connsiteX17" fmla="*/ 1 w 5102527"/>
                <a:gd name="connsiteY17" fmla="*/ 2871567 h 4841960"/>
                <a:gd name="connsiteX0" fmla="*/ -1 w 5102525"/>
                <a:gd name="connsiteY0" fmla="*/ 2875215 h 4845608"/>
                <a:gd name="connsiteX1" fmla="*/ 1612941 w 5102525"/>
                <a:gd name="connsiteY1" fmla="*/ 2135243 h 4845608"/>
                <a:gd name="connsiteX2" fmla="*/ 485506 w 5102525"/>
                <a:gd name="connsiteY2" fmla="*/ 937374 h 4845608"/>
                <a:gd name="connsiteX3" fmla="*/ 2767493 w 5102525"/>
                <a:gd name="connsiteY3" fmla="*/ 3648 h 4845608"/>
                <a:gd name="connsiteX4" fmla="*/ 3163847 w 5102525"/>
                <a:gd name="connsiteY4" fmla="*/ 1282362 h 4845608"/>
                <a:gd name="connsiteX5" fmla="*/ 4697917 w 5102525"/>
                <a:gd name="connsiteY5" fmla="*/ 714872 h 4845608"/>
                <a:gd name="connsiteX6" fmla="*/ 4272825 w 5102525"/>
                <a:gd name="connsiteY6" fmla="*/ 1484639 h 4845608"/>
                <a:gd name="connsiteX7" fmla="*/ 3922732 w 5102525"/>
                <a:gd name="connsiteY7" fmla="*/ 2016633 h 4845608"/>
                <a:gd name="connsiteX8" fmla="*/ 5102434 w 5102525"/>
                <a:gd name="connsiteY8" fmla="*/ 2343037 h 4845608"/>
                <a:gd name="connsiteX9" fmla="*/ 3863684 w 5102525"/>
                <a:gd name="connsiteY9" fmla="*/ 2815289 h 4845608"/>
                <a:gd name="connsiteX10" fmla="*/ 4828313 w 5102525"/>
                <a:gd name="connsiteY10" fmla="*/ 3991080 h 4845608"/>
                <a:gd name="connsiteX11" fmla="*/ 3349200 w 5102525"/>
                <a:gd name="connsiteY11" fmla="*/ 3476200 h 4845608"/>
                <a:gd name="connsiteX12" fmla="*/ 3184113 w 5102525"/>
                <a:gd name="connsiteY12" fmla="*/ 4844160 h 4845608"/>
                <a:gd name="connsiteX13" fmla="*/ 2421951 w 5102525"/>
                <a:gd name="connsiteY13" fmla="*/ 3721821 h 4845608"/>
                <a:gd name="connsiteX14" fmla="*/ 1092964 w 5102525"/>
                <a:gd name="connsiteY14" fmla="*/ 4440704 h 4845608"/>
                <a:gd name="connsiteX15" fmla="*/ 1577326 w 5102525"/>
                <a:gd name="connsiteY15" fmla="*/ 2985443 h 4845608"/>
                <a:gd name="connsiteX16" fmla="*/ -1 w 5102525"/>
                <a:gd name="connsiteY16" fmla="*/ 2875215 h 4845608"/>
                <a:gd name="connsiteX0" fmla="*/ 1 w 5102527"/>
                <a:gd name="connsiteY0" fmla="*/ 2871567 h 4841960"/>
                <a:gd name="connsiteX1" fmla="*/ 1612943 w 5102527"/>
                <a:gd name="connsiteY1" fmla="*/ 2131595 h 4841960"/>
                <a:gd name="connsiteX2" fmla="*/ 2767495 w 5102527"/>
                <a:gd name="connsiteY2" fmla="*/ 0 h 4841960"/>
                <a:gd name="connsiteX3" fmla="*/ 3163849 w 5102527"/>
                <a:gd name="connsiteY3" fmla="*/ 1278714 h 4841960"/>
                <a:gd name="connsiteX4" fmla="*/ 4697919 w 5102527"/>
                <a:gd name="connsiteY4" fmla="*/ 711224 h 4841960"/>
                <a:gd name="connsiteX5" fmla="*/ 4272827 w 5102527"/>
                <a:gd name="connsiteY5" fmla="*/ 1480991 h 4841960"/>
                <a:gd name="connsiteX6" fmla="*/ 3922734 w 5102527"/>
                <a:gd name="connsiteY6" fmla="*/ 2012985 h 4841960"/>
                <a:gd name="connsiteX7" fmla="*/ 5102436 w 5102527"/>
                <a:gd name="connsiteY7" fmla="*/ 2339389 h 4841960"/>
                <a:gd name="connsiteX8" fmla="*/ 3863686 w 5102527"/>
                <a:gd name="connsiteY8" fmla="*/ 2811641 h 4841960"/>
                <a:gd name="connsiteX9" fmla="*/ 4828315 w 5102527"/>
                <a:gd name="connsiteY9" fmla="*/ 3987432 h 4841960"/>
                <a:gd name="connsiteX10" fmla="*/ 3349202 w 5102527"/>
                <a:gd name="connsiteY10" fmla="*/ 3472552 h 4841960"/>
                <a:gd name="connsiteX11" fmla="*/ 3184115 w 5102527"/>
                <a:gd name="connsiteY11" fmla="*/ 4840512 h 4841960"/>
                <a:gd name="connsiteX12" fmla="*/ 2421953 w 5102527"/>
                <a:gd name="connsiteY12" fmla="*/ 3718173 h 4841960"/>
                <a:gd name="connsiteX13" fmla="*/ 1092966 w 5102527"/>
                <a:gd name="connsiteY13" fmla="*/ 4437056 h 4841960"/>
                <a:gd name="connsiteX14" fmla="*/ 1577328 w 5102527"/>
                <a:gd name="connsiteY14" fmla="*/ 2981795 h 4841960"/>
                <a:gd name="connsiteX15" fmla="*/ 1 w 5102527"/>
                <a:gd name="connsiteY15" fmla="*/ 2871567 h 4841960"/>
                <a:gd name="connsiteX0" fmla="*/ -1 w 5102525"/>
                <a:gd name="connsiteY0" fmla="*/ 2815753 h 4786146"/>
                <a:gd name="connsiteX1" fmla="*/ 1612941 w 5102525"/>
                <a:gd name="connsiteY1" fmla="*/ 2075781 h 4786146"/>
                <a:gd name="connsiteX2" fmla="*/ 2330067 w 5102525"/>
                <a:gd name="connsiteY2" fmla="*/ -1 h 4786146"/>
                <a:gd name="connsiteX3" fmla="*/ 3163847 w 5102525"/>
                <a:gd name="connsiteY3" fmla="*/ 1222900 h 4786146"/>
                <a:gd name="connsiteX4" fmla="*/ 4697917 w 5102525"/>
                <a:gd name="connsiteY4" fmla="*/ 655410 h 4786146"/>
                <a:gd name="connsiteX5" fmla="*/ 4272825 w 5102525"/>
                <a:gd name="connsiteY5" fmla="*/ 1425177 h 4786146"/>
                <a:gd name="connsiteX6" fmla="*/ 3922732 w 5102525"/>
                <a:gd name="connsiteY6" fmla="*/ 1957171 h 4786146"/>
                <a:gd name="connsiteX7" fmla="*/ 5102434 w 5102525"/>
                <a:gd name="connsiteY7" fmla="*/ 2283575 h 4786146"/>
                <a:gd name="connsiteX8" fmla="*/ 3863684 w 5102525"/>
                <a:gd name="connsiteY8" fmla="*/ 2755827 h 4786146"/>
                <a:gd name="connsiteX9" fmla="*/ 4828313 w 5102525"/>
                <a:gd name="connsiteY9" fmla="*/ 3931618 h 4786146"/>
                <a:gd name="connsiteX10" fmla="*/ 3349200 w 5102525"/>
                <a:gd name="connsiteY10" fmla="*/ 3416738 h 4786146"/>
                <a:gd name="connsiteX11" fmla="*/ 3184113 w 5102525"/>
                <a:gd name="connsiteY11" fmla="*/ 4784698 h 4786146"/>
                <a:gd name="connsiteX12" fmla="*/ 2421951 w 5102525"/>
                <a:gd name="connsiteY12" fmla="*/ 3662359 h 4786146"/>
                <a:gd name="connsiteX13" fmla="*/ 1092964 w 5102525"/>
                <a:gd name="connsiteY13" fmla="*/ 4381242 h 4786146"/>
                <a:gd name="connsiteX14" fmla="*/ 1577326 w 5102525"/>
                <a:gd name="connsiteY14" fmla="*/ 2925981 h 4786146"/>
                <a:gd name="connsiteX15" fmla="*/ -1 w 5102525"/>
                <a:gd name="connsiteY15" fmla="*/ 2815753 h 4786146"/>
                <a:gd name="connsiteX0" fmla="*/ 0 w 4853634"/>
                <a:gd name="connsiteY0" fmla="*/ 1626981 h 4786148"/>
                <a:gd name="connsiteX1" fmla="*/ 1364050 w 4853634"/>
                <a:gd name="connsiteY1" fmla="*/ 2075783 h 4786148"/>
                <a:gd name="connsiteX2" fmla="*/ 2081176 w 4853634"/>
                <a:gd name="connsiteY2" fmla="*/ 1 h 4786148"/>
                <a:gd name="connsiteX3" fmla="*/ 2914956 w 4853634"/>
                <a:gd name="connsiteY3" fmla="*/ 1222902 h 4786148"/>
                <a:gd name="connsiteX4" fmla="*/ 4449026 w 4853634"/>
                <a:gd name="connsiteY4" fmla="*/ 655412 h 4786148"/>
                <a:gd name="connsiteX5" fmla="*/ 4023934 w 4853634"/>
                <a:gd name="connsiteY5" fmla="*/ 1425179 h 4786148"/>
                <a:gd name="connsiteX6" fmla="*/ 3673841 w 4853634"/>
                <a:gd name="connsiteY6" fmla="*/ 1957173 h 4786148"/>
                <a:gd name="connsiteX7" fmla="*/ 4853543 w 4853634"/>
                <a:gd name="connsiteY7" fmla="*/ 2283577 h 4786148"/>
                <a:gd name="connsiteX8" fmla="*/ 3614793 w 4853634"/>
                <a:gd name="connsiteY8" fmla="*/ 2755829 h 4786148"/>
                <a:gd name="connsiteX9" fmla="*/ 4579422 w 4853634"/>
                <a:gd name="connsiteY9" fmla="*/ 3931620 h 4786148"/>
                <a:gd name="connsiteX10" fmla="*/ 3100309 w 4853634"/>
                <a:gd name="connsiteY10" fmla="*/ 3416740 h 4786148"/>
                <a:gd name="connsiteX11" fmla="*/ 2935222 w 4853634"/>
                <a:gd name="connsiteY11" fmla="*/ 4784700 h 4786148"/>
                <a:gd name="connsiteX12" fmla="*/ 2173060 w 4853634"/>
                <a:gd name="connsiteY12" fmla="*/ 3662361 h 4786148"/>
                <a:gd name="connsiteX13" fmla="*/ 844073 w 4853634"/>
                <a:gd name="connsiteY13" fmla="*/ 4381244 h 4786148"/>
                <a:gd name="connsiteX14" fmla="*/ 1328435 w 4853634"/>
                <a:gd name="connsiteY14" fmla="*/ 2925983 h 4786148"/>
                <a:gd name="connsiteX15" fmla="*/ 0 w 4853634"/>
                <a:gd name="connsiteY15" fmla="*/ 1626981 h 4786148"/>
                <a:gd name="connsiteX0" fmla="*/ 0 w 4853634"/>
                <a:gd name="connsiteY0" fmla="*/ 1626979 h 4786146"/>
                <a:gd name="connsiteX1" fmla="*/ 1603369 w 4853634"/>
                <a:gd name="connsiteY1" fmla="*/ 1571261 h 4786146"/>
                <a:gd name="connsiteX2" fmla="*/ 2081176 w 4853634"/>
                <a:gd name="connsiteY2" fmla="*/ -1 h 4786146"/>
                <a:gd name="connsiteX3" fmla="*/ 2914956 w 4853634"/>
                <a:gd name="connsiteY3" fmla="*/ 1222900 h 4786146"/>
                <a:gd name="connsiteX4" fmla="*/ 4449026 w 4853634"/>
                <a:gd name="connsiteY4" fmla="*/ 655410 h 4786146"/>
                <a:gd name="connsiteX5" fmla="*/ 4023934 w 4853634"/>
                <a:gd name="connsiteY5" fmla="*/ 1425177 h 4786146"/>
                <a:gd name="connsiteX6" fmla="*/ 3673841 w 4853634"/>
                <a:gd name="connsiteY6" fmla="*/ 1957171 h 4786146"/>
                <a:gd name="connsiteX7" fmla="*/ 4853543 w 4853634"/>
                <a:gd name="connsiteY7" fmla="*/ 2283575 h 4786146"/>
                <a:gd name="connsiteX8" fmla="*/ 3614793 w 4853634"/>
                <a:gd name="connsiteY8" fmla="*/ 2755827 h 4786146"/>
                <a:gd name="connsiteX9" fmla="*/ 4579422 w 4853634"/>
                <a:gd name="connsiteY9" fmla="*/ 3931618 h 4786146"/>
                <a:gd name="connsiteX10" fmla="*/ 3100309 w 4853634"/>
                <a:gd name="connsiteY10" fmla="*/ 3416738 h 4786146"/>
                <a:gd name="connsiteX11" fmla="*/ 2935222 w 4853634"/>
                <a:gd name="connsiteY11" fmla="*/ 4784698 h 4786146"/>
                <a:gd name="connsiteX12" fmla="*/ 2173060 w 4853634"/>
                <a:gd name="connsiteY12" fmla="*/ 3662359 h 4786146"/>
                <a:gd name="connsiteX13" fmla="*/ 844073 w 4853634"/>
                <a:gd name="connsiteY13" fmla="*/ 4381242 h 4786146"/>
                <a:gd name="connsiteX14" fmla="*/ 1328435 w 4853634"/>
                <a:gd name="connsiteY14" fmla="*/ 2925981 h 4786146"/>
                <a:gd name="connsiteX15" fmla="*/ 0 w 4853634"/>
                <a:gd name="connsiteY15" fmla="*/ 1626979 h 4786146"/>
                <a:gd name="connsiteX0" fmla="*/ 0 w 4853634"/>
                <a:gd name="connsiteY0" fmla="*/ 1626981 h 4786148"/>
                <a:gd name="connsiteX1" fmla="*/ 1603369 w 4853634"/>
                <a:gd name="connsiteY1" fmla="*/ 1571263 h 4786148"/>
                <a:gd name="connsiteX2" fmla="*/ 2081176 w 4853634"/>
                <a:gd name="connsiteY2" fmla="*/ 1 h 4786148"/>
                <a:gd name="connsiteX3" fmla="*/ 2914956 w 4853634"/>
                <a:gd name="connsiteY3" fmla="*/ 1222902 h 4786148"/>
                <a:gd name="connsiteX4" fmla="*/ 4449026 w 4853634"/>
                <a:gd name="connsiteY4" fmla="*/ 655412 h 4786148"/>
                <a:gd name="connsiteX5" fmla="*/ 4023934 w 4853634"/>
                <a:gd name="connsiteY5" fmla="*/ 1425179 h 4786148"/>
                <a:gd name="connsiteX6" fmla="*/ 3673841 w 4853634"/>
                <a:gd name="connsiteY6" fmla="*/ 1957173 h 4786148"/>
                <a:gd name="connsiteX7" fmla="*/ 4853543 w 4853634"/>
                <a:gd name="connsiteY7" fmla="*/ 2283577 h 4786148"/>
                <a:gd name="connsiteX8" fmla="*/ 3614793 w 4853634"/>
                <a:gd name="connsiteY8" fmla="*/ 2755829 h 4786148"/>
                <a:gd name="connsiteX9" fmla="*/ 4579422 w 4853634"/>
                <a:gd name="connsiteY9" fmla="*/ 3931620 h 4786148"/>
                <a:gd name="connsiteX10" fmla="*/ 3100309 w 4853634"/>
                <a:gd name="connsiteY10" fmla="*/ 3416740 h 4786148"/>
                <a:gd name="connsiteX11" fmla="*/ 2935222 w 4853634"/>
                <a:gd name="connsiteY11" fmla="*/ 4784700 h 4786148"/>
                <a:gd name="connsiteX12" fmla="*/ 2173060 w 4853634"/>
                <a:gd name="connsiteY12" fmla="*/ 3662361 h 4786148"/>
                <a:gd name="connsiteX13" fmla="*/ 844073 w 4853634"/>
                <a:gd name="connsiteY13" fmla="*/ 4381244 h 4786148"/>
                <a:gd name="connsiteX14" fmla="*/ 1328435 w 4853634"/>
                <a:gd name="connsiteY14" fmla="*/ 2925983 h 4786148"/>
                <a:gd name="connsiteX15" fmla="*/ 0 w 4853634"/>
                <a:gd name="connsiteY15" fmla="*/ 1626981 h 4786148"/>
                <a:gd name="connsiteX0" fmla="*/ -1 w 4824208"/>
                <a:gd name="connsiteY0" fmla="*/ 1515906 h 4786146"/>
                <a:gd name="connsiteX1" fmla="*/ 1573943 w 4824208"/>
                <a:gd name="connsiteY1" fmla="*/ 1571261 h 4786146"/>
                <a:gd name="connsiteX2" fmla="*/ 2051750 w 4824208"/>
                <a:gd name="connsiteY2" fmla="*/ -1 h 4786146"/>
                <a:gd name="connsiteX3" fmla="*/ 2885530 w 4824208"/>
                <a:gd name="connsiteY3" fmla="*/ 1222900 h 4786146"/>
                <a:gd name="connsiteX4" fmla="*/ 4419600 w 4824208"/>
                <a:gd name="connsiteY4" fmla="*/ 655410 h 4786146"/>
                <a:gd name="connsiteX5" fmla="*/ 3994508 w 4824208"/>
                <a:gd name="connsiteY5" fmla="*/ 1425177 h 4786146"/>
                <a:gd name="connsiteX6" fmla="*/ 3644415 w 4824208"/>
                <a:gd name="connsiteY6" fmla="*/ 1957171 h 4786146"/>
                <a:gd name="connsiteX7" fmla="*/ 4824117 w 4824208"/>
                <a:gd name="connsiteY7" fmla="*/ 2283575 h 4786146"/>
                <a:gd name="connsiteX8" fmla="*/ 3585367 w 4824208"/>
                <a:gd name="connsiteY8" fmla="*/ 2755827 h 4786146"/>
                <a:gd name="connsiteX9" fmla="*/ 4549996 w 4824208"/>
                <a:gd name="connsiteY9" fmla="*/ 3931618 h 4786146"/>
                <a:gd name="connsiteX10" fmla="*/ 3070883 w 4824208"/>
                <a:gd name="connsiteY10" fmla="*/ 3416738 h 4786146"/>
                <a:gd name="connsiteX11" fmla="*/ 2905796 w 4824208"/>
                <a:gd name="connsiteY11" fmla="*/ 4784698 h 4786146"/>
                <a:gd name="connsiteX12" fmla="*/ 2143634 w 4824208"/>
                <a:gd name="connsiteY12" fmla="*/ 3662359 h 4786146"/>
                <a:gd name="connsiteX13" fmla="*/ 814647 w 4824208"/>
                <a:gd name="connsiteY13" fmla="*/ 4381242 h 4786146"/>
                <a:gd name="connsiteX14" fmla="*/ 1299009 w 4824208"/>
                <a:gd name="connsiteY14" fmla="*/ 2925981 h 4786146"/>
                <a:gd name="connsiteX15" fmla="*/ -1 w 4824208"/>
                <a:gd name="connsiteY15" fmla="*/ 1515906 h 4786146"/>
                <a:gd name="connsiteX0" fmla="*/ 1 w 4824210"/>
                <a:gd name="connsiteY0" fmla="*/ 1515908 h 4786148"/>
                <a:gd name="connsiteX1" fmla="*/ 1573945 w 4824210"/>
                <a:gd name="connsiteY1" fmla="*/ 1571263 h 4786148"/>
                <a:gd name="connsiteX2" fmla="*/ 2051752 w 4824210"/>
                <a:gd name="connsiteY2" fmla="*/ 1 h 4786148"/>
                <a:gd name="connsiteX3" fmla="*/ 2885532 w 4824210"/>
                <a:gd name="connsiteY3" fmla="*/ 1222902 h 4786148"/>
                <a:gd name="connsiteX4" fmla="*/ 4419602 w 4824210"/>
                <a:gd name="connsiteY4" fmla="*/ 655412 h 4786148"/>
                <a:gd name="connsiteX5" fmla="*/ 3994510 w 4824210"/>
                <a:gd name="connsiteY5" fmla="*/ 1425179 h 4786148"/>
                <a:gd name="connsiteX6" fmla="*/ 3644417 w 4824210"/>
                <a:gd name="connsiteY6" fmla="*/ 1957173 h 4786148"/>
                <a:gd name="connsiteX7" fmla="*/ 4824119 w 4824210"/>
                <a:gd name="connsiteY7" fmla="*/ 2283577 h 4786148"/>
                <a:gd name="connsiteX8" fmla="*/ 3585369 w 4824210"/>
                <a:gd name="connsiteY8" fmla="*/ 2755829 h 4786148"/>
                <a:gd name="connsiteX9" fmla="*/ 4549998 w 4824210"/>
                <a:gd name="connsiteY9" fmla="*/ 3931620 h 4786148"/>
                <a:gd name="connsiteX10" fmla="*/ 3070885 w 4824210"/>
                <a:gd name="connsiteY10" fmla="*/ 3416740 h 4786148"/>
                <a:gd name="connsiteX11" fmla="*/ 2905798 w 4824210"/>
                <a:gd name="connsiteY11" fmla="*/ 4784700 h 4786148"/>
                <a:gd name="connsiteX12" fmla="*/ 2143636 w 4824210"/>
                <a:gd name="connsiteY12" fmla="*/ 3662361 h 4786148"/>
                <a:gd name="connsiteX13" fmla="*/ 814649 w 4824210"/>
                <a:gd name="connsiteY13" fmla="*/ 4381244 h 4786148"/>
                <a:gd name="connsiteX14" fmla="*/ 1299011 w 4824210"/>
                <a:gd name="connsiteY14" fmla="*/ 2925983 h 4786148"/>
                <a:gd name="connsiteX15" fmla="*/ 1 w 4824210"/>
                <a:gd name="connsiteY15" fmla="*/ 1515908 h 4786148"/>
                <a:gd name="connsiteX0" fmla="*/ -1 w 4824208"/>
                <a:gd name="connsiteY0" fmla="*/ 1515906 h 4786146"/>
                <a:gd name="connsiteX1" fmla="*/ 1573943 w 4824208"/>
                <a:gd name="connsiteY1" fmla="*/ 1571261 h 4786146"/>
                <a:gd name="connsiteX2" fmla="*/ 2051750 w 4824208"/>
                <a:gd name="connsiteY2" fmla="*/ -1 h 4786146"/>
                <a:gd name="connsiteX3" fmla="*/ 2885530 w 4824208"/>
                <a:gd name="connsiteY3" fmla="*/ 1222900 h 4786146"/>
                <a:gd name="connsiteX4" fmla="*/ 4419600 w 4824208"/>
                <a:gd name="connsiteY4" fmla="*/ 655410 h 4786146"/>
                <a:gd name="connsiteX5" fmla="*/ 3994508 w 4824208"/>
                <a:gd name="connsiteY5" fmla="*/ 1425177 h 4786146"/>
                <a:gd name="connsiteX6" fmla="*/ 3644415 w 4824208"/>
                <a:gd name="connsiteY6" fmla="*/ 1957171 h 4786146"/>
                <a:gd name="connsiteX7" fmla="*/ 4824117 w 4824208"/>
                <a:gd name="connsiteY7" fmla="*/ 2283575 h 4786146"/>
                <a:gd name="connsiteX8" fmla="*/ 3585367 w 4824208"/>
                <a:gd name="connsiteY8" fmla="*/ 2755827 h 4786146"/>
                <a:gd name="connsiteX9" fmla="*/ 4549996 w 4824208"/>
                <a:gd name="connsiteY9" fmla="*/ 3931618 h 4786146"/>
                <a:gd name="connsiteX10" fmla="*/ 3070883 w 4824208"/>
                <a:gd name="connsiteY10" fmla="*/ 3416738 h 4786146"/>
                <a:gd name="connsiteX11" fmla="*/ 2905796 w 4824208"/>
                <a:gd name="connsiteY11" fmla="*/ 4784698 h 4786146"/>
                <a:gd name="connsiteX12" fmla="*/ 2143634 w 4824208"/>
                <a:gd name="connsiteY12" fmla="*/ 3662359 h 4786146"/>
                <a:gd name="connsiteX13" fmla="*/ 354842 w 4824208"/>
                <a:gd name="connsiteY13" fmla="*/ 3823584 h 4786146"/>
                <a:gd name="connsiteX14" fmla="*/ 1299009 w 4824208"/>
                <a:gd name="connsiteY14" fmla="*/ 2925981 h 4786146"/>
                <a:gd name="connsiteX15" fmla="*/ -1 w 4824208"/>
                <a:gd name="connsiteY15" fmla="*/ 1515906 h 4786146"/>
                <a:gd name="connsiteX0" fmla="*/ 1 w 4824210"/>
                <a:gd name="connsiteY0" fmla="*/ 1515908 h 4786148"/>
                <a:gd name="connsiteX1" fmla="*/ 1573945 w 4824210"/>
                <a:gd name="connsiteY1" fmla="*/ 1571263 h 4786148"/>
                <a:gd name="connsiteX2" fmla="*/ 2051752 w 4824210"/>
                <a:gd name="connsiteY2" fmla="*/ 1 h 4786148"/>
                <a:gd name="connsiteX3" fmla="*/ 2885532 w 4824210"/>
                <a:gd name="connsiteY3" fmla="*/ 1222902 h 4786148"/>
                <a:gd name="connsiteX4" fmla="*/ 4419602 w 4824210"/>
                <a:gd name="connsiteY4" fmla="*/ 655412 h 4786148"/>
                <a:gd name="connsiteX5" fmla="*/ 3994510 w 4824210"/>
                <a:gd name="connsiteY5" fmla="*/ 1425179 h 4786148"/>
                <a:gd name="connsiteX6" fmla="*/ 3644417 w 4824210"/>
                <a:gd name="connsiteY6" fmla="*/ 1957173 h 4786148"/>
                <a:gd name="connsiteX7" fmla="*/ 4824119 w 4824210"/>
                <a:gd name="connsiteY7" fmla="*/ 2283577 h 4786148"/>
                <a:gd name="connsiteX8" fmla="*/ 3585369 w 4824210"/>
                <a:gd name="connsiteY8" fmla="*/ 2755829 h 4786148"/>
                <a:gd name="connsiteX9" fmla="*/ 4549998 w 4824210"/>
                <a:gd name="connsiteY9" fmla="*/ 3931620 h 4786148"/>
                <a:gd name="connsiteX10" fmla="*/ 3070885 w 4824210"/>
                <a:gd name="connsiteY10" fmla="*/ 3416740 h 4786148"/>
                <a:gd name="connsiteX11" fmla="*/ 2905798 w 4824210"/>
                <a:gd name="connsiteY11" fmla="*/ 4784700 h 4786148"/>
                <a:gd name="connsiteX12" fmla="*/ 2143636 w 4824210"/>
                <a:gd name="connsiteY12" fmla="*/ 3662361 h 4786148"/>
                <a:gd name="connsiteX13" fmla="*/ 354844 w 4824210"/>
                <a:gd name="connsiteY13" fmla="*/ 3823586 h 4786148"/>
                <a:gd name="connsiteX14" fmla="*/ 1306700 w 4824210"/>
                <a:gd name="connsiteY14" fmla="*/ 2597830 h 4786148"/>
                <a:gd name="connsiteX15" fmla="*/ 1 w 4824210"/>
                <a:gd name="connsiteY15" fmla="*/ 1515908 h 4786148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885530 w 4824208"/>
                <a:gd name="connsiteY3" fmla="*/ 1222900 h 4785882"/>
                <a:gd name="connsiteX4" fmla="*/ 4419600 w 4824208"/>
                <a:gd name="connsiteY4" fmla="*/ 655410 h 4785882"/>
                <a:gd name="connsiteX5" fmla="*/ 3994508 w 4824208"/>
                <a:gd name="connsiteY5" fmla="*/ 1425177 h 4785882"/>
                <a:gd name="connsiteX6" fmla="*/ 3644415 w 4824208"/>
                <a:gd name="connsiteY6" fmla="*/ 1957171 h 4785882"/>
                <a:gd name="connsiteX7" fmla="*/ 4824117 w 4824208"/>
                <a:gd name="connsiteY7" fmla="*/ 2283575 h 4785882"/>
                <a:gd name="connsiteX8" fmla="*/ 3585367 w 4824208"/>
                <a:gd name="connsiteY8" fmla="*/ 2755827 h 4785882"/>
                <a:gd name="connsiteX9" fmla="*/ 4549996 w 4824208"/>
                <a:gd name="connsiteY9" fmla="*/ 3931618 h 4785882"/>
                <a:gd name="connsiteX10" fmla="*/ 3070883 w 4824208"/>
                <a:gd name="connsiteY10" fmla="*/ 3416738 h 4785882"/>
                <a:gd name="connsiteX11" fmla="*/ 2905796 w 4824208"/>
                <a:gd name="connsiteY11" fmla="*/ 4784698 h 4785882"/>
                <a:gd name="connsiteX12" fmla="*/ 2017367 w 4824208"/>
                <a:gd name="connsiteY12" fmla="*/ 3391173 h 4785882"/>
                <a:gd name="connsiteX13" fmla="*/ 354842 w 4824208"/>
                <a:gd name="connsiteY13" fmla="*/ 3823584 h 4785882"/>
                <a:gd name="connsiteX14" fmla="*/ 1306698 w 4824208"/>
                <a:gd name="connsiteY14" fmla="*/ 2597828 h 4785882"/>
                <a:gd name="connsiteX15" fmla="*/ -1 w 4824208"/>
                <a:gd name="connsiteY15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787862 w 4824210"/>
                <a:gd name="connsiteY3" fmla="*/ 1342312 h 4785884"/>
                <a:gd name="connsiteX4" fmla="*/ 4419602 w 4824210"/>
                <a:gd name="connsiteY4" fmla="*/ 655412 h 4785884"/>
                <a:gd name="connsiteX5" fmla="*/ 3994510 w 4824210"/>
                <a:gd name="connsiteY5" fmla="*/ 1425179 h 4785884"/>
                <a:gd name="connsiteX6" fmla="*/ 3644417 w 4824210"/>
                <a:gd name="connsiteY6" fmla="*/ 1957173 h 4785884"/>
                <a:gd name="connsiteX7" fmla="*/ 4824119 w 4824210"/>
                <a:gd name="connsiteY7" fmla="*/ 2283577 h 4785884"/>
                <a:gd name="connsiteX8" fmla="*/ 3585369 w 4824210"/>
                <a:gd name="connsiteY8" fmla="*/ 2755829 h 4785884"/>
                <a:gd name="connsiteX9" fmla="*/ 4549998 w 4824210"/>
                <a:gd name="connsiteY9" fmla="*/ 3931620 h 4785884"/>
                <a:gd name="connsiteX10" fmla="*/ 3070885 w 4824210"/>
                <a:gd name="connsiteY10" fmla="*/ 3416740 h 4785884"/>
                <a:gd name="connsiteX11" fmla="*/ 2905798 w 4824210"/>
                <a:gd name="connsiteY11" fmla="*/ 4784700 h 4785884"/>
                <a:gd name="connsiteX12" fmla="*/ 2017369 w 4824210"/>
                <a:gd name="connsiteY12" fmla="*/ 3391175 h 4785884"/>
                <a:gd name="connsiteX13" fmla="*/ 354844 w 4824210"/>
                <a:gd name="connsiteY13" fmla="*/ 3823586 h 4785884"/>
                <a:gd name="connsiteX14" fmla="*/ 1306700 w 4824210"/>
                <a:gd name="connsiteY14" fmla="*/ 2597830 h 4785884"/>
                <a:gd name="connsiteX15" fmla="*/ 1 w 4824210"/>
                <a:gd name="connsiteY15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787860 w 4824208"/>
                <a:gd name="connsiteY3" fmla="*/ 1342310 h 4785882"/>
                <a:gd name="connsiteX4" fmla="*/ 3924153 w 4824208"/>
                <a:gd name="connsiteY4" fmla="*/ 431702 h 4785882"/>
                <a:gd name="connsiteX5" fmla="*/ 3994508 w 4824208"/>
                <a:gd name="connsiteY5" fmla="*/ 1425177 h 4785882"/>
                <a:gd name="connsiteX6" fmla="*/ 3644415 w 4824208"/>
                <a:gd name="connsiteY6" fmla="*/ 1957171 h 4785882"/>
                <a:gd name="connsiteX7" fmla="*/ 4824117 w 4824208"/>
                <a:gd name="connsiteY7" fmla="*/ 2283575 h 4785882"/>
                <a:gd name="connsiteX8" fmla="*/ 3585367 w 4824208"/>
                <a:gd name="connsiteY8" fmla="*/ 2755827 h 4785882"/>
                <a:gd name="connsiteX9" fmla="*/ 4549996 w 4824208"/>
                <a:gd name="connsiteY9" fmla="*/ 3931618 h 4785882"/>
                <a:gd name="connsiteX10" fmla="*/ 3070883 w 4824208"/>
                <a:gd name="connsiteY10" fmla="*/ 3416738 h 4785882"/>
                <a:gd name="connsiteX11" fmla="*/ 2905796 w 4824208"/>
                <a:gd name="connsiteY11" fmla="*/ 4784698 h 4785882"/>
                <a:gd name="connsiteX12" fmla="*/ 2017367 w 4824208"/>
                <a:gd name="connsiteY12" fmla="*/ 3391173 h 4785882"/>
                <a:gd name="connsiteX13" fmla="*/ 354842 w 4824208"/>
                <a:gd name="connsiteY13" fmla="*/ 3823584 h 4785882"/>
                <a:gd name="connsiteX14" fmla="*/ 1306698 w 4824208"/>
                <a:gd name="connsiteY14" fmla="*/ 2597828 h 4785882"/>
                <a:gd name="connsiteX15" fmla="*/ -1 w 4824208"/>
                <a:gd name="connsiteY15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787862 w 4824210"/>
                <a:gd name="connsiteY3" fmla="*/ 1342312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644415 w 4824208"/>
                <a:gd name="connsiteY5" fmla="*/ 1957171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644417 w 4824210"/>
                <a:gd name="connsiteY5" fmla="*/ 1957173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573943 w 4824208"/>
                <a:gd name="connsiteY1" fmla="*/ 157126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573945 w 4824210"/>
                <a:gd name="connsiteY1" fmla="*/ 157126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681474 w 4824210"/>
                <a:gd name="connsiteY1" fmla="*/ 176460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785884"/>
                <a:gd name="connsiteX1" fmla="*/ 1681474 w 4824210"/>
                <a:gd name="connsiteY1" fmla="*/ 1764603 h 4785884"/>
                <a:gd name="connsiteX2" fmla="*/ 2051752 w 4824210"/>
                <a:gd name="connsiteY2" fmla="*/ 1 h 4785884"/>
                <a:gd name="connsiteX3" fmla="*/ 2692151 w 4824210"/>
                <a:gd name="connsiteY3" fmla="*/ 1634454 h 4785884"/>
                <a:gd name="connsiteX4" fmla="*/ 3924155 w 4824210"/>
                <a:gd name="connsiteY4" fmla="*/ 431704 h 4785884"/>
                <a:gd name="connsiteX5" fmla="*/ 3501933 w 4824210"/>
                <a:gd name="connsiteY5" fmla="*/ 2011010 h 4785884"/>
                <a:gd name="connsiteX6" fmla="*/ 4824119 w 4824210"/>
                <a:gd name="connsiteY6" fmla="*/ 2283577 h 4785884"/>
                <a:gd name="connsiteX7" fmla="*/ 3585369 w 4824210"/>
                <a:gd name="connsiteY7" fmla="*/ 2755829 h 4785884"/>
                <a:gd name="connsiteX8" fmla="*/ 4549998 w 4824210"/>
                <a:gd name="connsiteY8" fmla="*/ 3931620 h 4785884"/>
                <a:gd name="connsiteX9" fmla="*/ 3070885 w 4824210"/>
                <a:gd name="connsiteY9" fmla="*/ 3416740 h 4785884"/>
                <a:gd name="connsiteX10" fmla="*/ 2905798 w 4824210"/>
                <a:gd name="connsiteY10" fmla="*/ 4784700 h 4785884"/>
                <a:gd name="connsiteX11" fmla="*/ 2017369 w 4824210"/>
                <a:gd name="connsiteY11" fmla="*/ 3391175 h 4785884"/>
                <a:gd name="connsiteX12" fmla="*/ 354844 w 4824210"/>
                <a:gd name="connsiteY12" fmla="*/ 3823586 h 4785884"/>
                <a:gd name="connsiteX13" fmla="*/ 1306700 w 4824210"/>
                <a:gd name="connsiteY13" fmla="*/ 2597830 h 4785884"/>
                <a:gd name="connsiteX14" fmla="*/ 1 w 4824210"/>
                <a:gd name="connsiteY14" fmla="*/ 1515908 h 4785884"/>
                <a:gd name="connsiteX0" fmla="*/ -1 w 4824208"/>
                <a:gd name="connsiteY0" fmla="*/ 1515906 h 4785882"/>
                <a:gd name="connsiteX1" fmla="*/ 1681472 w 4824208"/>
                <a:gd name="connsiteY1" fmla="*/ 1764601 h 4785882"/>
                <a:gd name="connsiteX2" fmla="*/ 2051750 w 4824208"/>
                <a:gd name="connsiteY2" fmla="*/ -1 h 4785882"/>
                <a:gd name="connsiteX3" fmla="*/ 2692149 w 4824208"/>
                <a:gd name="connsiteY3" fmla="*/ 1634452 h 4785882"/>
                <a:gd name="connsiteX4" fmla="*/ 3924153 w 4824208"/>
                <a:gd name="connsiteY4" fmla="*/ 431702 h 4785882"/>
                <a:gd name="connsiteX5" fmla="*/ 3501931 w 4824208"/>
                <a:gd name="connsiteY5" fmla="*/ 2011008 h 4785882"/>
                <a:gd name="connsiteX6" fmla="*/ 4824117 w 4824208"/>
                <a:gd name="connsiteY6" fmla="*/ 2283575 h 4785882"/>
                <a:gd name="connsiteX7" fmla="*/ 3585367 w 4824208"/>
                <a:gd name="connsiteY7" fmla="*/ 2755827 h 4785882"/>
                <a:gd name="connsiteX8" fmla="*/ 4549996 w 4824208"/>
                <a:gd name="connsiteY8" fmla="*/ 3931618 h 4785882"/>
                <a:gd name="connsiteX9" fmla="*/ 3070883 w 4824208"/>
                <a:gd name="connsiteY9" fmla="*/ 3416738 h 4785882"/>
                <a:gd name="connsiteX10" fmla="*/ 2905796 w 4824208"/>
                <a:gd name="connsiteY10" fmla="*/ 4784698 h 4785882"/>
                <a:gd name="connsiteX11" fmla="*/ 2017367 w 4824208"/>
                <a:gd name="connsiteY11" fmla="*/ 3391173 h 4785882"/>
                <a:gd name="connsiteX12" fmla="*/ 354842 w 4824208"/>
                <a:gd name="connsiteY12" fmla="*/ 3823584 h 4785882"/>
                <a:gd name="connsiteX13" fmla="*/ 1306698 w 4824208"/>
                <a:gd name="connsiteY13" fmla="*/ 2597828 h 4785882"/>
                <a:gd name="connsiteX14" fmla="*/ -1 w 4824208"/>
                <a:gd name="connsiteY14" fmla="*/ 1515906 h 4785882"/>
                <a:gd name="connsiteX0" fmla="*/ 1 w 4824210"/>
                <a:gd name="connsiteY0" fmla="*/ 1515908 h 4816877"/>
                <a:gd name="connsiteX1" fmla="*/ 1681474 w 4824210"/>
                <a:gd name="connsiteY1" fmla="*/ 1764603 h 4816877"/>
                <a:gd name="connsiteX2" fmla="*/ 2051752 w 4824210"/>
                <a:gd name="connsiteY2" fmla="*/ 1 h 4816877"/>
                <a:gd name="connsiteX3" fmla="*/ 2692151 w 4824210"/>
                <a:gd name="connsiteY3" fmla="*/ 1634454 h 4816877"/>
                <a:gd name="connsiteX4" fmla="*/ 3924155 w 4824210"/>
                <a:gd name="connsiteY4" fmla="*/ 431704 h 4816877"/>
                <a:gd name="connsiteX5" fmla="*/ 3501933 w 4824210"/>
                <a:gd name="connsiteY5" fmla="*/ 2011010 h 4816877"/>
                <a:gd name="connsiteX6" fmla="*/ 4824119 w 4824210"/>
                <a:gd name="connsiteY6" fmla="*/ 2283577 h 4816877"/>
                <a:gd name="connsiteX7" fmla="*/ 3585369 w 4824210"/>
                <a:gd name="connsiteY7" fmla="*/ 2755829 h 4816877"/>
                <a:gd name="connsiteX8" fmla="*/ 4549998 w 4824210"/>
                <a:gd name="connsiteY8" fmla="*/ 3931620 h 4816877"/>
                <a:gd name="connsiteX9" fmla="*/ 3070885 w 4824210"/>
                <a:gd name="connsiteY9" fmla="*/ 3416740 h 4816877"/>
                <a:gd name="connsiteX10" fmla="*/ 2769359 w 4824210"/>
                <a:gd name="connsiteY10" fmla="*/ 4815717 h 4816877"/>
                <a:gd name="connsiteX11" fmla="*/ 2017369 w 4824210"/>
                <a:gd name="connsiteY11" fmla="*/ 3391175 h 4816877"/>
                <a:gd name="connsiteX12" fmla="*/ 354844 w 4824210"/>
                <a:gd name="connsiteY12" fmla="*/ 3823586 h 4816877"/>
                <a:gd name="connsiteX13" fmla="*/ 1306700 w 4824210"/>
                <a:gd name="connsiteY13" fmla="*/ 2597830 h 4816877"/>
                <a:gd name="connsiteX14" fmla="*/ 1 w 4824210"/>
                <a:gd name="connsiteY14" fmla="*/ 1515908 h 4816877"/>
                <a:gd name="connsiteX0" fmla="*/ -1 w 4824208"/>
                <a:gd name="connsiteY0" fmla="*/ 1515906 h 4816873"/>
                <a:gd name="connsiteX1" fmla="*/ 1681472 w 4824208"/>
                <a:gd name="connsiteY1" fmla="*/ 1764601 h 4816873"/>
                <a:gd name="connsiteX2" fmla="*/ 2051750 w 4824208"/>
                <a:gd name="connsiteY2" fmla="*/ -1 h 4816873"/>
                <a:gd name="connsiteX3" fmla="*/ 2588999 w 4824208"/>
                <a:gd name="connsiteY3" fmla="*/ 1677665 h 4816873"/>
                <a:gd name="connsiteX4" fmla="*/ 3924153 w 4824208"/>
                <a:gd name="connsiteY4" fmla="*/ 431702 h 4816873"/>
                <a:gd name="connsiteX5" fmla="*/ 3501931 w 4824208"/>
                <a:gd name="connsiteY5" fmla="*/ 2011008 h 4816873"/>
                <a:gd name="connsiteX6" fmla="*/ 4824117 w 4824208"/>
                <a:gd name="connsiteY6" fmla="*/ 2283575 h 4816873"/>
                <a:gd name="connsiteX7" fmla="*/ 3585367 w 4824208"/>
                <a:gd name="connsiteY7" fmla="*/ 2755827 h 4816873"/>
                <a:gd name="connsiteX8" fmla="*/ 4549996 w 4824208"/>
                <a:gd name="connsiteY8" fmla="*/ 3931618 h 4816873"/>
                <a:gd name="connsiteX9" fmla="*/ 3070883 w 4824208"/>
                <a:gd name="connsiteY9" fmla="*/ 3416738 h 4816873"/>
                <a:gd name="connsiteX10" fmla="*/ 2769357 w 4824208"/>
                <a:gd name="connsiteY10" fmla="*/ 4815715 h 4816873"/>
                <a:gd name="connsiteX11" fmla="*/ 2017367 w 4824208"/>
                <a:gd name="connsiteY11" fmla="*/ 3391173 h 4816873"/>
                <a:gd name="connsiteX12" fmla="*/ 354842 w 4824208"/>
                <a:gd name="connsiteY12" fmla="*/ 3823584 h 4816873"/>
                <a:gd name="connsiteX13" fmla="*/ 1306698 w 4824208"/>
                <a:gd name="connsiteY13" fmla="*/ 2597828 h 4816873"/>
                <a:gd name="connsiteX14" fmla="*/ -1 w 4824208"/>
                <a:gd name="connsiteY14" fmla="*/ 1515906 h 4816873"/>
                <a:gd name="connsiteX0" fmla="*/ 1 w 4824210"/>
                <a:gd name="connsiteY0" fmla="*/ 1450607 h 4751576"/>
                <a:gd name="connsiteX1" fmla="*/ 1681474 w 4824210"/>
                <a:gd name="connsiteY1" fmla="*/ 1699302 h 4751576"/>
                <a:gd name="connsiteX2" fmla="*/ 1872212 w 4824210"/>
                <a:gd name="connsiteY2" fmla="*/ 0 h 4751576"/>
                <a:gd name="connsiteX3" fmla="*/ 2589001 w 4824210"/>
                <a:gd name="connsiteY3" fmla="*/ 1612366 h 4751576"/>
                <a:gd name="connsiteX4" fmla="*/ 3924155 w 4824210"/>
                <a:gd name="connsiteY4" fmla="*/ 366403 h 4751576"/>
                <a:gd name="connsiteX5" fmla="*/ 3501933 w 4824210"/>
                <a:gd name="connsiteY5" fmla="*/ 1945709 h 4751576"/>
                <a:gd name="connsiteX6" fmla="*/ 4824119 w 4824210"/>
                <a:gd name="connsiteY6" fmla="*/ 2218276 h 4751576"/>
                <a:gd name="connsiteX7" fmla="*/ 3585369 w 4824210"/>
                <a:gd name="connsiteY7" fmla="*/ 2690528 h 4751576"/>
                <a:gd name="connsiteX8" fmla="*/ 4549998 w 4824210"/>
                <a:gd name="connsiteY8" fmla="*/ 3866319 h 4751576"/>
                <a:gd name="connsiteX9" fmla="*/ 3070885 w 4824210"/>
                <a:gd name="connsiteY9" fmla="*/ 3351439 h 4751576"/>
                <a:gd name="connsiteX10" fmla="*/ 2769359 w 4824210"/>
                <a:gd name="connsiteY10" fmla="*/ 4750416 h 4751576"/>
                <a:gd name="connsiteX11" fmla="*/ 2017369 w 4824210"/>
                <a:gd name="connsiteY11" fmla="*/ 3325874 h 4751576"/>
                <a:gd name="connsiteX12" fmla="*/ 354844 w 4824210"/>
                <a:gd name="connsiteY12" fmla="*/ 3758285 h 4751576"/>
                <a:gd name="connsiteX13" fmla="*/ 1306700 w 4824210"/>
                <a:gd name="connsiteY13" fmla="*/ 2532529 h 4751576"/>
                <a:gd name="connsiteX14" fmla="*/ 1 w 4824210"/>
                <a:gd name="connsiteY14" fmla="*/ 1450607 h 4751576"/>
                <a:gd name="connsiteX0" fmla="*/ -1 w 4824208"/>
                <a:gd name="connsiteY0" fmla="*/ 1323795 h 4624762"/>
                <a:gd name="connsiteX1" fmla="*/ 1681472 w 4824208"/>
                <a:gd name="connsiteY1" fmla="*/ 1572490 h 4624762"/>
                <a:gd name="connsiteX2" fmla="*/ 1951479 w 4824208"/>
                <a:gd name="connsiteY2" fmla="*/ -1 h 4624762"/>
                <a:gd name="connsiteX3" fmla="*/ 2588999 w 4824208"/>
                <a:gd name="connsiteY3" fmla="*/ 1485554 h 4624762"/>
                <a:gd name="connsiteX4" fmla="*/ 3924153 w 4824208"/>
                <a:gd name="connsiteY4" fmla="*/ 239591 h 4624762"/>
                <a:gd name="connsiteX5" fmla="*/ 3501931 w 4824208"/>
                <a:gd name="connsiteY5" fmla="*/ 1818897 h 4624762"/>
                <a:gd name="connsiteX6" fmla="*/ 4824117 w 4824208"/>
                <a:gd name="connsiteY6" fmla="*/ 2091464 h 4624762"/>
                <a:gd name="connsiteX7" fmla="*/ 3585367 w 4824208"/>
                <a:gd name="connsiteY7" fmla="*/ 2563716 h 4624762"/>
                <a:gd name="connsiteX8" fmla="*/ 4549996 w 4824208"/>
                <a:gd name="connsiteY8" fmla="*/ 3739507 h 4624762"/>
                <a:gd name="connsiteX9" fmla="*/ 3070883 w 4824208"/>
                <a:gd name="connsiteY9" fmla="*/ 3224627 h 4624762"/>
                <a:gd name="connsiteX10" fmla="*/ 2769357 w 4824208"/>
                <a:gd name="connsiteY10" fmla="*/ 4623604 h 4624762"/>
                <a:gd name="connsiteX11" fmla="*/ 2017367 w 4824208"/>
                <a:gd name="connsiteY11" fmla="*/ 3199062 h 4624762"/>
                <a:gd name="connsiteX12" fmla="*/ 354842 w 4824208"/>
                <a:gd name="connsiteY12" fmla="*/ 3631473 h 4624762"/>
                <a:gd name="connsiteX13" fmla="*/ 1306698 w 4824208"/>
                <a:gd name="connsiteY13" fmla="*/ 2405717 h 4624762"/>
                <a:gd name="connsiteX14" fmla="*/ -1 w 4824208"/>
                <a:gd name="connsiteY14" fmla="*/ 1323795 h 4624762"/>
                <a:gd name="connsiteX0" fmla="*/ 1 w 4824210"/>
                <a:gd name="connsiteY0" fmla="*/ 1323797 h 4624766"/>
                <a:gd name="connsiteX1" fmla="*/ 1681474 w 4824210"/>
                <a:gd name="connsiteY1" fmla="*/ 1572492 h 4624766"/>
                <a:gd name="connsiteX2" fmla="*/ 1951481 w 4824210"/>
                <a:gd name="connsiteY2" fmla="*/ 1 h 4624766"/>
                <a:gd name="connsiteX3" fmla="*/ 2589001 w 4824210"/>
                <a:gd name="connsiteY3" fmla="*/ 1485556 h 4624766"/>
                <a:gd name="connsiteX4" fmla="*/ 3924155 w 4824210"/>
                <a:gd name="connsiteY4" fmla="*/ 239593 h 4624766"/>
                <a:gd name="connsiteX5" fmla="*/ 3501933 w 4824210"/>
                <a:gd name="connsiteY5" fmla="*/ 1818899 h 4624766"/>
                <a:gd name="connsiteX6" fmla="*/ 4824119 w 4824210"/>
                <a:gd name="connsiteY6" fmla="*/ 2091466 h 4624766"/>
                <a:gd name="connsiteX7" fmla="*/ 3585369 w 4824210"/>
                <a:gd name="connsiteY7" fmla="*/ 2563718 h 4624766"/>
                <a:gd name="connsiteX8" fmla="*/ 4549998 w 4824210"/>
                <a:gd name="connsiteY8" fmla="*/ 3739509 h 4624766"/>
                <a:gd name="connsiteX9" fmla="*/ 3070885 w 4824210"/>
                <a:gd name="connsiteY9" fmla="*/ 3224629 h 4624766"/>
                <a:gd name="connsiteX10" fmla="*/ 2769359 w 4824210"/>
                <a:gd name="connsiteY10" fmla="*/ 4623606 h 4624766"/>
                <a:gd name="connsiteX11" fmla="*/ 2017369 w 4824210"/>
                <a:gd name="connsiteY11" fmla="*/ 3199064 h 4624766"/>
                <a:gd name="connsiteX12" fmla="*/ 354844 w 4824210"/>
                <a:gd name="connsiteY12" fmla="*/ 3631475 h 4624766"/>
                <a:gd name="connsiteX13" fmla="*/ 1306700 w 4824210"/>
                <a:gd name="connsiteY13" fmla="*/ 2405719 h 4624766"/>
                <a:gd name="connsiteX14" fmla="*/ 1 w 4824210"/>
                <a:gd name="connsiteY14" fmla="*/ 1323797 h 4624766"/>
                <a:gd name="connsiteX0" fmla="*/ -1 w 4824208"/>
                <a:gd name="connsiteY0" fmla="*/ 1323795 h 4624762"/>
                <a:gd name="connsiteX1" fmla="*/ 1681472 w 4824208"/>
                <a:gd name="connsiteY1" fmla="*/ 1572490 h 4624762"/>
                <a:gd name="connsiteX2" fmla="*/ 1951479 w 4824208"/>
                <a:gd name="connsiteY2" fmla="*/ -1 h 4624762"/>
                <a:gd name="connsiteX3" fmla="*/ 2588999 w 4824208"/>
                <a:gd name="connsiteY3" fmla="*/ 1485554 h 4624762"/>
                <a:gd name="connsiteX4" fmla="*/ 3924153 w 4824208"/>
                <a:gd name="connsiteY4" fmla="*/ 239591 h 4624762"/>
                <a:gd name="connsiteX5" fmla="*/ 3501931 w 4824208"/>
                <a:gd name="connsiteY5" fmla="*/ 1818897 h 4624762"/>
                <a:gd name="connsiteX6" fmla="*/ 4824117 w 4824208"/>
                <a:gd name="connsiteY6" fmla="*/ 2091464 h 4624762"/>
                <a:gd name="connsiteX7" fmla="*/ 3585367 w 4824208"/>
                <a:gd name="connsiteY7" fmla="*/ 2563716 h 4624762"/>
                <a:gd name="connsiteX8" fmla="*/ 4549996 w 4824208"/>
                <a:gd name="connsiteY8" fmla="*/ 3739507 h 4624762"/>
                <a:gd name="connsiteX9" fmla="*/ 3070883 w 4824208"/>
                <a:gd name="connsiteY9" fmla="*/ 3224627 h 4624762"/>
                <a:gd name="connsiteX10" fmla="*/ 2769357 w 4824208"/>
                <a:gd name="connsiteY10" fmla="*/ 4623604 h 4624762"/>
                <a:gd name="connsiteX11" fmla="*/ 2017367 w 4824208"/>
                <a:gd name="connsiteY11" fmla="*/ 3199062 h 4624762"/>
                <a:gd name="connsiteX12" fmla="*/ 354842 w 4824208"/>
                <a:gd name="connsiteY12" fmla="*/ 3631473 h 4624762"/>
                <a:gd name="connsiteX13" fmla="*/ 1306698 w 4824208"/>
                <a:gd name="connsiteY13" fmla="*/ 2405717 h 4624762"/>
                <a:gd name="connsiteX14" fmla="*/ -1 w 4824208"/>
                <a:gd name="connsiteY14" fmla="*/ 1323795 h 4624762"/>
                <a:gd name="connsiteX0" fmla="*/ 1 w 4824210"/>
                <a:gd name="connsiteY0" fmla="*/ 1323797 h 4624766"/>
                <a:gd name="connsiteX1" fmla="*/ 1681474 w 4824210"/>
                <a:gd name="connsiteY1" fmla="*/ 1572492 h 4624766"/>
                <a:gd name="connsiteX2" fmla="*/ 1951481 w 4824210"/>
                <a:gd name="connsiteY2" fmla="*/ 1 h 4624766"/>
                <a:gd name="connsiteX3" fmla="*/ 2652997 w 4824210"/>
                <a:gd name="connsiteY3" fmla="*/ 1403752 h 4624766"/>
                <a:gd name="connsiteX4" fmla="*/ 3924155 w 4824210"/>
                <a:gd name="connsiteY4" fmla="*/ 239593 h 4624766"/>
                <a:gd name="connsiteX5" fmla="*/ 3501933 w 4824210"/>
                <a:gd name="connsiteY5" fmla="*/ 1818899 h 4624766"/>
                <a:gd name="connsiteX6" fmla="*/ 4824119 w 4824210"/>
                <a:gd name="connsiteY6" fmla="*/ 2091466 h 4624766"/>
                <a:gd name="connsiteX7" fmla="*/ 3585369 w 4824210"/>
                <a:gd name="connsiteY7" fmla="*/ 2563718 h 4624766"/>
                <a:gd name="connsiteX8" fmla="*/ 4549998 w 4824210"/>
                <a:gd name="connsiteY8" fmla="*/ 3739509 h 4624766"/>
                <a:gd name="connsiteX9" fmla="*/ 3070885 w 4824210"/>
                <a:gd name="connsiteY9" fmla="*/ 3224629 h 4624766"/>
                <a:gd name="connsiteX10" fmla="*/ 2769359 w 4824210"/>
                <a:gd name="connsiteY10" fmla="*/ 4623606 h 4624766"/>
                <a:gd name="connsiteX11" fmla="*/ 2017369 w 4824210"/>
                <a:gd name="connsiteY11" fmla="*/ 3199064 h 4624766"/>
                <a:gd name="connsiteX12" fmla="*/ 354844 w 4824210"/>
                <a:gd name="connsiteY12" fmla="*/ 3631475 h 4624766"/>
                <a:gd name="connsiteX13" fmla="*/ 1306700 w 4824210"/>
                <a:gd name="connsiteY13" fmla="*/ 2405719 h 4624766"/>
                <a:gd name="connsiteX14" fmla="*/ 1 w 4824210"/>
                <a:gd name="connsiteY14" fmla="*/ 1323797 h 4624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824210" h="4624766">
                  <a:moveTo>
                    <a:pt x="1" y="1323797"/>
                  </a:moveTo>
                  <a:cubicBezTo>
                    <a:pt x="633323" y="1383878"/>
                    <a:pt x="1417823" y="1609420"/>
                    <a:pt x="1681474" y="1572492"/>
                  </a:cubicBezTo>
                  <a:cubicBezTo>
                    <a:pt x="1790594" y="1166583"/>
                    <a:pt x="1786880" y="594423"/>
                    <a:pt x="1951481" y="1"/>
                  </a:cubicBezTo>
                  <a:cubicBezTo>
                    <a:pt x="2170664" y="403056"/>
                    <a:pt x="2557955" y="1041315"/>
                    <a:pt x="2652997" y="1403752"/>
                  </a:cubicBezTo>
                  <a:cubicBezTo>
                    <a:pt x="3103419" y="986424"/>
                    <a:pt x="3766490" y="310769"/>
                    <a:pt x="3924155" y="239593"/>
                  </a:cubicBezTo>
                  <a:cubicBezTo>
                    <a:pt x="3844662" y="673958"/>
                    <a:pt x="3460640" y="1722223"/>
                    <a:pt x="3501933" y="1818899"/>
                  </a:cubicBezTo>
                  <a:cubicBezTo>
                    <a:pt x="3736212" y="1853076"/>
                    <a:pt x="4692606" y="1988247"/>
                    <a:pt x="4824119" y="2091466"/>
                  </a:cubicBezTo>
                  <a:cubicBezTo>
                    <a:pt x="4833451" y="2233703"/>
                    <a:pt x="4124852" y="2320002"/>
                    <a:pt x="3585369" y="2563718"/>
                  </a:cubicBezTo>
                  <a:cubicBezTo>
                    <a:pt x="3779728" y="2807895"/>
                    <a:pt x="4357569" y="3382413"/>
                    <a:pt x="4549998" y="3739509"/>
                  </a:cubicBezTo>
                  <a:cubicBezTo>
                    <a:pt x="4200214" y="3679853"/>
                    <a:pt x="3389500" y="3265643"/>
                    <a:pt x="3070885" y="3224629"/>
                  </a:cubicBezTo>
                  <a:cubicBezTo>
                    <a:pt x="3024509" y="3539936"/>
                    <a:pt x="2850190" y="4334804"/>
                    <a:pt x="2769359" y="4623606"/>
                  </a:cubicBezTo>
                  <a:cubicBezTo>
                    <a:pt x="2633064" y="4672076"/>
                    <a:pt x="2081638" y="3185383"/>
                    <a:pt x="2017369" y="3199064"/>
                  </a:cubicBezTo>
                  <a:cubicBezTo>
                    <a:pt x="1885987" y="3193397"/>
                    <a:pt x="500174" y="3767558"/>
                    <a:pt x="354844" y="3631475"/>
                  </a:cubicBezTo>
                  <a:cubicBezTo>
                    <a:pt x="790024" y="3084190"/>
                    <a:pt x="1108810" y="2833278"/>
                    <a:pt x="1306700" y="2405719"/>
                  </a:cubicBezTo>
                  <a:cubicBezTo>
                    <a:pt x="1218707" y="2334388"/>
                    <a:pt x="52036" y="1460613"/>
                    <a:pt x="1" y="1323797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E50D464-7A5F-C119-6F8B-B4A26AC8CF68}"/>
                </a:ext>
              </a:extLst>
            </p:cNvPr>
            <p:cNvGrpSpPr/>
            <p:nvPr/>
          </p:nvGrpSpPr>
          <p:grpSpPr>
            <a:xfrm>
              <a:off x="10837082" y="3961336"/>
              <a:ext cx="549299" cy="361152"/>
              <a:chOff x="10056508" y="3520306"/>
              <a:chExt cx="713092" cy="468842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3E16DB23-6D47-5C83-7FE7-ABB369BD695A}"/>
                  </a:ext>
                </a:extLst>
              </p:cNvPr>
              <p:cNvSpPr/>
              <p:nvPr/>
            </p:nvSpPr>
            <p:spPr>
              <a:xfrm>
                <a:off x="10056508" y="3890827"/>
                <a:ext cx="713092" cy="98321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91665"/>
                  <a:gd name="connsiteX1" fmla="*/ 107170 w 202239"/>
                  <a:gd name="connsiteY1" fmla="*/ 91612 h 91665"/>
                  <a:gd name="connsiteX2" fmla="*/ 202239 w 202239"/>
                  <a:gd name="connsiteY2" fmla="*/ 0 h 91665"/>
                  <a:gd name="connsiteX0" fmla="*/ 0 w 202403"/>
                  <a:gd name="connsiteY0" fmla="*/ 6914 h 91665"/>
                  <a:gd name="connsiteX1" fmla="*/ 107170 w 202403"/>
                  <a:gd name="connsiteY1" fmla="*/ 91612 h 91665"/>
                  <a:gd name="connsiteX2" fmla="*/ 202239 w 202403"/>
                  <a:gd name="connsiteY2" fmla="*/ 0 h 91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403" h="91665">
                    <a:moveTo>
                      <a:pt x="0" y="6914"/>
                    </a:moveTo>
                    <a:cubicBezTo>
                      <a:pt x="4431" y="75571"/>
                      <a:pt x="73464" y="92764"/>
                      <a:pt x="107170" y="91612"/>
                    </a:cubicBezTo>
                    <a:cubicBezTo>
                      <a:pt x="140876" y="90460"/>
                      <a:pt x="206106" y="71366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07481BB-763A-C248-2ED2-57D87B816E32}"/>
                  </a:ext>
                </a:extLst>
              </p:cNvPr>
              <p:cNvSpPr/>
              <p:nvPr/>
            </p:nvSpPr>
            <p:spPr>
              <a:xfrm flipH="1">
                <a:off x="10435768" y="3520306"/>
                <a:ext cx="250414" cy="29544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0B07F7F2-2281-55F7-CDE9-72492E079724}"/>
                  </a:ext>
                </a:extLst>
              </p:cNvPr>
              <p:cNvSpPr/>
              <p:nvPr/>
            </p:nvSpPr>
            <p:spPr>
              <a:xfrm flipH="1">
                <a:off x="10442217" y="3520306"/>
                <a:ext cx="150739" cy="133780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19C66C9-712E-A913-6586-9DC568770EC3}"/>
                  </a:ext>
                </a:extLst>
              </p:cNvPr>
              <p:cNvSpPr/>
              <p:nvPr/>
            </p:nvSpPr>
            <p:spPr>
              <a:xfrm flipH="1">
                <a:off x="10108996" y="3520306"/>
                <a:ext cx="250414" cy="29544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7BB9F2C-69DE-0F8A-2448-8E7116FAA322}"/>
                  </a:ext>
                </a:extLst>
              </p:cNvPr>
              <p:cNvSpPr/>
              <p:nvPr/>
            </p:nvSpPr>
            <p:spPr>
              <a:xfrm flipH="1">
                <a:off x="10114155" y="3520306"/>
                <a:ext cx="150739" cy="133780"/>
              </a:xfrm>
              <a:custGeom>
                <a:avLst/>
                <a:gdLst>
                  <a:gd name="connsiteX0" fmla="*/ 66769 w 325836"/>
                  <a:gd name="connsiteY0" fmla="*/ 0 h 289179"/>
                  <a:gd name="connsiteX1" fmla="*/ 316147 w 325836"/>
                  <a:gd name="connsiteY1" fmla="*/ 195023 h 289179"/>
                  <a:gd name="connsiteX2" fmla="*/ 325836 w 325836"/>
                  <a:gd name="connsiteY2" fmla="*/ 231847 h 289179"/>
                  <a:gd name="connsiteX3" fmla="*/ 265409 w 325836"/>
                  <a:gd name="connsiteY3" fmla="*/ 275001 h 289179"/>
                  <a:gd name="connsiteX4" fmla="*/ 185019 w 325836"/>
                  <a:gd name="connsiteY4" fmla="*/ 288684 h 289179"/>
                  <a:gd name="connsiteX5" fmla="*/ 1897 w 325836"/>
                  <a:gd name="connsiteY5" fmla="*/ 21266 h 289179"/>
                  <a:gd name="connsiteX6" fmla="*/ 4770 w 325836"/>
                  <a:gd name="connsiteY6" fmla="*/ 9217 h 289179"/>
                  <a:gd name="connsiteX7" fmla="*/ 12224 w 325836"/>
                  <a:gd name="connsiteY7" fmla="*/ 6487 h 289179"/>
                  <a:gd name="connsiteX8" fmla="*/ 66769 w 325836"/>
                  <a:gd name="connsiteY8" fmla="*/ 0 h 289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5836" h="289179">
                    <a:moveTo>
                      <a:pt x="66769" y="0"/>
                    </a:moveTo>
                    <a:cubicBezTo>
                      <a:pt x="178875" y="0"/>
                      <a:pt x="275061" y="80416"/>
                      <a:pt x="316147" y="195023"/>
                    </a:cubicBezTo>
                    <a:lnTo>
                      <a:pt x="325836" y="231847"/>
                    </a:lnTo>
                    <a:lnTo>
                      <a:pt x="265409" y="275001"/>
                    </a:lnTo>
                    <a:cubicBezTo>
                      <a:pt x="240185" y="285865"/>
                      <a:pt x="212992" y="290848"/>
                      <a:pt x="185019" y="288684"/>
                    </a:cubicBezTo>
                    <a:cubicBezTo>
                      <a:pt x="73129" y="280029"/>
                      <a:pt x="-14093" y="186477"/>
                      <a:pt x="1897" y="21266"/>
                    </a:cubicBezTo>
                    <a:lnTo>
                      <a:pt x="4770" y="9217"/>
                    </a:lnTo>
                    <a:lnTo>
                      <a:pt x="12224" y="6487"/>
                    </a:lnTo>
                    <a:cubicBezTo>
                      <a:pt x="29843" y="2234"/>
                      <a:pt x="48085" y="0"/>
                      <a:pt x="66769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9C4F084-8D94-CCCB-F089-CFDB7A029D68}"/>
                </a:ext>
              </a:extLst>
            </p:cNvPr>
            <p:cNvGrpSpPr/>
            <p:nvPr/>
          </p:nvGrpSpPr>
          <p:grpSpPr>
            <a:xfrm>
              <a:off x="10771448" y="5859052"/>
              <a:ext cx="627232" cy="435064"/>
              <a:chOff x="9839339" y="677159"/>
              <a:chExt cx="751991" cy="521600"/>
            </a:xfrm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D222837-7749-059B-31B3-3C94E1324B5C}"/>
                  </a:ext>
                </a:extLst>
              </p:cNvPr>
              <p:cNvSpPr/>
              <p:nvPr/>
            </p:nvSpPr>
            <p:spPr>
              <a:xfrm rot="5636109">
                <a:off x="10405736" y="633065"/>
                <a:ext cx="141500" cy="229688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147499"/>
                  <a:gd name="connsiteX1" fmla="*/ 99248 w 202239"/>
                  <a:gd name="connsiteY1" fmla="*/ 147488 h 147499"/>
                  <a:gd name="connsiteX2" fmla="*/ 202239 w 202239"/>
                  <a:gd name="connsiteY2" fmla="*/ 0 h 147499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186642"/>
                  <a:gd name="connsiteY0" fmla="*/ 5652 h 147497"/>
                  <a:gd name="connsiteX1" fmla="*/ 83651 w 186642"/>
                  <a:gd name="connsiteY1" fmla="*/ 147488 h 147497"/>
                  <a:gd name="connsiteX2" fmla="*/ 186642 w 186642"/>
                  <a:gd name="connsiteY2" fmla="*/ 0 h 147497"/>
                  <a:gd name="connsiteX0" fmla="*/ 0 w 158137"/>
                  <a:gd name="connsiteY0" fmla="*/ 0 h 141842"/>
                  <a:gd name="connsiteX1" fmla="*/ 83651 w 158137"/>
                  <a:gd name="connsiteY1" fmla="*/ 141836 h 141842"/>
                  <a:gd name="connsiteX2" fmla="*/ 158137 w 158137"/>
                  <a:gd name="connsiteY2" fmla="*/ 4542 h 141842"/>
                  <a:gd name="connsiteX0" fmla="*/ 0 w 158137"/>
                  <a:gd name="connsiteY0" fmla="*/ 0 h 141868"/>
                  <a:gd name="connsiteX1" fmla="*/ 83651 w 158137"/>
                  <a:gd name="connsiteY1" fmla="*/ 141836 h 141868"/>
                  <a:gd name="connsiteX2" fmla="*/ 158137 w 158137"/>
                  <a:gd name="connsiteY2" fmla="*/ 4542 h 141868"/>
                  <a:gd name="connsiteX0" fmla="*/ 0 w 148087"/>
                  <a:gd name="connsiteY0" fmla="*/ 0 h 141840"/>
                  <a:gd name="connsiteX1" fmla="*/ 83651 w 148087"/>
                  <a:gd name="connsiteY1" fmla="*/ 141836 h 141840"/>
                  <a:gd name="connsiteX2" fmla="*/ 148087 w 148087"/>
                  <a:gd name="connsiteY2" fmla="*/ 3883 h 141840"/>
                  <a:gd name="connsiteX0" fmla="*/ 0 w 148087"/>
                  <a:gd name="connsiteY0" fmla="*/ 0 h 141841"/>
                  <a:gd name="connsiteX1" fmla="*/ 83651 w 148087"/>
                  <a:gd name="connsiteY1" fmla="*/ 141836 h 141841"/>
                  <a:gd name="connsiteX2" fmla="*/ 148087 w 148087"/>
                  <a:gd name="connsiteY2" fmla="*/ 3883 h 141841"/>
                  <a:gd name="connsiteX0" fmla="*/ 0 w 148087"/>
                  <a:gd name="connsiteY0" fmla="*/ 0 h 141836"/>
                  <a:gd name="connsiteX1" fmla="*/ 83651 w 148087"/>
                  <a:gd name="connsiteY1" fmla="*/ 141836 h 141836"/>
                  <a:gd name="connsiteX2" fmla="*/ 148087 w 148087"/>
                  <a:gd name="connsiteY2" fmla="*/ 3883 h 141836"/>
                  <a:gd name="connsiteX0" fmla="*/ 0 w 127644"/>
                  <a:gd name="connsiteY0" fmla="*/ 3287 h 145126"/>
                  <a:gd name="connsiteX1" fmla="*/ 83651 w 127644"/>
                  <a:gd name="connsiteY1" fmla="*/ 145123 h 145126"/>
                  <a:gd name="connsiteX2" fmla="*/ 127644 w 127644"/>
                  <a:gd name="connsiteY2" fmla="*/ 0 h 145126"/>
                  <a:gd name="connsiteX0" fmla="*/ 0 w 127644"/>
                  <a:gd name="connsiteY0" fmla="*/ 3287 h 145127"/>
                  <a:gd name="connsiteX1" fmla="*/ 83651 w 127644"/>
                  <a:gd name="connsiteY1" fmla="*/ 145123 h 145127"/>
                  <a:gd name="connsiteX2" fmla="*/ 127644 w 127644"/>
                  <a:gd name="connsiteY2" fmla="*/ 0 h 145127"/>
                  <a:gd name="connsiteX0" fmla="*/ 0 w 111281"/>
                  <a:gd name="connsiteY0" fmla="*/ 4905 h 146748"/>
                  <a:gd name="connsiteX1" fmla="*/ 83651 w 111281"/>
                  <a:gd name="connsiteY1" fmla="*/ 146741 h 146748"/>
                  <a:gd name="connsiteX2" fmla="*/ 111281 w 111281"/>
                  <a:gd name="connsiteY2" fmla="*/ 0 h 146748"/>
                  <a:gd name="connsiteX0" fmla="*/ 0 w 111281"/>
                  <a:gd name="connsiteY0" fmla="*/ 4905 h 146914"/>
                  <a:gd name="connsiteX1" fmla="*/ 83651 w 111281"/>
                  <a:gd name="connsiteY1" fmla="*/ 146741 h 146914"/>
                  <a:gd name="connsiteX2" fmla="*/ 111281 w 111281"/>
                  <a:gd name="connsiteY2" fmla="*/ 0 h 146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1281" h="146914">
                    <a:moveTo>
                      <a:pt x="0" y="4905"/>
                    </a:moveTo>
                    <a:cubicBezTo>
                      <a:pt x="42748" y="79468"/>
                      <a:pt x="72320" y="142563"/>
                      <a:pt x="83651" y="146741"/>
                    </a:cubicBezTo>
                    <a:cubicBezTo>
                      <a:pt x="94982" y="150919"/>
                      <a:pt x="92190" y="78958"/>
                      <a:pt x="111281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282144B-DA4D-9B8F-ABE7-6A0797981D53}"/>
                  </a:ext>
                </a:extLst>
              </p:cNvPr>
              <p:cNvSpPr/>
              <p:nvPr/>
            </p:nvSpPr>
            <p:spPr>
              <a:xfrm rot="15963891" flipH="1">
                <a:off x="9883433" y="661928"/>
                <a:ext cx="141500" cy="229688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147499"/>
                  <a:gd name="connsiteX1" fmla="*/ 99248 w 202239"/>
                  <a:gd name="connsiteY1" fmla="*/ 147488 h 147499"/>
                  <a:gd name="connsiteX2" fmla="*/ 202239 w 202239"/>
                  <a:gd name="connsiteY2" fmla="*/ 0 h 147499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202239"/>
                  <a:gd name="connsiteY0" fmla="*/ 6914 h 148403"/>
                  <a:gd name="connsiteX1" fmla="*/ 99248 w 202239"/>
                  <a:gd name="connsiteY1" fmla="*/ 147488 h 148403"/>
                  <a:gd name="connsiteX2" fmla="*/ 202239 w 202239"/>
                  <a:gd name="connsiteY2" fmla="*/ 0 h 148403"/>
                  <a:gd name="connsiteX0" fmla="*/ 0 w 186642"/>
                  <a:gd name="connsiteY0" fmla="*/ 5652 h 147497"/>
                  <a:gd name="connsiteX1" fmla="*/ 83651 w 186642"/>
                  <a:gd name="connsiteY1" fmla="*/ 147488 h 147497"/>
                  <a:gd name="connsiteX2" fmla="*/ 186642 w 186642"/>
                  <a:gd name="connsiteY2" fmla="*/ 0 h 147497"/>
                  <a:gd name="connsiteX0" fmla="*/ 0 w 158137"/>
                  <a:gd name="connsiteY0" fmla="*/ 0 h 141842"/>
                  <a:gd name="connsiteX1" fmla="*/ 83651 w 158137"/>
                  <a:gd name="connsiteY1" fmla="*/ 141836 h 141842"/>
                  <a:gd name="connsiteX2" fmla="*/ 158137 w 158137"/>
                  <a:gd name="connsiteY2" fmla="*/ 4542 h 141842"/>
                  <a:gd name="connsiteX0" fmla="*/ 0 w 158137"/>
                  <a:gd name="connsiteY0" fmla="*/ 0 h 141868"/>
                  <a:gd name="connsiteX1" fmla="*/ 83651 w 158137"/>
                  <a:gd name="connsiteY1" fmla="*/ 141836 h 141868"/>
                  <a:gd name="connsiteX2" fmla="*/ 158137 w 158137"/>
                  <a:gd name="connsiteY2" fmla="*/ 4542 h 141868"/>
                  <a:gd name="connsiteX0" fmla="*/ 0 w 148087"/>
                  <a:gd name="connsiteY0" fmla="*/ 0 h 141840"/>
                  <a:gd name="connsiteX1" fmla="*/ 83651 w 148087"/>
                  <a:gd name="connsiteY1" fmla="*/ 141836 h 141840"/>
                  <a:gd name="connsiteX2" fmla="*/ 148087 w 148087"/>
                  <a:gd name="connsiteY2" fmla="*/ 3883 h 141840"/>
                  <a:gd name="connsiteX0" fmla="*/ 0 w 148087"/>
                  <a:gd name="connsiteY0" fmla="*/ 0 h 141841"/>
                  <a:gd name="connsiteX1" fmla="*/ 83651 w 148087"/>
                  <a:gd name="connsiteY1" fmla="*/ 141836 h 141841"/>
                  <a:gd name="connsiteX2" fmla="*/ 148087 w 148087"/>
                  <a:gd name="connsiteY2" fmla="*/ 3883 h 141841"/>
                  <a:gd name="connsiteX0" fmla="*/ 0 w 148087"/>
                  <a:gd name="connsiteY0" fmla="*/ 0 h 141836"/>
                  <a:gd name="connsiteX1" fmla="*/ 83651 w 148087"/>
                  <a:gd name="connsiteY1" fmla="*/ 141836 h 141836"/>
                  <a:gd name="connsiteX2" fmla="*/ 148087 w 148087"/>
                  <a:gd name="connsiteY2" fmla="*/ 3883 h 141836"/>
                  <a:gd name="connsiteX0" fmla="*/ 0 w 127644"/>
                  <a:gd name="connsiteY0" fmla="*/ 3287 h 145126"/>
                  <a:gd name="connsiteX1" fmla="*/ 83651 w 127644"/>
                  <a:gd name="connsiteY1" fmla="*/ 145123 h 145126"/>
                  <a:gd name="connsiteX2" fmla="*/ 127644 w 127644"/>
                  <a:gd name="connsiteY2" fmla="*/ 0 h 145126"/>
                  <a:gd name="connsiteX0" fmla="*/ 0 w 127644"/>
                  <a:gd name="connsiteY0" fmla="*/ 3287 h 145127"/>
                  <a:gd name="connsiteX1" fmla="*/ 83651 w 127644"/>
                  <a:gd name="connsiteY1" fmla="*/ 145123 h 145127"/>
                  <a:gd name="connsiteX2" fmla="*/ 127644 w 127644"/>
                  <a:gd name="connsiteY2" fmla="*/ 0 h 145127"/>
                  <a:gd name="connsiteX0" fmla="*/ 0 w 111281"/>
                  <a:gd name="connsiteY0" fmla="*/ 4905 h 146748"/>
                  <a:gd name="connsiteX1" fmla="*/ 83651 w 111281"/>
                  <a:gd name="connsiteY1" fmla="*/ 146741 h 146748"/>
                  <a:gd name="connsiteX2" fmla="*/ 111281 w 111281"/>
                  <a:gd name="connsiteY2" fmla="*/ 0 h 146748"/>
                  <a:gd name="connsiteX0" fmla="*/ 0 w 111281"/>
                  <a:gd name="connsiteY0" fmla="*/ 4905 h 146914"/>
                  <a:gd name="connsiteX1" fmla="*/ 83651 w 111281"/>
                  <a:gd name="connsiteY1" fmla="*/ 146741 h 146914"/>
                  <a:gd name="connsiteX2" fmla="*/ 111281 w 111281"/>
                  <a:gd name="connsiteY2" fmla="*/ 0 h 146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1281" h="146914">
                    <a:moveTo>
                      <a:pt x="0" y="4905"/>
                    </a:moveTo>
                    <a:cubicBezTo>
                      <a:pt x="42748" y="79468"/>
                      <a:pt x="72320" y="142563"/>
                      <a:pt x="83651" y="146741"/>
                    </a:cubicBezTo>
                    <a:cubicBezTo>
                      <a:pt x="94982" y="150919"/>
                      <a:pt x="92190" y="78958"/>
                      <a:pt x="111281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DCD27526-03E0-F0C3-53BB-272478AA9B97}"/>
                  </a:ext>
                </a:extLst>
              </p:cNvPr>
              <p:cNvSpPr/>
              <p:nvPr/>
            </p:nvSpPr>
            <p:spPr>
              <a:xfrm>
                <a:off x="10099691" y="1099560"/>
                <a:ext cx="257366" cy="99199"/>
              </a:xfrm>
              <a:custGeom>
                <a:avLst/>
                <a:gdLst>
                  <a:gd name="connsiteX0" fmla="*/ 7177 w 337329"/>
                  <a:gd name="connsiteY0" fmla="*/ 89885 h 247879"/>
                  <a:gd name="connsiteX1" fmla="*/ 31377 w 337329"/>
                  <a:gd name="connsiteY1" fmla="*/ 247182 h 247879"/>
                  <a:gd name="connsiteX2" fmla="*/ 256088 w 337329"/>
                  <a:gd name="connsiteY2" fmla="*/ 146927 h 247879"/>
                  <a:gd name="connsiteX3" fmla="*/ 283744 w 337329"/>
                  <a:gd name="connsiteY3" fmla="*/ 131370 h 247879"/>
                  <a:gd name="connsiteX4" fmla="*/ 337329 w 337329"/>
                  <a:gd name="connsiteY4" fmla="*/ 0 h 247879"/>
                  <a:gd name="connsiteX0" fmla="*/ 7177 w 283744"/>
                  <a:gd name="connsiteY0" fmla="*/ 0 h 157994"/>
                  <a:gd name="connsiteX1" fmla="*/ 31377 w 283744"/>
                  <a:gd name="connsiteY1" fmla="*/ 157297 h 157994"/>
                  <a:gd name="connsiteX2" fmla="*/ 256088 w 283744"/>
                  <a:gd name="connsiteY2" fmla="*/ 57042 h 157994"/>
                  <a:gd name="connsiteX3" fmla="*/ 283744 w 283744"/>
                  <a:gd name="connsiteY3" fmla="*/ 41485 h 157994"/>
                  <a:gd name="connsiteX0" fmla="*/ 8640 w 285207"/>
                  <a:gd name="connsiteY0" fmla="*/ 0 h 157643"/>
                  <a:gd name="connsiteX1" fmla="*/ 32840 w 285207"/>
                  <a:gd name="connsiteY1" fmla="*/ 157297 h 157643"/>
                  <a:gd name="connsiteX2" fmla="*/ 285207 w 285207"/>
                  <a:gd name="connsiteY2" fmla="*/ 41485 h 157643"/>
                  <a:gd name="connsiteX0" fmla="*/ 8640 w 285207"/>
                  <a:gd name="connsiteY0" fmla="*/ 0 h 158393"/>
                  <a:gd name="connsiteX1" fmla="*/ 32840 w 285207"/>
                  <a:gd name="connsiteY1" fmla="*/ 157297 h 158393"/>
                  <a:gd name="connsiteX2" fmla="*/ 285207 w 285207"/>
                  <a:gd name="connsiteY2" fmla="*/ 41485 h 158393"/>
                  <a:gd name="connsiteX0" fmla="*/ 1000 w 277567"/>
                  <a:gd name="connsiteY0" fmla="*/ 0 h 165132"/>
                  <a:gd name="connsiteX1" fmla="*/ 87428 w 277567"/>
                  <a:gd name="connsiteY1" fmla="*/ 164212 h 165132"/>
                  <a:gd name="connsiteX2" fmla="*/ 277567 w 277567"/>
                  <a:gd name="connsiteY2" fmla="*/ 41485 h 165132"/>
                  <a:gd name="connsiteX0" fmla="*/ 1000 w 277604"/>
                  <a:gd name="connsiteY0" fmla="*/ 0 h 165033"/>
                  <a:gd name="connsiteX1" fmla="*/ 87428 w 277604"/>
                  <a:gd name="connsiteY1" fmla="*/ 164212 h 165033"/>
                  <a:gd name="connsiteX2" fmla="*/ 277567 w 277604"/>
                  <a:gd name="connsiteY2" fmla="*/ 41485 h 165033"/>
                  <a:gd name="connsiteX0" fmla="*/ 515 w 277141"/>
                  <a:gd name="connsiteY0" fmla="*/ 0 h 158261"/>
                  <a:gd name="connsiteX1" fmla="*/ 140528 w 277141"/>
                  <a:gd name="connsiteY1" fmla="*/ 157298 h 158261"/>
                  <a:gd name="connsiteX2" fmla="*/ 277082 w 277141"/>
                  <a:gd name="connsiteY2" fmla="*/ 41485 h 158261"/>
                  <a:gd name="connsiteX0" fmla="*/ 916 w 277522"/>
                  <a:gd name="connsiteY0" fmla="*/ 0 h 117784"/>
                  <a:gd name="connsiteX1" fmla="*/ 92530 w 277522"/>
                  <a:gd name="connsiteY1" fmla="*/ 112355 h 117784"/>
                  <a:gd name="connsiteX2" fmla="*/ 277483 w 277522"/>
                  <a:gd name="connsiteY2" fmla="*/ 41485 h 117784"/>
                  <a:gd name="connsiteX0" fmla="*/ 817 w 230766"/>
                  <a:gd name="connsiteY0" fmla="*/ 0 h 112925"/>
                  <a:gd name="connsiteX1" fmla="*/ 92431 w 230766"/>
                  <a:gd name="connsiteY1" fmla="*/ 112355 h 112925"/>
                  <a:gd name="connsiteX2" fmla="*/ 230713 w 230766"/>
                  <a:gd name="connsiteY2" fmla="*/ 17286 h 112925"/>
                  <a:gd name="connsiteX0" fmla="*/ 750 w 192694"/>
                  <a:gd name="connsiteY0" fmla="*/ 0 h 112462"/>
                  <a:gd name="connsiteX1" fmla="*/ 92364 w 192694"/>
                  <a:gd name="connsiteY1" fmla="*/ 112355 h 112462"/>
                  <a:gd name="connsiteX2" fmla="*/ 192618 w 192694"/>
                  <a:gd name="connsiteY2" fmla="*/ 8643 h 112462"/>
                  <a:gd name="connsiteX0" fmla="*/ 717 w 192665"/>
                  <a:gd name="connsiteY0" fmla="*/ 0 h 97264"/>
                  <a:gd name="connsiteX1" fmla="*/ 95788 w 192665"/>
                  <a:gd name="connsiteY1" fmla="*/ 96799 h 97264"/>
                  <a:gd name="connsiteX2" fmla="*/ 192585 w 192665"/>
                  <a:gd name="connsiteY2" fmla="*/ 8643 h 97264"/>
                  <a:gd name="connsiteX0" fmla="*/ 717 w 192665"/>
                  <a:gd name="connsiteY0" fmla="*/ 0 h 112462"/>
                  <a:gd name="connsiteX1" fmla="*/ 95788 w 192665"/>
                  <a:gd name="connsiteY1" fmla="*/ 112355 h 112462"/>
                  <a:gd name="connsiteX2" fmla="*/ 192585 w 192665"/>
                  <a:gd name="connsiteY2" fmla="*/ 8643 h 112462"/>
                  <a:gd name="connsiteX0" fmla="*/ 0 w 191948"/>
                  <a:gd name="connsiteY0" fmla="*/ 0 h 112462"/>
                  <a:gd name="connsiteX1" fmla="*/ 95071 w 191948"/>
                  <a:gd name="connsiteY1" fmla="*/ 112355 h 112462"/>
                  <a:gd name="connsiteX2" fmla="*/ 191868 w 191948"/>
                  <a:gd name="connsiteY2" fmla="*/ 8643 h 112462"/>
                  <a:gd name="connsiteX0" fmla="*/ 0 w 202321"/>
                  <a:gd name="connsiteY0" fmla="*/ 6914 h 103741"/>
                  <a:gd name="connsiteX1" fmla="*/ 105442 w 202321"/>
                  <a:gd name="connsiteY1" fmla="*/ 103712 h 103741"/>
                  <a:gd name="connsiteX2" fmla="*/ 202239 w 202321"/>
                  <a:gd name="connsiteY2" fmla="*/ 0 h 103741"/>
                  <a:gd name="connsiteX0" fmla="*/ 0 w 202321"/>
                  <a:gd name="connsiteY0" fmla="*/ 6914 h 103732"/>
                  <a:gd name="connsiteX1" fmla="*/ 105442 w 202321"/>
                  <a:gd name="connsiteY1" fmla="*/ 103712 h 103732"/>
                  <a:gd name="connsiteX2" fmla="*/ 202239 w 202321"/>
                  <a:gd name="connsiteY2" fmla="*/ 0 h 103732"/>
                  <a:gd name="connsiteX0" fmla="*/ 0 w 202321"/>
                  <a:gd name="connsiteY0" fmla="*/ 6914 h 103734"/>
                  <a:gd name="connsiteX1" fmla="*/ 105442 w 202321"/>
                  <a:gd name="connsiteY1" fmla="*/ 103712 h 103734"/>
                  <a:gd name="connsiteX2" fmla="*/ 202239 w 202321"/>
                  <a:gd name="connsiteY2" fmla="*/ 0 h 103734"/>
                  <a:gd name="connsiteX0" fmla="*/ 0 w 202239"/>
                  <a:gd name="connsiteY0" fmla="*/ 6914 h 103734"/>
                  <a:gd name="connsiteX1" fmla="*/ 105442 w 202239"/>
                  <a:gd name="connsiteY1" fmla="*/ 103712 h 103734"/>
                  <a:gd name="connsiteX2" fmla="*/ 202239 w 202239"/>
                  <a:gd name="connsiteY2" fmla="*/ 0 h 103734"/>
                  <a:gd name="connsiteX0" fmla="*/ 0 w 202239"/>
                  <a:gd name="connsiteY0" fmla="*/ 6914 h 91643"/>
                  <a:gd name="connsiteX1" fmla="*/ 107170 w 202239"/>
                  <a:gd name="connsiteY1" fmla="*/ 91612 h 91643"/>
                  <a:gd name="connsiteX2" fmla="*/ 202239 w 202239"/>
                  <a:gd name="connsiteY2" fmla="*/ 0 h 91643"/>
                  <a:gd name="connsiteX0" fmla="*/ 0 w 202239"/>
                  <a:gd name="connsiteY0" fmla="*/ 6914 h 91665"/>
                  <a:gd name="connsiteX1" fmla="*/ 107170 w 202239"/>
                  <a:gd name="connsiteY1" fmla="*/ 91612 h 91665"/>
                  <a:gd name="connsiteX2" fmla="*/ 202239 w 202239"/>
                  <a:gd name="connsiteY2" fmla="*/ 0 h 91665"/>
                  <a:gd name="connsiteX0" fmla="*/ 0 w 202403"/>
                  <a:gd name="connsiteY0" fmla="*/ 6914 h 91665"/>
                  <a:gd name="connsiteX1" fmla="*/ 107170 w 202403"/>
                  <a:gd name="connsiteY1" fmla="*/ 91612 h 91665"/>
                  <a:gd name="connsiteX2" fmla="*/ 202239 w 202403"/>
                  <a:gd name="connsiteY2" fmla="*/ 0 h 91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2403" h="91665">
                    <a:moveTo>
                      <a:pt x="0" y="6914"/>
                    </a:moveTo>
                    <a:cubicBezTo>
                      <a:pt x="4431" y="75571"/>
                      <a:pt x="73464" y="92764"/>
                      <a:pt x="107170" y="91612"/>
                    </a:cubicBezTo>
                    <a:cubicBezTo>
                      <a:pt x="140876" y="90460"/>
                      <a:pt x="206106" y="71366"/>
                      <a:pt x="202239" y="0"/>
                    </a:cubicBezTo>
                  </a:path>
                </a:pathLst>
              </a:custGeom>
              <a:noFill/>
              <a:ln w="53975" cap="rnd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10352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-944880"/>
            <a:ext cx="10388366" cy="807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125318" y="1570716"/>
            <a:ext cx="7941365" cy="3816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1pPr>
            <a:lvl2pPr marL="4572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2pPr>
            <a:lvl3pPr marL="9144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3pPr>
            <a:lvl4pPr marL="13716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4pPr>
            <a:lvl5pPr marL="1828800" indent="0" algn="ctr">
              <a:lnSpc>
                <a:spcPct val="55000"/>
              </a:lnSpc>
              <a:buNone/>
              <a:defRPr lang="en-US" sz="8000" b="1" dirty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6" name="Oval 28">
            <a:extLst>
              <a:ext uri="{FF2B5EF4-FFF2-40B4-BE49-F238E27FC236}">
                <a16:creationId xmlns:a16="http://schemas.microsoft.com/office/drawing/2014/main" id="{9A08BBB9-2A8D-DCA0-A0C8-56229C3CA62D}"/>
              </a:ext>
            </a:extLst>
          </p:cNvPr>
          <p:cNvSpPr/>
          <p:nvPr/>
        </p:nvSpPr>
        <p:spPr>
          <a:xfrm rot="1928485">
            <a:off x="2900060" y="3022504"/>
            <a:ext cx="4798434" cy="4772083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4518 w 3056258"/>
              <a:gd name="connsiteY0" fmla="*/ 1670159 h 3063481"/>
              <a:gd name="connsiteX1" fmla="*/ 456217 w 3056258"/>
              <a:gd name="connsiteY1" fmla="*/ 506264 h 3063481"/>
              <a:gd name="connsiteX2" fmla="*/ 1567103 w 3056258"/>
              <a:gd name="connsiteY2" fmla="*/ 530 h 3063481"/>
              <a:gd name="connsiteX3" fmla="*/ 2637231 w 3056258"/>
              <a:gd name="connsiteY3" fmla="*/ 452079 h 3063481"/>
              <a:gd name="connsiteX4" fmla="*/ 2938068 w 3056258"/>
              <a:gd name="connsiteY4" fmla="*/ 2137518 h 3063481"/>
              <a:gd name="connsiteX5" fmla="*/ 1259546 w 3056258"/>
              <a:gd name="connsiteY5" fmla="*/ 3050654 h 3063481"/>
              <a:gd name="connsiteX6" fmla="*/ 14518 w 3056258"/>
              <a:gd name="connsiteY6" fmla="*/ 1670159 h 3063481"/>
              <a:gd name="connsiteX0" fmla="*/ 14660 w 3055858"/>
              <a:gd name="connsiteY0" fmla="*/ 1653203 h 3046525"/>
              <a:gd name="connsiteX1" fmla="*/ 456359 w 3055858"/>
              <a:gd name="connsiteY1" fmla="*/ 489308 h 3046525"/>
              <a:gd name="connsiteX2" fmla="*/ 1587956 w 3055858"/>
              <a:gd name="connsiteY2" fmla="*/ 601 h 3046525"/>
              <a:gd name="connsiteX3" fmla="*/ 2637373 w 3055858"/>
              <a:gd name="connsiteY3" fmla="*/ 435123 h 3046525"/>
              <a:gd name="connsiteX4" fmla="*/ 2938210 w 3055858"/>
              <a:gd name="connsiteY4" fmla="*/ 2120562 h 3046525"/>
              <a:gd name="connsiteX5" fmla="*/ 1259688 w 3055858"/>
              <a:gd name="connsiteY5" fmla="*/ 3033698 h 3046525"/>
              <a:gd name="connsiteX6" fmla="*/ 14660 w 3055858"/>
              <a:gd name="connsiteY6" fmla="*/ 1653203 h 3046525"/>
              <a:gd name="connsiteX0" fmla="*/ 14660 w 3062539"/>
              <a:gd name="connsiteY0" fmla="*/ 1652604 h 3045926"/>
              <a:gd name="connsiteX1" fmla="*/ 456359 w 3062539"/>
              <a:gd name="connsiteY1" fmla="*/ 488709 h 3045926"/>
              <a:gd name="connsiteX2" fmla="*/ 1587956 w 3062539"/>
              <a:gd name="connsiteY2" fmla="*/ 2 h 3045926"/>
              <a:gd name="connsiteX3" fmla="*/ 2673458 w 3062539"/>
              <a:gd name="connsiteY3" fmla="*/ 491957 h 3045926"/>
              <a:gd name="connsiteX4" fmla="*/ 2938210 w 3062539"/>
              <a:gd name="connsiteY4" fmla="*/ 2119963 h 3045926"/>
              <a:gd name="connsiteX5" fmla="*/ 1259688 w 3062539"/>
              <a:gd name="connsiteY5" fmla="*/ 3033099 h 3045926"/>
              <a:gd name="connsiteX6" fmla="*/ 14660 w 3062539"/>
              <a:gd name="connsiteY6" fmla="*/ 1652604 h 3045926"/>
              <a:gd name="connsiteX0" fmla="*/ 17086 w 3007345"/>
              <a:gd name="connsiteY0" fmla="*/ 1696501 h 3044065"/>
              <a:gd name="connsiteX1" fmla="*/ 401165 w 3007345"/>
              <a:gd name="connsiteY1" fmla="*/ 488709 h 3044065"/>
              <a:gd name="connsiteX2" fmla="*/ 1532762 w 3007345"/>
              <a:gd name="connsiteY2" fmla="*/ 2 h 3044065"/>
              <a:gd name="connsiteX3" fmla="*/ 2618264 w 3007345"/>
              <a:gd name="connsiteY3" fmla="*/ 491957 h 3044065"/>
              <a:gd name="connsiteX4" fmla="*/ 2883016 w 3007345"/>
              <a:gd name="connsiteY4" fmla="*/ 2119963 h 3044065"/>
              <a:gd name="connsiteX5" fmla="*/ 1204494 w 3007345"/>
              <a:gd name="connsiteY5" fmla="*/ 3033099 h 3044065"/>
              <a:gd name="connsiteX6" fmla="*/ 17086 w 3007345"/>
              <a:gd name="connsiteY6" fmla="*/ 1696501 h 3044065"/>
              <a:gd name="connsiteX0" fmla="*/ 32731 w 3022990"/>
              <a:gd name="connsiteY0" fmla="*/ 1696501 h 2979171"/>
              <a:gd name="connsiteX1" fmla="*/ 416810 w 3022990"/>
              <a:gd name="connsiteY1" fmla="*/ 488709 h 2979171"/>
              <a:gd name="connsiteX2" fmla="*/ 1548407 w 3022990"/>
              <a:gd name="connsiteY2" fmla="*/ 2 h 2979171"/>
              <a:gd name="connsiteX3" fmla="*/ 2633909 w 3022990"/>
              <a:gd name="connsiteY3" fmla="*/ 491957 h 2979171"/>
              <a:gd name="connsiteX4" fmla="*/ 2898661 w 3022990"/>
              <a:gd name="connsiteY4" fmla="*/ 2119963 h 2979171"/>
              <a:gd name="connsiteX5" fmla="*/ 1167856 w 3022990"/>
              <a:gd name="connsiteY5" fmla="*/ 2965821 h 2979171"/>
              <a:gd name="connsiteX6" fmla="*/ 32731 w 3022990"/>
              <a:gd name="connsiteY6" fmla="*/ 1696501 h 2979171"/>
              <a:gd name="connsiteX0" fmla="*/ 33843 w 3024102"/>
              <a:gd name="connsiteY0" fmla="*/ 1696501 h 2979171"/>
              <a:gd name="connsiteX1" fmla="*/ 417922 w 3024102"/>
              <a:gd name="connsiteY1" fmla="*/ 488709 h 2979171"/>
              <a:gd name="connsiteX2" fmla="*/ 1549519 w 3024102"/>
              <a:gd name="connsiteY2" fmla="*/ 2 h 2979171"/>
              <a:gd name="connsiteX3" fmla="*/ 2635021 w 3024102"/>
              <a:gd name="connsiteY3" fmla="*/ 491957 h 2979171"/>
              <a:gd name="connsiteX4" fmla="*/ 2899773 w 3024102"/>
              <a:gd name="connsiteY4" fmla="*/ 2119963 h 2979171"/>
              <a:gd name="connsiteX5" fmla="*/ 1168968 w 3024102"/>
              <a:gd name="connsiteY5" fmla="*/ 2965821 h 2979171"/>
              <a:gd name="connsiteX6" fmla="*/ 33843 w 3024102"/>
              <a:gd name="connsiteY6" fmla="*/ 1696501 h 2979171"/>
              <a:gd name="connsiteX0" fmla="*/ 33843 w 3024102"/>
              <a:gd name="connsiteY0" fmla="*/ 1696501 h 2996539"/>
              <a:gd name="connsiteX1" fmla="*/ 417922 w 3024102"/>
              <a:gd name="connsiteY1" fmla="*/ 488709 h 2996539"/>
              <a:gd name="connsiteX2" fmla="*/ 1549519 w 3024102"/>
              <a:gd name="connsiteY2" fmla="*/ 2 h 2996539"/>
              <a:gd name="connsiteX3" fmla="*/ 2635021 w 3024102"/>
              <a:gd name="connsiteY3" fmla="*/ 491957 h 2996539"/>
              <a:gd name="connsiteX4" fmla="*/ 2899773 w 3024102"/>
              <a:gd name="connsiteY4" fmla="*/ 2119963 h 2996539"/>
              <a:gd name="connsiteX5" fmla="*/ 1168968 w 3024102"/>
              <a:gd name="connsiteY5" fmla="*/ 2965821 h 2996539"/>
              <a:gd name="connsiteX6" fmla="*/ 33843 w 3024102"/>
              <a:gd name="connsiteY6" fmla="*/ 1696501 h 2996539"/>
              <a:gd name="connsiteX0" fmla="*/ 33843 w 2996635"/>
              <a:gd name="connsiteY0" fmla="*/ 1696501 h 2980176"/>
              <a:gd name="connsiteX1" fmla="*/ 417922 w 2996635"/>
              <a:gd name="connsiteY1" fmla="*/ 488709 h 2980176"/>
              <a:gd name="connsiteX2" fmla="*/ 1549519 w 2996635"/>
              <a:gd name="connsiteY2" fmla="*/ 2 h 2980176"/>
              <a:gd name="connsiteX3" fmla="*/ 2635021 w 2996635"/>
              <a:gd name="connsiteY3" fmla="*/ 491957 h 2980176"/>
              <a:gd name="connsiteX4" fmla="*/ 2866547 w 2996635"/>
              <a:gd name="connsiteY4" fmla="*/ 2130827 h 2980176"/>
              <a:gd name="connsiteX5" fmla="*/ 1168968 w 2996635"/>
              <a:gd name="connsiteY5" fmla="*/ 2965821 h 2980176"/>
              <a:gd name="connsiteX6" fmla="*/ 33843 w 2996635"/>
              <a:gd name="connsiteY6" fmla="*/ 1696501 h 2980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96635" h="2980176">
                <a:moveTo>
                  <a:pt x="33843" y="1696501"/>
                </a:moveTo>
                <a:cubicBezTo>
                  <a:pt x="-94379" y="1135372"/>
                  <a:pt x="165309" y="771459"/>
                  <a:pt x="417922" y="488709"/>
                </a:cubicBezTo>
                <a:cubicBezTo>
                  <a:pt x="670535" y="205959"/>
                  <a:pt x="1180003" y="-539"/>
                  <a:pt x="1549519" y="2"/>
                </a:cubicBezTo>
                <a:cubicBezTo>
                  <a:pt x="1919035" y="543"/>
                  <a:pt x="2415516" y="136819"/>
                  <a:pt x="2635021" y="491957"/>
                </a:cubicBezTo>
                <a:cubicBezTo>
                  <a:pt x="2854526" y="847095"/>
                  <a:pt x="3180827" y="1528397"/>
                  <a:pt x="2866547" y="2130827"/>
                </a:cubicBezTo>
                <a:cubicBezTo>
                  <a:pt x="2423573" y="2848403"/>
                  <a:pt x="1641085" y="3038209"/>
                  <a:pt x="1168968" y="2965821"/>
                </a:cubicBezTo>
                <a:cubicBezTo>
                  <a:pt x="696851" y="2893433"/>
                  <a:pt x="162065" y="2257630"/>
                  <a:pt x="33843" y="1696501"/>
                </a:cubicBez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tar: 7 Points 2">
            <a:extLst>
              <a:ext uri="{FF2B5EF4-FFF2-40B4-BE49-F238E27FC236}">
                <a16:creationId xmlns:a16="http://schemas.microsoft.com/office/drawing/2014/main" id="{C3DC6072-5AD5-FBFC-C8F4-7698336A4C06}"/>
              </a:ext>
            </a:extLst>
          </p:cNvPr>
          <p:cNvSpPr/>
          <p:nvPr/>
        </p:nvSpPr>
        <p:spPr>
          <a:xfrm rot="655070">
            <a:off x="7248091" y="616479"/>
            <a:ext cx="4949074" cy="4986231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371032F-4AF3-8568-A556-3CCC9DB5ED5D}"/>
              </a:ext>
            </a:extLst>
          </p:cNvPr>
          <p:cNvSpPr/>
          <p:nvPr/>
        </p:nvSpPr>
        <p:spPr>
          <a:xfrm rot="8632732">
            <a:off x="-598866" y="1426895"/>
            <a:ext cx="6033509" cy="2778669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>
            <a:schemeClr val="bg2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4206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28">
            <a:extLst>
              <a:ext uri="{FF2B5EF4-FFF2-40B4-BE49-F238E27FC236}">
                <a16:creationId xmlns:a16="http://schemas.microsoft.com/office/drawing/2014/main" id="{F30CBD22-E536-26E8-ADAE-542BAD9C8C92}"/>
              </a:ext>
            </a:extLst>
          </p:cNvPr>
          <p:cNvSpPr/>
          <p:nvPr/>
        </p:nvSpPr>
        <p:spPr>
          <a:xfrm rot="18585563">
            <a:off x="10241755" y="4995728"/>
            <a:ext cx="1858039" cy="1910197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  <a:gd name="connsiteX0" fmla="*/ 32809 w 2812930"/>
              <a:gd name="connsiteY0" fmla="*/ 1703227 h 2891892"/>
              <a:gd name="connsiteX1" fmla="*/ 409564 w 2812930"/>
              <a:gd name="connsiteY1" fmla="*/ 436711 h 2891892"/>
              <a:gd name="connsiteX2" fmla="*/ 1437038 w 2812930"/>
              <a:gd name="connsiteY2" fmla="*/ 1129 h 2891892"/>
              <a:gd name="connsiteX3" fmla="*/ 2446323 w 2812930"/>
              <a:gd name="connsiteY3" fmla="*/ 536592 h 2891892"/>
              <a:gd name="connsiteX4" fmla="*/ 2686706 w 2812930"/>
              <a:gd name="connsiteY4" fmla="*/ 2046174 h 2891892"/>
              <a:gd name="connsiteX5" fmla="*/ 1184817 w 2812930"/>
              <a:gd name="connsiteY5" fmla="*/ 2881864 h 2891892"/>
              <a:gd name="connsiteX6" fmla="*/ 32809 w 2812930"/>
              <a:gd name="connsiteY6" fmla="*/ 1703227 h 2891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12930" h="2891892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8045" y="195751"/>
                  <a:pt x="2446323" y="536592"/>
                </a:cubicBezTo>
                <a:cubicBezTo>
                  <a:pt x="2654601" y="877433"/>
                  <a:pt x="3000986" y="1443744"/>
                  <a:pt x="2686706" y="2046174"/>
                </a:cubicBezTo>
                <a:cubicBezTo>
                  <a:pt x="2243732" y="2763750"/>
                  <a:pt x="1627133" y="2939022"/>
                  <a:pt x="1184817" y="2881864"/>
                </a:cubicBezTo>
                <a:cubicBezTo>
                  <a:pt x="742501" y="282470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790" y="5270513"/>
            <a:ext cx="6816291" cy="80772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1CEF28A-3F52-68BB-661E-D02CAE40FEE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5802" y="1375079"/>
            <a:ext cx="7394054" cy="3201683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5125" y="6356350"/>
            <a:ext cx="2066535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03516" y="6356350"/>
            <a:ext cx="491834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EF7170A-F9A7-05AB-2DC1-6B0DFCA876A1}"/>
              </a:ext>
            </a:extLst>
          </p:cNvPr>
          <p:cNvSpPr/>
          <p:nvPr/>
        </p:nvSpPr>
        <p:spPr>
          <a:xfrm rot="6910187">
            <a:off x="8540964" y="5072757"/>
            <a:ext cx="2167730" cy="1145130"/>
          </a:xfrm>
          <a:custGeom>
            <a:avLst/>
            <a:gdLst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96094 w 3429855"/>
              <a:gd name="connsiteY2" fmla="*/ 1904172 h 1967436"/>
              <a:gd name="connsiteX3" fmla="*/ 30923 w 3429855"/>
              <a:gd name="connsiteY3" fmla="*/ 873691 h 1967436"/>
              <a:gd name="connsiteX4" fmla="*/ 12232 w 3429855"/>
              <a:gd name="connsiteY4" fmla="*/ 0 h 1967436"/>
              <a:gd name="connsiteX5" fmla="*/ 3416309 w 3429855"/>
              <a:gd name="connsiteY5" fmla="*/ 4176 h 1967436"/>
              <a:gd name="connsiteX6" fmla="*/ 3410360 w 3429855"/>
              <a:gd name="connsiteY6" fmla="*/ 1246580 h 1967436"/>
              <a:gd name="connsiteX7" fmla="*/ 3389093 w 3429855"/>
              <a:gd name="connsiteY7" fmla="*/ 1921570 h 1967436"/>
              <a:gd name="connsiteX0" fmla="*/ 3383099 w 3429855"/>
              <a:gd name="connsiteY0" fmla="*/ 1967436 h 1967436"/>
              <a:gd name="connsiteX1" fmla="*/ 103200 w 3429855"/>
              <a:gd name="connsiteY1" fmla="*/ 1967436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83099 w 3429855"/>
              <a:gd name="connsiteY0" fmla="*/ 1967436 h 1967436"/>
              <a:gd name="connsiteX1" fmla="*/ 18063 w 3429855"/>
              <a:gd name="connsiteY1" fmla="*/ 1957464 h 1967436"/>
              <a:gd name="connsiteX2" fmla="*/ 30923 w 3429855"/>
              <a:gd name="connsiteY2" fmla="*/ 873691 h 1967436"/>
              <a:gd name="connsiteX3" fmla="*/ 12232 w 3429855"/>
              <a:gd name="connsiteY3" fmla="*/ 0 h 1967436"/>
              <a:gd name="connsiteX4" fmla="*/ 3416309 w 3429855"/>
              <a:gd name="connsiteY4" fmla="*/ 4176 h 1967436"/>
              <a:gd name="connsiteX5" fmla="*/ 3410360 w 3429855"/>
              <a:gd name="connsiteY5" fmla="*/ 1246580 h 1967436"/>
              <a:gd name="connsiteX6" fmla="*/ 3389093 w 3429855"/>
              <a:gd name="connsiteY6" fmla="*/ 1921570 h 1967436"/>
              <a:gd name="connsiteX7" fmla="*/ 3383099 w 3429855"/>
              <a:gd name="connsiteY7" fmla="*/ 1967436 h 1967436"/>
              <a:gd name="connsiteX0" fmla="*/ 3370867 w 3417623"/>
              <a:gd name="connsiteY0" fmla="*/ 1967436 h 1967436"/>
              <a:gd name="connsiteX1" fmla="*/ 5831 w 3417623"/>
              <a:gd name="connsiteY1" fmla="*/ 1957464 h 1967436"/>
              <a:gd name="connsiteX2" fmla="*/ 0 w 3417623"/>
              <a:gd name="connsiteY2" fmla="*/ 0 h 1967436"/>
              <a:gd name="connsiteX3" fmla="*/ 3404077 w 3417623"/>
              <a:gd name="connsiteY3" fmla="*/ 4176 h 1967436"/>
              <a:gd name="connsiteX4" fmla="*/ 3398128 w 3417623"/>
              <a:gd name="connsiteY4" fmla="*/ 1246580 h 1967436"/>
              <a:gd name="connsiteX5" fmla="*/ 3376861 w 3417623"/>
              <a:gd name="connsiteY5" fmla="*/ 1921570 h 1967436"/>
              <a:gd name="connsiteX6" fmla="*/ 3370867 w 3417623"/>
              <a:gd name="connsiteY6" fmla="*/ 1967436 h 1967436"/>
              <a:gd name="connsiteX0" fmla="*/ 3370867 w 3648525"/>
              <a:gd name="connsiteY0" fmla="*/ 1967436 h 1967436"/>
              <a:gd name="connsiteX1" fmla="*/ 5831 w 3648525"/>
              <a:gd name="connsiteY1" fmla="*/ 1957464 h 1967436"/>
              <a:gd name="connsiteX2" fmla="*/ 0 w 3648525"/>
              <a:gd name="connsiteY2" fmla="*/ 0 h 1967436"/>
              <a:gd name="connsiteX3" fmla="*/ 3404077 w 3648525"/>
              <a:gd name="connsiteY3" fmla="*/ 4176 h 1967436"/>
              <a:gd name="connsiteX4" fmla="*/ 3376861 w 3648525"/>
              <a:gd name="connsiteY4" fmla="*/ 1921570 h 1967436"/>
              <a:gd name="connsiteX5" fmla="*/ 3370867 w 3648525"/>
              <a:gd name="connsiteY5" fmla="*/ 1967436 h 1967436"/>
              <a:gd name="connsiteX0" fmla="*/ 3370867 w 3420134"/>
              <a:gd name="connsiteY0" fmla="*/ 1967436 h 1967436"/>
              <a:gd name="connsiteX1" fmla="*/ 5831 w 3420134"/>
              <a:gd name="connsiteY1" fmla="*/ 1957464 h 1967436"/>
              <a:gd name="connsiteX2" fmla="*/ 0 w 3420134"/>
              <a:gd name="connsiteY2" fmla="*/ 0 h 1967436"/>
              <a:gd name="connsiteX3" fmla="*/ 3404077 w 3420134"/>
              <a:gd name="connsiteY3" fmla="*/ 4176 h 1967436"/>
              <a:gd name="connsiteX4" fmla="*/ 3376861 w 3420134"/>
              <a:gd name="connsiteY4" fmla="*/ 1921570 h 1967436"/>
              <a:gd name="connsiteX5" fmla="*/ 3370867 w 3420134"/>
              <a:gd name="connsiteY5" fmla="*/ 1967436 h 196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20134" h="1967436">
                <a:moveTo>
                  <a:pt x="3370867" y="1967436"/>
                </a:moveTo>
                <a:lnTo>
                  <a:pt x="5831" y="1957464"/>
                </a:lnTo>
                <a:cubicBezTo>
                  <a:pt x="3887" y="1304976"/>
                  <a:pt x="1944" y="652488"/>
                  <a:pt x="0" y="0"/>
                </a:cubicBezTo>
                <a:lnTo>
                  <a:pt x="3404077" y="4176"/>
                </a:lnTo>
                <a:cubicBezTo>
                  <a:pt x="3450373" y="699042"/>
                  <a:pt x="3382396" y="1594360"/>
                  <a:pt x="3376861" y="1921570"/>
                </a:cubicBezTo>
                <a:lnTo>
                  <a:pt x="3370867" y="196743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17" name="Star: 7 Points 2">
            <a:extLst>
              <a:ext uri="{FF2B5EF4-FFF2-40B4-BE49-F238E27FC236}">
                <a16:creationId xmlns:a16="http://schemas.microsoft.com/office/drawing/2014/main" id="{F6846D31-31E7-588B-1737-4BD00B2DCA26}"/>
              </a:ext>
            </a:extLst>
          </p:cNvPr>
          <p:cNvSpPr/>
          <p:nvPr/>
        </p:nvSpPr>
        <p:spPr>
          <a:xfrm rot="16714281">
            <a:off x="9934395" y="2992309"/>
            <a:ext cx="2033560" cy="2048828"/>
          </a:xfrm>
          <a:custGeom>
            <a:avLst/>
            <a:gdLst>
              <a:gd name="connsiteX0" fmla="*/ -14 w 5472945"/>
              <a:gd name="connsiteY0" fmla="*/ 3226574 h 5017168"/>
              <a:gd name="connsiteX1" fmla="*/ 842769 w 5472945"/>
              <a:gd name="connsiteY1" fmla="*/ 2232863 h 5017168"/>
              <a:gd name="connsiteX2" fmla="*/ 541989 w 5472945"/>
              <a:gd name="connsiteY2" fmla="*/ 993716 h 5017168"/>
              <a:gd name="connsiteX3" fmla="*/ 1893704 w 5472945"/>
              <a:gd name="connsiteY3" fmla="*/ 993718 h 5017168"/>
              <a:gd name="connsiteX4" fmla="*/ 2736473 w 5472945"/>
              <a:gd name="connsiteY4" fmla="*/ 0 h 5017168"/>
              <a:gd name="connsiteX5" fmla="*/ 3579241 w 5472945"/>
              <a:gd name="connsiteY5" fmla="*/ 993718 h 5017168"/>
              <a:gd name="connsiteX6" fmla="*/ 4930956 w 5472945"/>
              <a:gd name="connsiteY6" fmla="*/ 993716 h 5017168"/>
              <a:gd name="connsiteX7" fmla="*/ 4630176 w 5472945"/>
              <a:gd name="connsiteY7" fmla="*/ 2232863 h 5017168"/>
              <a:gd name="connsiteX8" fmla="*/ 5472959 w 5472945"/>
              <a:gd name="connsiteY8" fmla="*/ 3226574 h 5017168"/>
              <a:gd name="connsiteX9" fmla="*/ 4255099 w 5472945"/>
              <a:gd name="connsiteY9" fmla="*/ 3778045 h 5017168"/>
              <a:gd name="connsiteX10" fmla="*/ 3954311 w 5472945"/>
              <a:gd name="connsiteY10" fmla="*/ 5017194 h 5017168"/>
              <a:gd name="connsiteX11" fmla="*/ 2736473 w 5472945"/>
              <a:gd name="connsiteY11" fmla="*/ 4465717 h 5017168"/>
              <a:gd name="connsiteX12" fmla="*/ 1518634 w 5472945"/>
              <a:gd name="connsiteY12" fmla="*/ 5017194 h 5017168"/>
              <a:gd name="connsiteX13" fmla="*/ 1217846 w 5472945"/>
              <a:gd name="connsiteY13" fmla="*/ 3778045 h 5017168"/>
              <a:gd name="connsiteX14" fmla="*/ -14 w 5472945"/>
              <a:gd name="connsiteY14" fmla="*/ 3226574 h 5017168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30190 w 5472973"/>
              <a:gd name="connsiteY7" fmla="*/ 2232863 h 5017194"/>
              <a:gd name="connsiteX8" fmla="*/ 5472973 w 5472973"/>
              <a:gd name="connsiteY8" fmla="*/ 3226574 h 5017194"/>
              <a:gd name="connsiteX9" fmla="*/ 4255113 w 5472973"/>
              <a:gd name="connsiteY9" fmla="*/ 3778045 h 5017194"/>
              <a:gd name="connsiteX10" fmla="*/ 3954325 w 5472973"/>
              <a:gd name="connsiteY10" fmla="*/ 5017194 h 5017194"/>
              <a:gd name="connsiteX11" fmla="*/ 2736487 w 5472973"/>
              <a:gd name="connsiteY11" fmla="*/ 4465717 h 5017194"/>
              <a:gd name="connsiteX12" fmla="*/ 1518648 w 5472973"/>
              <a:gd name="connsiteY12" fmla="*/ 5017194 h 5017194"/>
              <a:gd name="connsiteX13" fmla="*/ 1217860 w 5472973"/>
              <a:gd name="connsiteY13" fmla="*/ 3778045 h 5017194"/>
              <a:gd name="connsiteX14" fmla="*/ 0 w 5472973"/>
              <a:gd name="connsiteY14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630190 w 5472973"/>
              <a:gd name="connsiteY8" fmla="*/ 2232863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5472973 w 5472973"/>
              <a:gd name="connsiteY9" fmla="*/ 3226574 h 5017194"/>
              <a:gd name="connsiteX10" fmla="*/ 4255113 w 5472973"/>
              <a:gd name="connsiteY10" fmla="*/ 3778045 h 5017194"/>
              <a:gd name="connsiteX11" fmla="*/ 3954325 w 5472973"/>
              <a:gd name="connsiteY11" fmla="*/ 5017194 h 5017194"/>
              <a:gd name="connsiteX12" fmla="*/ 2736487 w 5472973"/>
              <a:gd name="connsiteY12" fmla="*/ 4465717 h 5017194"/>
              <a:gd name="connsiteX13" fmla="*/ 1518648 w 5472973"/>
              <a:gd name="connsiteY13" fmla="*/ 5017194 h 5017194"/>
              <a:gd name="connsiteX14" fmla="*/ 1217860 w 5472973"/>
              <a:gd name="connsiteY14" fmla="*/ 3778045 h 5017194"/>
              <a:gd name="connsiteX15" fmla="*/ 0 w 5472973"/>
              <a:gd name="connsiteY15" fmla="*/ 3226574 h 5017194"/>
              <a:gd name="connsiteX0" fmla="*/ 0 w 5472973"/>
              <a:gd name="connsiteY0" fmla="*/ 3226574 h 5017194"/>
              <a:gd name="connsiteX1" fmla="*/ 842783 w 5472973"/>
              <a:gd name="connsiteY1" fmla="*/ 2232863 h 5017194"/>
              <a:gd name="connsiteX2" fmla="*/ 542003 w 5472973"/>
              <a:gd name="connsiteY2" fmla="*/ 993716 h 5017194"/>
              <a:gd name="connsiteX3" fmla="*/ 1893718 w 5472973"/>
              <a:gd name="connsiteY3" fmla="*/ 993718 h 5017194"/>
              <a:gd name="connsiteX4" fmla="*/ 2736487 w 5472973"/>
              <a:gd name="connsiteY4" fmla="*/ 0 h 5017194"/>
              <a:gd name="connsiteX5" fmla="*/ 3567223 w 5472973"/>
              <a:gd name="connsiteY5" fmla="*/ 1499044 h 5017194"/>
              <a:gd name="connsiteX6" fmla="*/ 4930970 w 5472973"/>
              <a:gd name="connsiteY6" fmla="*/ 993716 h 5017194"/>
              <a:gd name="connsiteX7" fmla="*/ 4665552 w 5472973"/>
              <a:gd name="connsiteY7" fmla="*/ 1586581 h 5017194"/>
              <a:gd name="connsiteX8" fmla="*/ 4209085 w 5472973"/>
              <a:gd name="connsiteY8" fmla="*/ 2244894 h 5017194"/>
              <a:gd name="connsiteX9" fmla="*/ 4893022 w 5472973"/>
              <a:gd name="connsiteY9" fmla="*/ 2358729 h 5017194"/>
              <a:gd name="connsiteX10" fmla="*/ 5472973 w 5472973"/>
              <a:gd name="connsiteY10" fmla="*/ 3226574 h 5017194"/>
              <a:gd name="connsiteX11" fmla="*/ 4255113 w 5472973"/>
              <a:gd name="connsiteY11" fmla="*/ 3778045 h 5017194"/>
              <a:gd name="connsiteX12" fmla="*/ 3954325 w 5472973"/>
              <a:gd name="connsiteY12" fmla="*/ 5017194 h 5017194"/>
              <a:gd name="connsiteX13" fmla="*/ 2736487 w 5472973"/>
              <a:gd name="connsiteY13" fmla="*/ 4465717 h 5017194"/>
              <a:gd name="connsiteX14" fmla="*/ 1518648 w 5472973"/>
              <a:gd name="connsiteY14" fmla="*/ 5017194 h 5017194"/>
              <a:gd name="connsiteX15" fmla="*/ 1217860 w 5472973"/>
              <a:gd name="connsiteY15" fmla="*/ 3778045 h 5017194"/>
              <a:gd name="connsiteX16" fmla="*/ 0 w 5472973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1589"/>
              <a:gd name="connsiteY0" fmla="*/ 3226574 h 5017194"/>
              <a:gd name="connsiteX1" fmla="*/ 842783 w 5581589"/>
              <a:gd name="connsiteY1" fmla="*/ 2232863 h 5017194"/>
              <a:gd name="connsiteX2" fmla="*/ 542003 w 5581589"/>
              <a:gd name="connsiteY2" fmla="*/ 993716 h 5017194"/>
              <a:gd name="connsiteX3" fmla="*/ 1893718 w 5581589"/>
              <a:gd name="connsiteY3" fmla="*/ 993718 h 5017194"/>
              <a:gd name="connsiteX4" fmla="*/ 2736487 w 5581589"/>
              <a:gd name="connsiteY4" fmla="*/ 0 h 5017194"/>
              <a:gd name="connsiteX5" fmla="*/ 3567223 w 5581589"/>
              <a:gd name="connsiteY5" fmla="*/ 1499044 h 5017194"/>
              <a:gd name="connsiteX6" fmla="*/ 4930970 w 5581589"/>
              <a:gd name="connsiteY6" fmla="*/ 993716 h 5017194"/>
              <a:gd name="connsiteX7" fmla="*/ 4665552 w 5581589"/>
              <a:gd name="connsiteY7" fmla="*/ 1586581 h 5017194"/>
              <a:gd name="connsiteX8" fmla="*/ 4209085 w 5581589"/>
              <a:gd name="connsiteY8" fmla="*/ 2244894 h 5017194"/>
              <a:gd name="connsiteX9" fmla="*/ 4893022 w 5581589"/>
              <a:gd name="connsiteY9" fmla="*/ 2358729 h 5017194"/>
              <a:gd name="connsiteX10" fmla="*/ 5581589 w 5581589"/>
              <a:gd name="connsiteY10" fmla="*/ 2625394 h 5017194"/>
              <a:gd name="connsiteX11" fmla="*/ 4255113 w 5581589"/>
              <a:gd name="connsiteY11" fmla="*/ 3778045 h 5017194"/>
              <a:gd name="connsiteX12" fmla="*/ 3954325 w 5581589"/>
              <a:gd name="connsiteY12" fmla="*/ 5017194 h 5017194"/>
              <a:gd name="connsiteX13" fmla="*/ 2736487 w 5581589"/>
              <a:gd name="connsiteY13" fmla="*/ 4465717 h 5017194"/>
              <a:gd name="connsiteX14" fmla="*/ 1518648 w 5581589"/>
              <a:gd name="connsiteY14" fmla="*/ 5017194 h 5017194"/>
              <a:gd name="connsiteX15" fmla="*/ 1217860 w 5581589"/>
              <a:gd name="connsiteY15" fmla="*/ 3778045 h 5017194"/>
              <a:gd name="connsiteX16" fmla="*/ 0 w 5581589"/>
              <a:gd name="connsiteY16" fmla="*/ 3226574 h 5017194"/>
              <a:gd name="connsiteX0" fmla="*/ 0 w 5589815"/>
              <a:gd name="connsiteY0" fmla="*/ 3226574 h 5017194"/>
              <a:gd name="connsiteX1" fmla="*/ 842783 w 5589815"/>
              <a:gd name="connsiteY1" fmla="*/ 2232863 h 5017194"/>
              <a:gd name="connsiteX2" fmla="*/ 542003 w 5589815"/>
              <a:gd name="connsiteY2" fmla="*/ 993716 h 5017194"/>
              <a:gd name="connsiteX3" fmla="*/ 1893718 w 5589815"/>
              <a:gd name="connsiteY3" fmla="*/ 993718 h 5017194"/>
              <a:gd name="connsiteX4" fmla="*/ 2736487 w 5589815"/>
              <a:gd name="connsiteY4" fmla="*/ 0 h 5017194"/>
              <a:gd name="connsiteX5" fmla="*/ 3567223 w 5589815"/>
              <a:gd name="connsiteY5" fmla="*/ 1499044 h 5017194"/>
              <a:gd name="connsiteX6" fmla="*/ 4930970 w 5589815"/>
              <a:gd name="connsiteY6" fmla="*/ 993716 h 5017194"/>
              <a:gd name="connsiteX7" fmla="*/ 4665552 w 5589815"/>
              <a:gd name="connsiteY7" fmla="*/ 1586581 h 5017194"/>
              <a:gd name="connsiteX8" fmla="*/ 4209085 w 5589815"/>
              <a:gd name="connsiteY8" fmla="*/ 2244894 h 5017194"/>
              <a:gd name="connsiteX9" fmla="*/ 4893022 w 5589815"/>
              <a:gd name="connsiteY9" fmla="*/ 2358729 h 5017194"/>
              <a:gd name="connsiteX10" fmla="*/ 5581589 w 5589815"/>
              <a:gd name="connsiteY10" fmla="*/ 2625394 h 5017194"/>
              <a:gd name="connsiteX11" fmla="*/ 4255113 w 5589815"/>
              <a:gd name="connsiteY11" fmla="*/ 3778045 h 5017194"/>
              <a:gd name="connsiteX12" fmla="*/ 3954325 w 5589815"/>
              <a:gd name="connsiteY12" fmla="*/ 5017194 h 5017194"/>
              <a:gd name="connsiteX13" fmla="*/ 2736487 w 5589815"/>
              <a:gd name="connsiteY13" fmla="*/ 4465717 h 5017194"/>
              <a:gd name="connsiteX14" fmla="*/ 1518648 w 5589815"/>
              <a:gd name="connsiteY14" fmla="*/ 5017194 h 5017194"/>
              <a:gd name="connsiteX15" fmla="*/ 1217860 w 5589815"/>
              <a:gd name="connsiteY15" fmla="*/ 3778045 h 5017194"/>
              <a:gd name="connsiteX16" fmla="*/ 0 w 5589815"/>
              <a:gd name="connsiteY16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55113 w 5588925"/>
              <a:gd name="connsiteY12" fmla="*/ 3778045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8925"/>
              <a:gd name="connsiteY0" fmla="*/ 3226574 h 5017194"/>
              <a:gd name="connsiteX1" fmla="*/ 842783 w 5588925"/>
              <a:gd name="connsiteY1" fmla="*/ 2232863 h 5017194"/>
              <a:gd name="connsiteX2" fmla="*/ 542003 w 5588925"/>
              <a:gd name="connsiteY2" fmla="*/ 993716 h 5017194"/>
              <a:gd name="connsiteX3" fmla="*/ 1893718 w 5588925"/>
              <a:gd name="connsiteY3" fmla="*/ 993718 h 5017194"/>
              <a:gd name="connsiteX4" fmla="*/ 2736487 w 5588925"/>
              <a:gd name="connsiteY4" fmla="*/ 0 h 5017194"/>
              <a:gd name="connsiteX5" fmla="*/ 3567223 w 5588925"/>
              <a:gd name="connsiteY5" fmla="*/ 1499044 h 5017194"/>
              <a:gd name="connsiteX6" fmla="*/ 4930970 w 5588925"/>
              <a:gd name="connsiteY6" fmla="*/ 993716 h 5017194"/>
              <a:gd name="connsiteX7" fmla="*/ 4665552 w 5588925"/>
              <a:gd name="connsiteY7" fmla="*/ 1586581 h 5017194"/>
              <a:gd name="connsiteX8" fmla="*/ 4209085 w 5588925"/>
              <a:gd name="connsiteY8" fmla="*/ 2244894 h 5017194"/>
              <a:gd name="connsiteX9" fmla="*/ 4893022 w 5588925"/>
              <a:gd name="connsiteY9" fmla="*/ 2358729 h 5017194"/>
              <a:gd name="connsiteX10" fmla="*/ 5581589 w 5588925"/>
              <a:gd name="connsiteY10" fmla="*/ 2625394 h 5017194"/>
              <a:gd name="connsiteX11" fmla="*/ 5059735 w 5588925"/>
              <a:gd name="connsiteY11" fmla="*/ 2795721 h 5017194"/>
              <a:gd name="connsiteX12" fmla="*/ 4287951 w 5588925"/>
              <a:gd name="connsiteY12" fmla="*/ 2964683 h 5017194"/>
              <a:gd name="connsiteX13" fmla="*/ 3954325 w 5588925"/>
              <a:gd name="connsiteY13" fmla="*/ 5017194 h 5017194"/>
              <a:gd name="connsiteX14" fmla="*/ 2736487 w 5588925"/>
              <a:gd name="connsiteY14" fmla="*/ 4465717 h 5017194"/>
              <a:gd name="connsiteX15" fmla="*/ 1518648 w 5588925"/>
              <a:gd name="connsiteY15" fmla="*/ 5017194 h 5017194"/>
              <a:gd name="connsiteX16" fmla="*/ 1217860 w 5588925"/>
              <a:gd name="connsiteY16" fmla="*/ 3778045 h 5017194"/>
              <a:gd name="connsiteX17" fmla="*/ 0 w 558892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625394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93022 w 5589145"/>
              <a:gd name="connsiteY9" fmla="*/ 2358729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89145"/>
              <a:gd name="connsiteY0" fmla="*/ 3226574 h 5017194"/>
              <a:gd name="connsiteX1" fmla="*/ 842783 w 5589145"/>
              <a:gd name="connsiteY1" fmla="*/ 2232863 h 5017194"/>
              <a:gd name="connsiteX2" fmla="*/ 542003 w 5589145"/>
              <a:gd name="connsiteY2" fmla="*/ 993716 h 5017194"/>
              <a:gd name="connsiteX3" fmla="*/ 1893718 w 5589145"/>
              <a:gd name="connsiteY3" fmla="*/ 993718 h 5017194"/>
              <a:gd name="connsiteX4" fmla="*/ 2736487 w 5589145"/>
              <a:gd name="connsiteY4" fmla="*/ 0 h 5017194"/>
              <a:gd name="connsiteX5" fmla="*/ 3567223 w 5589145"/>
              <a:gd name="connsiteY5" fmla="*/ 1499044 h 5017194"/>
              <a:gd name="connsiteX6" fmla="*/ 4930970 w 5589145"/>
              <a:gd name="connsiteY6" fmla="*/ 993716 h 5017194"/>
              <a:gd name="connsiteX7" fmla="*/ 4665552 w 5589145"/>
              <a:gd name="connsiteY7" fmla="*/ 1586581 h 5017194"/>
              <a:gd name="connsiteX8" fmla="*/ 4209085 w 5589145"/>
              <a:gd name="connsiteY8" fmla="*/ 2244894 h 5017194"/>
              <a:gd name="connsiteX9" fmla="*/ 4887970 w 5589145"/>
              <a:gd name="connsiteY9" fmla="*/ 2318314 h 5017194"/>
              <a:gd name="connsiteX10" fmla="*/ 5581589 w 5589145"/>
              <a:gd name="connsiteY10" fmla="*/ 2491518 h 5017194"/>
              <a:gd name="connsiteX11" fmla="*/ 5059735 w 5589145"/>
              <a:gd name="connsiteY11" fmla="*/ 2795721 h 5017194"/>
              <a:gd name="connsiteX12" fmla="*/ 4287951 w 5589145"/>
              <a:gd name="connsiteY12" fmla="*/ 2964683 h 5017194"/>
              <a:gd name="connsiteX13" fmla="*/ 3954325 w 5589145"/>
              <a:gd name="connsiteY13" fmla="*/ 5017194 h 5017194"/>
              <a:gd name="connsiteX14" fmla="*/ 2736487 w 5589145"/>
              <a:gd name="connsiteY14" fmla="*/ 4465717 h 5017194"/>
              <a:gd name="connsiteX15" fmla="*/ 1518648 w 5589145"/>
              <a:gd name="connsiteY15" fmla="*/ 5017194 h 5017194"/>
              <a:gd name="connsiteX16" fmla="*/ 1217860 w 5589145"/>
              <a:gd name="connsiteY16" fmla="*/ 3778045 h 5017194"/>
              <a:gd name="connsiteX17" fmla="*/ 0 w 5589145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4930970 w 5590393"/>
              <a:gd name="connsiteY6" fmla="*/ 993716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567223 w 5590393"/>
              <a:gd name="connsiteY5" fmla="*/ 1499044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3226574 h 5017194"/>
              <a:gd name="connsiteX1" fmla="*/ 842783 w 5590393"/>
              <a:gd name="connsiteY1" fmla="*/ 2232863 h 5017194"/>
              <a:gd name="connsiteX2" fmla="*/ 542003 w 5590393"/>
              <a:gd name="connsiteY2" fmla="*/ 993716 h 5017194"/>
              <a:gd name="connsiteX3" fmla="*/ 1893718 w 5590393"/>
              <a:gd name="connsiteY3" fmla="*/ 993718 h 5017194"/>
              <a:gd name="connsiteX4" fmla="*/ 2736487 w 5590393"/>
              <a:gd name="connsiteY4" fmla="*/ 0 h 5017194"/>
              <a:gd name="connsiteX5" fmla="*/ 3643002 w 5590393"/>
              <a:gd name="connsiteY5" fmla="*/ 1430843 h 5017194"/>
              <a:gd name="connsiteX6" fmla="*/ 5191145 w 5590393"/>
              <a:gd name="connsiteY6" fmla="*/ 728489 h 5017194"/>
              <a:gd name="connsiteX7" fmla="*/ 4665552 w 5590393"/>
              <a:gd name="connsiteY7" fmla="*/ 1586581 h 5017194"/>
              <a:gd name="connsiteX8" fmla="*/ 4209085 w 5590393"/>
              <a:gd name="connsiteY8" fmla="*/ 2244894 h 5017194"/>
              <a:gd name="connsiteX9" fmla="*/ 4887970 w 5590393"/>
              <a:gd name="connsiteY9" fmla="*/ 2318314 h 5017194"/>
              <a:gd name="connsiteX10" fmla="*/ 5581589 w 5590393"/>
              <a:gd name="connsiteY10" fmla="*/ 2491518 h 5017194"/>
              <a:gd name="connsiteX11" fmla="*/ 5117833 w 5590393"/>
              <a:gd name="connsiteY11" fmla="*/ 2757832 h 5017194"/>
              <a:gd name="connsiteX12" fmla="*/ 4287951 w 5590393"/>
              <a:gd name="connsiteY12" fmla="*/ 2964683 h 5017194"/>
              <a:gd name="connsiteX13" fmla="*/ 3954325 w 5590393"/>
              <a:gd name="connsiteY13" fmla="*/ 5017194 h 5017194"/>
              <a:gd name="connsiteX14" fmla="*/ 2736487 w 5590393"/>
              <a:gd name="connsiteY14" fmla="*/ 4465717 h 5017194"/>
              <a:gd name="connsiteX15" fmla="*/ 1518648 w 5590393"/>
              <a:gd name="connsiteY15" fmla="*/ 5017194 h 5017194"/>
              <a:gd name="connsiteX16" fmla="*/ 1217860 w 5590393"/>
              <a:gd name="connsiteY16" fmla="*/ 3778045 h 5017194"/>
              <a:gd name="connsiteX17" fmla="*/ 0 w 5590393"/>
              <a:gd name="connsiteY17" fmla="*/ 3226574 h 5017194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3357875 w 5590393"/>
              <a:gd name="connsiteY4" fmla="*/ 0 h 4673663"/>
              <a:gd name="connsiteX5" fmla="*/ 3643002 w 5590393"/>
              <a:gd name="connsiteY5" fmla="*/ 1087312 h 4673663"/>
              <a:gd name="connsiteX6" fmla="*/ 5191145 w 5590393"/>
              <a:gd name="connsiteY6" fmla="*/ 384958 h 4673663"/>
              <a:gd name="connsiteX7" fmla="*/ 4665552 w 5590393"/>
              <a:gd name="connsiteY7" fmla="*/ 1243050 h 4673663"/>
              <a:gd name="connsiteX8" fmla="*/ 4209085 w 5590393"/>
              <a:gd name="connsiteY8" fmla="*/ 1901363 h 4673663"/>
              <a:gd name="connsiteX9" fmla="*/ 4887970 w 5590393"/>
              <a:gd name="connsiteY9" fmla="*/ 1974783 h 4673663"/>
              <a:gd name="connsiteX10" fmla="*/ 5581589 w 5590393"/>
              <a:gd name="connsiteY10" fmla="*/ 2147987 h 4673663"/>
              <a:gd name="connsiteX11" fmla="*/ 5117833 w 5590393"/>
              <a:gd name="connsiteY11" fmla="*/ 2414301 h 4673663"/>
              <a:gd name="connsiteX12" fmla="*/ 4287951 w 5590393"/>
              <a:gd name="connsiteY12" fmla="*/ 2621152 h 4673663"/>
              <a:gd name="connsiteX13" fmla="*/ 3954325 w 5590393"/>
              <a:gd name="connsiteY13" fmla="*/ 4673663 h 4673663"/>
              <a:gd name="connsiteX14" fmla="*/ 2736487 w 5590393"/>
              <a:gd name="connsiteY14" fmla="*/ 4122186 h 4673663"/>
              <a:gd name="connsiteX15" fmla="*/ 1518648 w 5590393"/>
              <a:gd name="connsiteY15" fmla="*/ 4673663 h 4673663"/>
              <a:gd name="connsiteX16" fmla="*/ 1217860 w 5590393"/>
              <a:gd name="connsiteY16" fmla="*/ 3434514 h 4673663"/>
              <a:gd name="connsiteX17" fmla="*/ 0 w 5590393"/>
              <a:gd name="connsiteY17" fmla="*/ 2883043 h 4673663"/>
              <a:gd name="connsiteX0" fmla="*/ 0 w 5590393"/>
              <a:gd name="connsiteY0" fmla="*/ 2883043 h 4673663"/>
              <a:gd name="connsiteX1" fmla="*/ 842783 w 5590393"/>
              <a:gd name="connsiteY1" fmla="*/ 1889332 h 4673663"/>
              <a:gd name="connsiteX2" fmla="*/ 542003 w 5590393"/>
              <a:gd name="connsiteY2" fmla="*/ 650185 h 4673663"/>
              <a:gd name="connsiteX3" fmla="*/ 1893718 w 5590393"/>
              <a:gd name="connsiteY3" fmla="*/ 650187 h 4673663"/>
              <a:gd name="connsiteX4" fmla="*/ 2988443 w 5590393"/>
              <a:gd name="connsiteY4" fmla="*/ 206606 h 4673663"/>
              <a:gd name="connsiteX5" fmla="*/ 3357875 w 5590393"/>
              <a:gd name="connsiteY5" fmla="*/ 0 h 4673663"/>
              <a:gd name="connsiteX6" fmla="*/ 3643002 w 5590393"/>
              <a:gd name="connsiteY6" fmla="*/ 1087312 h 4673663"/>
              <a:gd name="connsiteX7" fmla="*/ 5191145 w 5590393"/>
              <a:gd name="connsiteY7" fmla="*/ 384958 h 4673663"/>
              <a:gd name="connsiteX8" fmla="*/ 4665552 w 5590393"/>
              <a:gd name="connsiteY8" fmla="*/ 1243050 h 4673663"/>
              <a:gd name="connsiteX9" fmla="*/ 4209085 w 5590393"/>
              <a:gd name="connsiteY9" fmla="*/ 1901363 h 4673663"/>
              <a:gd name="connsiteX10" fmla="*/ 4887970 w 5590393"/>
              <a:gd name="connsiteY10" fmla="*/ 1974783 h 4673663"/>
              <a:gd name="connsiteX11" fmla="*/ 5581589 w 5590393"/>
              <a:gd name="connsiteY11" fmla="*/ 2147987 h 4673663"/>
              <a:gd name="connsiteX12" fmla="*/ 5117833 w 5590393"/>
              <a:gd name="connsiteY12" fmla="*/ 2414301 h 4673663"/>
              <a:gd name="connsiteX13" fmla="*/ 4287951 w 5590393"/>
              <a:gd name="connsiteY13" fmla="*/ 2621152 h 4673663"/>
              <a:gd name="connsiteX14" fmla="*/ 3954325 w 5590393"/>
              <a:gd name="connsiteY14" fmla="*/ 4673663 h 4673663"/>
              <a:gd name="connsiteX15" fmla="*/ 2736487 w 5590393"/>
              <a:gd name="connsiteY15" fmla="*/ 4122186 h 4673663"/>
              <a:gd name="connsiteX16" fmla="*/ 1518648 w 5590393"/>
              <a:gd name="connsiteY16" fmla="*/ 4673663 h 4673663"/>
              <a:gd name="connsiteX17" fmla="*/ 1217860 w 5590393"/>
              <a:gd name="connsiteY17" fmla="*/ 3434514 h 4673663"/>
              <a:gd name="connsiteX18" fmla="*/ 0 w 5590393"/>
              <a:gd name="connsiteY18" fmla="*/ 2883043 h 4673663"/>
              <a:gd name="connsiteX0" fmla="*/ 0 w 5590393"/>
              <a:gd name="connsiteY0" fmla="*/ 2889715 h 4680335"/>
              <a:gd name="connsiteX1" fmla="*/ 842783 w 5590393"/>
              <a:gd name="connsiteY1" fmla="*/ 1896004 h 4680335"/>
              <a:gd name="connsiteX2" fmla="*/ 542003 w 5590393"/>
              <a:gd name="connsiteY2" fmla="*/ 656857 h 4680335"/>
              <a:gd name="connsiteX3" fmla="*/ 1893718 w 5590393"/>
              <a:gd name="connsiteY3" fmla="*/ 656859 h 4680335"/>
              <a:gd name="connsiteX4" fmla="*/ 2988443 w 5590393"/>
              <a:gd name="connsiteY4" fmla="*/ 213278 h 4680335"/>
              <a:gd name="connsiteX5" fmla="*/ 3357875 w 5590393"/>
              <a:gd name="connsiteY5" fmla="*/ 6672 h 4680335"/>
              <a:gd name="connsiteX6" fmla="*/ 3643002 w 5590393"/>
              <a:gd name="connsiteY6" fmla="*/ 1093984 h 4680335"/>
              <a:gd name="connsiteX7" fmla="*/ 5191145 w 5590393"/>
              <a:gd name="connsiteY7" fmla="*/ 391630 h 4680335"/>
              <a:gd name="connsiteX8" fmla="*/ 4665552 w 5590393"/>
              <a:gd name="connsiteY8" fmla="*/ 1249722 h 4680335"/>
              <a:gd name="connsiteX9" fmla="*/ 4209085 w 5590393"/>
              <a:gd name="connsiteY9" fmla="*/ 1908035 h 4680335"/>
              <a:gd name="connsiteX10" fmla="*/ 4887970 w 5590393"/>
              <a:gd name="connsiteY10" fmla="*/ 1981455 h 4680335"/>
              <a:gd name="connsiteX11" fmla="*/ 5581589 w 5590393"/>
              <a:gd name="connsiteY11" fmla="*/ 2154659 h 4680335"/>
              <a:gd name="connsiteX12" fmla="*/ 5117833 w 5590393"/>
              <a:gd name="connsiteY12" fmla="*/ 2420973 h 4680335"/>
              <a:gd name="connsiteX13" fmla="*/ 4287951 w 5590393"/>
              <a:gd name="connsiteY13" fmla="*/ 2627824 h 4680335"/>
              <a:gd name="connsiteX14" fmla="*/ 3954325 w 5590393"/>
              <a:gd name="connsiteY14" fmla="*/ 4680335 h 4680335"/>
              <a:gd name="connsiteX15" fmla="*/ 2736487 w 5590393"/>
              <a:gd name="connsiteY15" fmla="*/ 4128858 h 4680335"/>
              <a:gd name="connsiteX16" fmla="*/ 1518648 w 5590393"/>
              <a:gd name="connsiteY16" fmla="*/ 4680335 h 4680335"/>
              <a:gd name="connsiteX17" fmla="*/ 1217860 w 5590393"/>
              <a:gd name="connsiteY17" fmla="*/ 3441186 h 4680335"/>
              <a:gd name="connsiteX18" fmla="*/ 0 w 5590393"/>
              <a:gd name="connsiteY18" fmla="*/ 2889715 h 4680335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5191145 w 5590393"/>
              <a:gd name="connsiteY7" fmla="*/ 505824 h 4794529"/>
              <a:gd name="connsiteX8" fmla="*/ 4665552 w 5590393"/>
              <a:gd name="connsiteY8" fmla="*/ 1363916 h 4794529"/>
              <a:gd name="connsiteX9" fmla="*/ 4209085 w 5590393"/>
              <a:gd name="connsiteY9" fmla="*/ 2022229 h 4794529"/>
              <a:gd name="connsiteX10" fmla="*/ 4887970 w 5590393"/>
              <a:gd name="connsiteY10" fmla="*/ 2095649 h 4794529"/>
              <a:gd name="connsiteX11" fmla="*/ 5581589 w 5590393"/>
              <a:gd name="connsiteY11" fmla="*/ 2268853 h 4794529"/>
              <a:gd name="connsiteX12" fmla="*/ 5117833 w 5590393"/>
              <a:gd name="connsiteY12" fmla="*/ 2535167 h 4794529"/>
              <a:gd name="connsiteX13" fmla="*/ 4287951 w 5590393"/>
              <a:gd name="connsiteY13" fmla="*/ 2742018 h 4794529"/>
              <a:gd name="connsiteX14" fmla="*/ 3954325 w 5590393"/>
              <a:gd name="connsiteY14" fmla="*/ 4794529 h 4794529"/>
              <a:gd name="connsiteX15" fmla="*/ 2736487 w 5590393"/>
              <a:gd name="connsiteY15" fmla="*/ 4243052 h 4794529"/>
              <a:gd name="connsiteX16" fmla="*/ 1518648 w 5590393"/>
              <a:gd name="connsiteY16" fmla="*/ 4794529 h 4794529"/>
              <a:gd name="connsiteX17" fmla="*/ 1217860 w 5590393"/>
              <a:gd name="connsiteY17" fmla="*/ 3555380 h 4794529"/>
              <a:gd name="connsiteX18" fmla="*/ 0 w 5590393"/>
              <a:gd name="connsiteY18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1893718 w 5590393"/>
              <a:gd name="connsiteY3" fmla="*/ 771053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3003909 h 4794529"/>
              <a:gd name="connsiteX1" fmla="*/ 842783 w 5590393"/>
              <a:gd name="connsiteY1" fmla="*/ 2010198 h 4794529"/>
              <a:gd name="connsiteX2" fmla="*/ 542003 w 5590393"/>
              <a:gd name="connsiteY2" fmla="*/ 771051 h 4794529"/>
              <a:gd name="connsiteX3" fmla="*/ 2446905 w 5590393"/>
              <a:gd name="connsiteY3" fmla="*/ 1309084 h 4794529"/>
              <a:gd name="connsiteX4" fmla="*/ 2988443 w 5590393"/>
              <a:gd name="connsiteY4" fmla="*/ 327472 h 4794529"/>
              <a:gd name="connsiteX5" fmla="*/ 3357875 w 5590393"/>
              <a:gd name="connsiteY5" fmla="*/ 120866 h 4794529"/>
              <a:gd name="connsiteX6" fmla="*/ 3643002 w 5590393"/>
              <a:gd name="connsiteY6" fmla="*/ 1208178 h 4794529"/>
              <a:gd name="connsiteX7" fmla="*/ 4645477 w 5590393"/>
              <a:gd name="connsiteY7" fmla="*/ 585120 h 4794529"/>
              <a:gd name="connsiteX8" fmla="*/ 5191145 w 5590393"/>
              <a:gd name="connsiteY8" fmla="*/ 505824 h 4794529"/>
              <a:gd name="connsiteX9" fmla="*/ 4665552 w 5590393"/>
              <a:gd name="connsiteY9" fmla="*/ 1363916 h 4794529"/>
              <a:gd name="connsiteX10" fmla="*/ 4209085 w 5590393"/>
              <a:gd name="connsiteY10" fmla="*/ 2022229 h 4794529"/>
              <a:gd name="connsiteX11" fmla="*/ 4887970 w 5590393"/>
              <a:gd name="connsiteY11" fmla="*/ 2095649 h 4794529"/>
              <a:gd name="connsiteX12" fmla="*/ 5581589 w 5590393"/>
              <a:gd name="connsiteY12" fmla="*/ 2268853 h 4794529"/>
              <a:gd name="connsiteX13" fmla="*/ 5117833 w 5590393"/>
              <a:gd name="connsiteY13" fmla="*/ 2535167 h 4794529"/>
              <a:gd name="connsiteX14" fmla="*/ 4287951 w 5590393"/>
              <a:gd name="connsiteY14" fmla="*/ 2742018 h 4794529"/>
              <a:gd name="connsiteX15" fmla="*/ 3954325 w 5590393"/>
              <a:gd name="connsiteY15" fmla="*/ 4794529 h 4794529"/>
              <a:gd name="connsiteX16" fmla="*/ 2736487 w 5590393"/>
              <a:gd name="connsiteY16" fmla="*/ 4243052 h 4794529"/>
              <a:gd name="connsiteX17" fmla="*/ 1518648 w 5590393"/>
              <a:gd name="connsiteY17" fmla="*/ 4794529 h 4794529"/>
              <a:gd name="connsiteX18" fmla="*/ 1217860 w 5590393"/>
              <a:gd name="connsiteY18" fmla="*/ 3555380 h 4794529"/>
              <a:gd name="connsiteX19" fmla="*/ 0 w 5590393"/>
              <a:gd name="connsiteY19" fmla="*/ 3003909 h 4794529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2446905 w 5590393"/>
              <a:gd name="connsiteY3" fmla="*/ 1294772 h 4780217"/>
              <a:gd name="connsiteX4" fmla="*/ 2988443 w 5590393"/>
              <a:gd name="connsiteY4" fmla="*/ 313160 h 4780217"/>
              <a:gd name="connsiteX5" fmla="*/ 3357875 w 5590393"/>
              <a:gd name="connsiteY5" fmla="*/ 106554 h 4780217"/>
              <a:gd name="connsiteX6" fmla="*/ 3643002 w 5590393"/>
              <a:gd name="connsiteY6" fmla="*/ 1193866 h 4780217"/>
              <a:gd name="connsiteX7" fmla="*/ 4645477 w 5590393"/>
              <a:gd name="connsiteY7" fmla="*/ 570808 h 4780217"/>
              <a:gd name="connsiteX8" fmla="*/ 5191145 w 5590393"/>
              <a:gd name="connsiteY8" fmla="*/ 491512 h 4780217"/>
              <a:gd name="connsiteX9" fmla="*/ 4665552 w 5590393"/>
              <a:gd name="connsiteY9" fmla="*/ 1349604 h 4780217"/>
              <a:gd name="connsiteX10" fmla="*/ 4209085 w 5590393"/>
              <a:gd name="connsiteY10" fmla="*/ 2007917 h 4780217"/>
              <a:gd name="connsiteX11" fmla="*/ 4887970 w 5590393"/>
              <a:gd name="connsiteY11" fmla="*/ 2081337 h 4780217"/>
              <a:gd name="connsiteX12" fmla="*/ 5581589 w 5590393"/>
              <a:gd name="connsiteY12" fmla="*/ 2254541 h 4780217"/>
              <a:gd name="connsiteX13" fmla="*/ 5117833 w 5590393"/>
              <a:gd name="connsiteY13" fmla="*/ 2520855 h 4780217"/>
              <a:gd name="connsiteX14" fmla="*/ 4287951 w 5590393"/>
              <a:gd name="connsiteY14" fmla="*/ 2727706 h 4780217"/>
              <a:gd name="connsiteX15" fmla="*/ 3954325 w 5590393"/>
              <a:gd name="connsiteY15" fmla="*/ 4780217 h 4780217"/>
              <a:gd name="connsiteX16" fmla="*/ 2736487 w 5590393"/>
              <a:gd name="connsiteY16" fmla="*/ 4228740 h 4780217"/>
              <a:gd name="connsiteX17" fmla="*/ 1518648 w 5590393"/>
              <a:gd name="connsiteY17" fmla="*/ 4780217 h 4780217"/>
              <a:gd name="connsiteX18" fmla="*/ 1217860 w 5590393"/>
              <a:gd name="connsiteY18" fmla="*/ 3541068 h 4780217"/>
              <a:gd name="connsiteX19" fmla="*/ 0 w 5590393"/>
              <a:gd name="connsiteY19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542003 w 5590393"/>
              <a:gd name="connsiteY2" fmla="*/ 756739 h 4780217"/>
              <a:gd name="connsiteX3" fmla="*/ 1364246 w 5590393"/>
              <a:gd name="connsiteY3" fmla="*/ 929496 h 4780217"/>
              <a:gd name="connsiteX4" fmla="*/ 2446905 w 5590393"/>
              <a:gd name="connsiteY4" fmla="*/ 1294772 h 4780217"/>
              <a:gd name="connsiteX5" fmla="*/ 2988443 w 5590393"/>
              <a:gd name="connsiteY5" fmla="*/ 313160 h 4780217"/>
              <a:gd name="connsiteX6" fmla="*/ 3357875 w 5590393"/>
              <a:gd name="connsiteY6" fmla="*/ 106554 h 4780217"/>
              <a:gd name="connsiteX7" fmla="*/ 3643002 w 5590393"/>
              <a:gd name="connsiteY7" fmla="*/ 1193866 h 4780217"/>
              <a:gd name="connsiteX8" fmla="*/ 4645477 w 5590393"/>
              <a:gd name="connsiteY8" fmla="*/ 570808 h 4780217"/>
              <a:gd name="connsiteX9" fmla="*/ 5191145 w 5590393"/>
              <a:gd name="connsiteY9" fmla="*/ 491512 h 4780217"/>
              <a:gd name="connsiteX10" fmla="*/ 4665552 w 5590393"/>
              <a:gd name="connsiteY10" fmla="*/ 1349604 h 4780217"/>
              <a:gd name="connsiteX11" fmla="*/ 4209085 w 5590393"/>
              <a:gd name="connsiteY11" fmla="*/ 2007917 h 4780217"/>
              <a:gd name="connsiteX12" fmla="*/ 4887970 w 5590393"/>
              <a:gd name="connsiteY12" fmla="*/ 2081337 h 4780217"/>
              <a:gd name="connsiteX13" fmla="*/ 5581589 w 5590393"/>
              <a:gd name="connsiteY13" fmla="*/ 2254541 h 4780217"/>
              <a:gd name="connsiteX14" fmla="*/ 5117833 w 5590393"/>
              <a:gd name="connsiteY14" fmla="*/ 2520855 h 4780217"/>
              <a:gd name="connsiteX15" fmla="*/ 4287951 w 5590393"/>
              <a:gd name="connsiteY15" fmla="*/ 2727706 h 4780217"/>
              <a:gd name="connsiteX16" fmla="*/ 3954325 w 5590393"/>
              <a:gd name="connsiteY16" fmla="*/ 4780217 h 4780217"/>
              <a:gd name="connsiteX17" fmla="*/ 2736487 w 5590393"/>
              <a:gd name="connsiteY17" fmla="*/ 4228740 h 4780217"/>
              <a:gd name="connsiteX18" fmla="*/ 1518648 w 5590393"/>
              <a:gd name="connsiteY18" fmla="*/ 4780217 h 4780217"/>
              <a:gd name="connsiteX19" fmla="*/ 1217860 w 5590393"/>
              <a:gd name="connsiteY19" fmla="*/ 3541068 h 4780217"/>
              <a:gd name="connsiteX20" fmla="*/ 0 w 5590393"/>
              <a:gd name="connsiteY20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542003 w 5590393"/>
              <a:gd name="connsiteY3" fmla="*/ 756739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842783 w 5590393"/>
              <a:gd name="connsiteY1" fmla="*/ 199588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1217860 w 5590393"/>
              <a:gd name="connsiteY20" fmla="*/ 3541068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0 w 5590393"/>
              <a:gd name="connsiteY21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1518648 w 5590393"/>
              <a:gd name="connsiteY19" fmla="*/ 4780217 h 4780217"/>
              <a:gd name="connsiteX20" fmla="*/ 2056481 w 5590393"/>
              <a:gd name="connsiteY20" fmla="*/ 2896947 h 4780217"/>
              <a:gd name="connsiteX21" fmla="*/ 710021 w 5590393"/>
              <a:gd name="connsiteY21" fmla="*/ 3000789 h 4780217"/>
              <a:gd name="connsiteX22" fmla="*/ 0 w 5590393"/>
              <a:gd name="connsiteY22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736487 w 5590393"/>
              <a:gd name="connsiteY18" fmla="*/ 4228740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954325 w 5590393"/>
              <a:gd name="connsiteY17" fmla="*/ 4780217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3413768 w 5590393"/>
              <a:gd name="connsiteY17" fmla="*/ 4605925 h 4780217"/>
              <a:gd name="connsiteX18" fmla="*/ 2928460 w 5590393"/>
              <a:gd name="connsiteY18" fmla="*/ 3713443 h 4780217"/>
              <a:gd name="connsiteX19" fmla="*/ 2074043 w 5590393"/>
              <a:gd name="connsiteY19" fmla="*/ 4427960 h 4780217"/>
              <a:gd name="connsiteX20" fmla="*/ 1518648 w 5590393"/>
              <a:gd name="connsiteY20" fmla="*/ 4780217 h 4780217"/>
              <a:gd name="connsiteX21" fmla="*/ 2056481 w 5590393"/>
              <a:gd name="connsiteY21" fmla="*/ 2896947 h 4780217"/>
              <a:gd name="connsiteX22" fmla="*/ 710021 w 5590393"/>
              <a:gd name="connsiteY22" fmla="*/ 3000789 h 4780217"/>
              <a:gd name="connsiteX23" fmla="*/ 0 w 5590393"/>
              <a:gd name="connsiteY23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413768 w 5590393"/>
              <a:gd name="connsiteY18" fmla="*/ 4605925 h 4780217"/>
              <a:gd name="connsiteX19" fmla="*/ 2928460 w 5590393"/>
              <a:gd name="connsiteY19" fmla="*/ 3713443 h 4780217"/>
              <a:gd name="connsiteX20" fmla="*/ 2074043 w 5590393"/>
              <a:gd name="connsiteY20" fmla="*/ 4427960 h 4780217"/>
              <a:gd name="connsiteX21" fmla="*/ 1518648 w 5590393"/>
              <a:gd name="connsiteY21" fmla="*/ 4780217 h 4780217"/>
              <a:gd name="connsiteX22" fmla="*/ 2056481 w 5590393"/>
              <a:gd name="connsiteY22" fmla="*/ 2896947 h 4780217"/>
              <a:gd name="connsiteX23" fmla="*/ 710021 w 5590393"/>
              <a:gd name="connsiteY23" fmla="*/ 3000789 h 4780217"/>
              <a:gd name="connsiteX24" fmla="*/ 0 w 5590393"/>
              <a:gd name="connsiteY24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3746233 w 5590393"/>
              <a:gd name="connsiteY18" fmla="*/ 3422625 h 4780217"/>
              <a:gd name="connsiteX19" fmla="*/ 3413768 w 5590393"/>
              <a:gd name="connsiteY19" fmla="*/ 4605925 h 4780217"/>
              <a:gd name="connsiteX20" fmla="*/ 2928460 w 5590393"/>
              <a:gd name="connsiteY20" fmla="*/ 3713443 h 4780217"/>
              <a:gd name="connsiteX21" fmla="*/ 2074043 w 5590393"/>
              <a:gd name="connsiteY21" fmla="*/ 4427960 h 4780217"/>
              <a:gd name="connsiteX22" fmla="*/ 1518648 w 5590393"/>
              <a:gd name="connsiteY22" fmla="*/ 4780217 h 4780217"/>
              <a:gd name="connsiteX23" fmla="*/ 2056481 w 5590393"/>
              <a:gd name="connsiteY23" fmla="*/ 2896947 h 4780217"/>
              <a:gd name="connsiteX24" fmla="*/ 710021 w 5590393"/>
              <a:gd name="connsiteY24" fmla="*/ 3000789 h 4780217"/>
              <a:gd name="connsiteX25" fmla="*/ 0 w 5590393"/>
              <a:gd name="connsiteY25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413768 w 5590393"/>
              <a:gd name="connsiteY20" fmla="*/ 4605925 h 4780217"/>
              <a:gd name="connsiteX21" fmla="*/ 2928460 w 5590393"/>
              <a:gd name="connsiteY21" fmla="*/ 3713443 h 4780217"/>
              <a:gd name="connsiteX22" fmla="*/ 2074043 w 5590393"/>
              <a:gd name="connsiteY22" fmla="*/ 4427960 h 4780217"/>
              <a:gd name="connsiteX23" fmla="*/ 1518648 w 5590393"/>
              <a:gd name="connsiteY23" fmla="*/ 4780217 h 4780217"/>
              <a:gd name="connsiteX24" fmla="*/ 2056481 w 5590393"/>
              <a:gd name="connsiteY24" fmla="*/ 2896947 h 4780217"/>
              <a:gd name="connsiteX25" fmla="*/ 710021 w 5590393"/>
              <a:gd name="connsiteY25" fmla="*/ 3000789 h 4780217"/>
              <a:gd name="connsiteX26" fmla="*/ 0 w 5590393"/>
              <a:gd name="connsiteY26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413768 w 5590393"/>
              <a:gd name="connsiteY21" fmla="*/ 460592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287951 w 5590393"/>
              <a:gd name="connsiteY16" fmla="*/ 272770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903126 w 5590393"/>
              <a:gd name="connsiteY18" fmla="*/ 389750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5006690 w 5590393"/>
              <a:gd name="connsiteY17" fmla="*/ 3743423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074043 w 5590393"/>
              <a:gd name="connsiteY23" fmla="*/ 4427960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780217"/>
              <a:gd name="connsiteX1" fmla="*/ 1850644 w 5590393"/>
              <a:gd name="connsiteY1" fmla="*/ 2089346 h 4780217"/>
              <a:gd name="connsiteX2" fmla="*/ 1078812 w 5590393"/>
              <a:gd name="connsiteY2" fmla="*/ 1300813 h 4780217"/>
              <a:gd name="connsiteX3" fmla="*/ 953735 w 5590393"/>
              <a:gd name="connsiteY3" fmla="*/ 951238 h 4780217"/>
              <a:gd name="connsiteX4" fmla="*/ 1364246 w 5590393"/>
              <a:gd name="connsiteY4" fmla="*/ 929496 h 4780217"/>
              <a:gd name="connsiteX5" fmla="*/ 2446905 w 5590393"/>
              <a:gd name="connsiteY5" fmla="*/ 1294772 h 4780217"/>
              <a:gd name="connsiteX6" fmla="*/ 2988443 w 5590393"/>
              <a:gd name="connsiteY6" fmla="*/ 313160 h 4780217"/>
              <a:gd name="connsiteX7" fmla="*/ 3357875 w 5590393"/>
              <a:gd name="connsiteY7" fmla="*/ 106554 h 4780217"/>
              <a:gd name="connsiteX8" fmla="*/ 3643002 w 5590393"/>
              <a:gd name="connsiteY8" fmla="*/ 1193866 h 4780217"/>
              <a:gd name="connsiteX9" fmla="*/ 4645477 w 5590393"/>
              <a:gd name="connsiteY9" fmla="*/ 570808 h 4780217"/>
              <a:gd name="connsiteX10" fmla="*/ 5191145 w 5590393"/>
              <a:gd name="connsiteY10" fmla="*/ 491512 h 4780217"/>
              <a:gd name="connsiteX11" fmla="*/ 4665552 w 5590393"/>
              <a:gd name="connsiteY11" fmla="*/ 1349604 h 4780217"/>
              <a:gd name="connsiteX12" fmla="*/ 4209085 w 5590393"/>
              <a:gd name="connsiteY12" fmla="*/ 2007917 h 4780217"/>
              <a:gd name="connsiteX13" fmla="*/ 4887970 w 5590393"/>
              <a:gd name="connsiteY13" fmla="*/ 2081337 h 4780217"/>
              <a:gd name="connsiteX14" fmla="*/ 5581589 w 5590393"/>
              <a:gd name="connsiteY14" fmla="*/ 2254541 h 4780217"/>
              <a:gd name="connsiteX15" fmla="*/ 5117833 w 5590393"/>
              <a:gd name="connsiteY15" fmla="*/ 2520855 h 4780217"/>
              <a:gd name="connsiteX16" fmla="*/ 4318262 w 5590393"/>
              <a:gd name="connsiteY16" fmla="*/ 2715076 h 4780217"/>
              <a:gd name="connsiteX17" fmla="*/ 4976378 w 5590393"/>
              <a:gd name="connsiteY17" fmla="*/ 3685326 h 4780217"/>
              <a:gd name="connsiteX18" fmla="*/ 4769250 w 5590393"/>
              <a:gd name="connsiteY18" fmla="*/ 3846987 h 4780217"/>
              <a:gd name="connsiteX19" fmla="*/ 3746233 w 5590393"/>
              <a:gd name="connsiteY19" fmla="*/ 3422625 h 4780217"/>
              <a:gd name="connsiteX20" fmla="*/ 3619934 w 5590393"/>
              <a:gd name="connsiteY20" fmla="*/ 4460797 h 4780217"/>
              <a:gd name="connsiteX21" fmla="*/ 3287470 w 5590393"/>
              <a:gd name="connsiteY21" fmla="*/ 4512465 h 4780217"/>
              <a:gd name="connsiteX22" fmla="*/ 2928460 w 5590393"/>
              <a:gd name="connsiteY22" fmla="*/ 3713443 h 4780217"/>
              <a:gd name="connsiteX23" fmla="*/ 2190237 w 5590393"/>
              <a:gd name="connsiteY23" fmla="*/ 4266298 h 4780217"/>
              <a:gd name="connsiteX24" fmla="*/ 1518648 w 5590393"/>
              <a:gd name="connsiteY24" fmla="*/ 4780217 h 4780217"/>
              <a:gd name="connsiteX25" fmla="*/ 2056481 w 5590393"/>
              <a:gd name="connsiteY25" fmla="*/ 2896947 h 4780217"/>
              <a:gd name="connsiteX26" fmla="*/ 710021 w 5590393"/>
              <a:gd name="connsiteY26" fmla="*/ 3000789 h 4780217"/>
              <a:gd name="connsiteX27" fmla="*/ 0 w 5590393"/>
              <a:gd name="connsiteY27" fmla="*/ 2989597 h 4780217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590393"/>
              <a:gd name="connsiteY0" fmla="*/ 2989597 h 4592249"/>
              <a:gd name="connsiteX1" fmla="*/ 1850644 w 5590393"/>
              <a:gd name="connsiteY1" fmla="*/ 2089346 h 4592249"/>
              <a:gd name="connsiteX2" fmla="*/ 1078812 w 5590393"/>
              <a:gd name="connsiteY2" fmla="*/ 1300813 h 4592249"/>
              <a:gd name="connsiteX3" fmla="*/ 953735 w 5590393"/>
              <a:gd name="connsiteY3" fmla="*/ 951238 h 4592249"/>
              <a:gd name="connsiteX4" fmla="*/ 1364246 w 5590393"/>
              <a:gd name="connsiteY4" fmla="*/ 929496 h 4592249"/>
              <a:gd name="connsiteX5" fmla="*/ 2446905 w 5590393"/>
              <a:gd name="connsiteY5" fmla="*/ 1294772 h 4592249"/>
              <a:gd name="connsiteX6" fmla="*/ 2988443 w 5590393"/>
              <a:gd name="connsiteY6" fmla="*/ 313160 h 4592249"/>
              <a:gd name="connsiteX7" fmla="*/ 3357875 w 5590393"/>
              <a:gd name="connsiteY7" fmla="*/ 106554 h 4592249"/>
              <a:gd name="connsiteX8" fmla="*/ 3643002 w 5590393"/>
              <a:gd name="connsiteY8" fmla="*/ 1193866 h 4592249"/>
              <a:gd name="connsiteX9" fmla="*/ 4645477 w 5590393"/>
              <a:gd name="connsiteY9" fmla="*/ 570808 h 4592249"/>
              <a:gd name="connsiteX10" fmla="*/ 5191145 w 5590393"/>
              <a:gd name="connsiteY10" fmla="*/ 491512 h 4592249"/>
              <a:gd name="connsiteX11" fmla="*/ 4665552 w 5590393"/>
              <a:gd name="connsiteY11" fmla="*/ 1349604 h 4592249"/>
              <a:gd name="connsiteX12" fmla="*/ 4209085 w 5590393"/>
              <a:gd name="connsiteY12" fmla="*/ 2007917 h 4592249"/>
              <a:gd name="connsiteX13" fmla="*/ 4887970 w 5590393"/>
              <a:gd name="connsiteY13" fmla="*/ 2081337 h 4592249"/>
              <a:gd name="connsiteX14" fmla="*/ 5581589 w 5590393"/>
              <a:gd name="connsiteY14" fmla="*/ 2254541 h 4592249"/>
              <a:gd name="connsiteX15" fmla="*/ 5117833 w 5590393"/>
              <a:gd name="connsiteY15" fmla="*/ 2520855 h 4592249"/>
              <a:gd name="connsiteX16" fmla="*/ 4318262 w 5590393"/>
              <a:gd name="connsiteY16" fmla="*/ 2715076 h 4592249"/>
              <a:gd name="connsiteX17" fmla="*/ 4976378 w 5590393"/>
              <a:gd name="connsiteY17" fmla="*/ 3685326 h 4592249"/>
              <a:gd name="connsiteX18" fmla="*/ 4769250 w 5590393"/>
              <a:gd name="connsiteY18" fmla="*/ 3846987 h 4592249"/>
              <a:gd name="connsiteX19" fmla="*/ 3746233 w 5590393"/>
              <a:gd name="connsiteY19" fmla="*/ 3422625 h 4592249"/>
              <a:gd name="connsiteX20" fmla="*/ 3619934 w 5590393"/>
              <a:gd name="connsiteY20" fmla="*/ 4460797 h 4592249"/>
              <a:gd name="connsiteX21" fmla="*/ 3287470 w 5590393"/>
              <a:gd name="connsiteY21" fmla="*/ 4512465 h 4592249"/>
              <a:gd name="connsiteX22" fmla="*/ 2928460 w 5590393"/>
              <a:gd name="connsiteY22" fmla="*/ 3713443 h 4592249"/>
              <a:gd name="connsiteX23" fmla="*/ 2190237 w 5590393"/>
              <a:gd name="connsiteY23" fmla="*/ 4266298 h 4592249"/>
              <a:gd name="connsiteX24" fmla="*/ 1672732 w 5590393"/>
              <a:gd name="connsiteY24" fmla="*/ 4216927 h 4592249"/>
              <a:gd name="connsiteX25" fmla="*/ 2056481 w 5590393"/>
              <a:gd name="connsiteY25" fmla="*/ 2896947 h 4592249"/>
              <a:gd name="connsiteX26" fmla="*/ 710021 w 5590393"/>
              <a:gd name="connsiteY26" fmla="*/ 3000789 h 4592249"/>
              <a:gd name="connsiteX27" fmla="*/ 0 w 5590393"/>
              <a:gd name="connsiteY27" fmla="*/ 2989597 h 4592249"/>
              <a:gd name="connsiteX0" fmla="*/ 0 w 5053365"/>
              <a:gd name="connsiteY0" fmla="*/ 2721083 h 4592249"/>
              <a:gd name="connsiteX1" fmla="*/ 1313616 w 5053365"/>
              <a:gd name="connsiteY1" fmla="*/ 2089346 h 4592249"/>
              <a:gd name="connsiteX2" fmla="*/ 541784 w 5053365"/>
              <a:gd name="connsiteY2" fmla="*/ 1300813 h 4592249"/>
              <a:gd name="connsiteX3" fmla="*/ 416707 w 5053365"/>
              <a:gd name="connsiteY3" fmla="*/ 951238 h 4592249"/>
              <a:gd name="connsiteX4" fmla="*/ 827218 w 5053365"/>
              <a:gd name="connsiteY4" fmla="*/ 929496 h 4592249"/>
              <a:gd name="connsiteX5" fmla="*/ 1909877 w 5053365"/>
              <a:gd name="connsiteY5" fmla="*/ 1294772 h 4592249"/>
              <a:gd name="connsiteX6" fmla="*/ 2451415 w 5053365"/>
              <a:gd name="connsiteY6" fmla="*/ 313160 h 4592249"/>
              <a:gd name="connsiteX7" fmla="*/ 2820847 w 5053365"/>
              <a:gd name="connsiteY7" fmla="*/ 106554 h 4592249"/>
              <a:gd name="connsiteX8" fmla="*/ 3105974 w 5053365"/>
              <a:gd name="connsiteY8" fmla="*/ 1193866 h 4592249"/>
              <a:gd name="connsiteX9" fmla="*/ 4108449 w 5053365"/>
              <a:gd name="connsiteY9" fmla="*/ 570808 h 4592249"/>
              <a:gd name="connsiteX10" fmla="*/ 4654117 w 5053365"/>
              <a:gd name="connsiteY10" fmla="*/ 491512 h 4592249"/>
              <a:gd name="connsiteX11" fmla="*/ 4128524 w 5053365"/>
              <a:gd name="connsiteY11" fmla="*/ 1349604 h 4592249"/>
              <a:gd name="connsiteX12" fmla="*/ 3672057 w 5053365"/>
              <a:gd name="connsiteY12" fmla="*/ 2007917 h 4592249"/>
              <a:gd name="connsiteX13" fmla="*/ 4350942 w 5053365"/>
              <a:gd name="connsiteY13" fmla="*/ 2081337 h 4592249"/>
              <a:gd name="connsiteX14" fmla="*/ 5044561 w 5053365"/>
              <a:gd name="connsiteY14" fmla="*/ 2254541 h 4592249"/>
              <a:gd name="connsiteX15" fmla="*/ 4580805 w 5053365"/>
              <a:gd name="connsiteY15" fmla="*/ 2520855 h 4592249"/>
              <a:gd name="connsiteX16" fmla="*/ 3781234 w 5053365"/>
              <a:gd name="connsiteY16" fmla="*/ 2715076 h 4592249"/>
              <a:gd name="connsiteX17" fmla="*/ 4439350 w 5053365"/>
              <a:gd name="connsiteY17" fmla="*/ 3685326 h 4592249"/>
              <a:gd name="connsiteX18" fmla="*/ 4232222 w 5053365"/>
              <a:gd name="connsiteY18" fmla="*/ 3846987 h 4592249"/>
              <a:gd name="connsiteX19" fmla="*/ 3209205 w 5053365"/>
              <a:gd name="connsiteY19" fmla="*/ 3422625 h 4592249"/>
              <a:gd name="connsiteX20" fmla="*/ 3082906 w 5053365"/>
              <a:gd name="connsiteY20" fmla="*/ 4460797 h 4592249"/>
              <a:gd name="connsiteX21" fmla="*/ 2750442 w 5053365"/>
              <a:gd name="connsiteY21" fmla="*/ 4512465 h 4592249"/>
              <a:gd name="connsiteX22" fmla="*/ 2391432 w 5053365"/>
              <a:gd name="connsiteY22" fmla="*/ 3713443 h 4592249"/>
              <a:gd name="connsiteX23" fmla="*/ 1653209 w 5053365"/>
              <a:gd name="connsiteY23" fmla="*/ 4266298 h 4592249"/>
              <a:gd name="connsiteX24" fmla="*/ 1135704 w 5053365"/>
              <a:gd name="connsiteY24" fmla="*/ 4216927 h 4592249"/>
              <a:gd name="connsiteX25" fmla="*/ 1519453 w 5053365"/>
              <a:gd name="connsiteY25" fmla="*/ 2896947 h 4592249"/>
              <a:gd name="connsiteX26" fmla="*/ 172993 w 5053365"/>
              <a:gd name="connsiteY26" fmla="*/ 3000789 h 4592249"/>
              <a:gd name="connsiteX27" fmla="*/ 0 w 5053365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26853 w 5080218"/>
              <a:gd name="connsiteY0" fmla="*/ 2721083 h 4592249"/>
              <a:gd name="connsiteX1" fmla="*/ 1340469 w 5080218"/>
              <a:gd name="connsiteY1" fmla="*/ 2089346 h 4592249"/>
              <a:gd name="connsiteX2" fmla="*/ 568637 w 5080218"/>
              <a:gd name="connsiteY2" fmla="*/ 1300813 h 4592249"/>
              <a:gd name="connsiteX3" fmla="*/ 443560 w 5080218"/>
              <a:gd name="connsiteY3" fmla="*/ 951238 h 4592249"/>
              <a:gd name="connsiteX4" fmla="*/ 854071 w 5080218"/>
              <a:gd name="connsiteY4" fmla="*/ 929496 h 4592249"/>
              <a:gd name="connsiteX5" fmla="*/ 1936730 w 5080218"/>
              <a:gd name="connsiteY5" fmla="*/ 1294772 h 4592249"/>
              <a:gd name="connsiteX6" fmla="*/ 2478268 w 5080218"/>
              <a:gd name="connsiteY6" fmla="*/ 313160 h 4592249"/>
              <a:gd name="connsiteX7" fmla="*/ 2847700 w 5080218"/>
              <a:gd name="connsiteY7" fmla="*/ 106554 h 4592249"/>
              <a:gd name="connsiteX8" fmla="*/ 3132827 w 5080218"/>
              <a:gd name="connsiteY8" fmla="*/ 1193866 h 4592249"/>
              <a:gd name="connsiteX9" fmla="*/ 4135302 w 5080218"/>
              <a:gd name="connsiteY9" fmla="*/ 570808 h 4592249"/>
              <a:gd name="connsiteX10" fmla="*/ 4680970 w 5080218"/>
              <a:gd name="connsiteY10" fmla="*/ 491512 h 4592249"/>
              <a:gd name="connsiteX11" fmla="*/ 4155377 w 5080218"/>
              <a:gd name="connsiteY11" fmla="*/ 1349604 h 4592249"/>
              <a:gd name="connsiteX12" fmla="*/ 3698910 w 5080218"/>
              <a:gd name="connsiteY12" fmla="*/ 2007917 h 4592249"/>
              <a:gd name="connsiteX13" fmla="*/ 4377795 w 5080218"/>
              <a:gd name="connsiteY13" fmla="*/ 2081337 h 4592249"/>
              <a:gd name="connsiteX14" fmla="*/ 5071414 w 5080218"/>
              <a:gd name="connsiteY14" fmla="*/ 2254541 h 4592249"/>
              <a:gd name="connsiteX15" fmla="*/ 4607658 w 5080218"/>
              <a:gd name="connsiteY15" fmla="*/ 2520855 h 4592249"/>
              <a:gd name="connsiteX16" fmla="*/ 3808087 w 5080218"/>
              <a:gd name="connsiteY16" fmla="*/ 2715076 h 4592249"/>
              <a:gd name="connsiteX17" fmla="*/ 4466203 w 5080218"/>
              <a:gd name="connsiteY17" fmla="*/ 3685326 h 4592249"/>
              <a:gd name="connsiteX18" fmla="*/ 4259075 w 5080218"/>
              <a:gd name="connsiteY18" fmla="*/ 3846987 h 4592249"/>
              <a:gd name="connsiteX19" fmla="*/ 3236058 w 5080218"/>
              <a:gd name="connsiteY19" fmla="*/ 3422625 h 4592249"/>
              <a:gd name="connsiteX20" fmla="*/ 3109759 w 5080218"/>
              <a:gd name="connsiteY20" fmla="*/ 4460797 h 4592249"/>
              <a:gd name="connsiteX21" fmla="*/ 2777295 w 5080218"/>
              <a:gd name="connsiteY21" fmla="*/ 4512465 h 4592249"/>
              <a:gd name="connsiteX22" fmla="*/ 2418285 w 5080218"/>
              <a:gd name="connsiteY22" fmla="*/ 3713443 h 4592249"/>
              <a:gd name="connsiteX23" fmla="*/ 1680062 w 5080218"/>
              <a:gd name="connsiteY23" fmla="*/ 4266298 h 4592249"/>
              <a:gd name="connsiteX24" fmla="*/ 1162557 w 5080218"/>
              <a:gd name="connsiteY24" fmla="*/ 4216927 h 4592249"/>
              <a:gd name="connsiteX25" fmla="*/ 1546306 w 5080218"/>
              <a:gd name="connsiteY25" fmla="*/ 2896947 h 4592249"/>
              <a:gd name="connsiteX26" fmla="*/ 199846 w 5080218"/>
              <a:gd name="connsiteY26" fmla="*/ 3000789 h 4592249"/>
              <a:gd name="connsiteX27" fmla="*/ 26853 w 5080218"/>
              <a:gd name="connsiteY27" fmla="*/ 2721083 h 4592249"/>
              <a:gd name="connsiteX0" fmla="*/ 40408 w 5093773"/>
              <a:gd name="connsiteY0" fmla="*/ 2721083 h 4592249"/>
              <a:gd name="connsiteX1" fmla="*/ 1354024 w 5093773"/>
              <a:gd name="connsiteY1" fmla="*/ 2089346 h 4592249"/>
              <a:gd name="connsiteX2" fmla="*/ 582192 w 5093773"/>
              <a:gd name="connsiteY2" fmla="*/ 1300813 h 4592249"/>
              <a:gd name="connsiteX3" fmla="*/ 457115 w 5093773"/>
              <a:gd name="connsiteY3" fmla="*/ 951238 h 4592249"/>
              <a:gd name="connsiteX4" fmla="*/ 867626 w 5093773"/>
              <a:gd name="connsiteY4" fmla="*/ 929496 h 4592249"/>
              <a:gd name="connsiteX5" fmla="*/ 1950285 w 5093773"/>
              <a:gd name="connsiteY5" fmla="*/ 1294772 h 4592249"/>
              <a:gd name="connsiteX6" fmla="*/ 2491823 w 5093773"/>
              <a:gd name="connsiteY6" fmla="*/ 313160 h 4592249"/>
              <a:gd name="connsiteX7" fmla="*/ 2861255 w 5093773"/>
              <a:gd name="connsiteY7" fmla="*/ 106554 h 4592249"/>
              <a:gd name="connsiteX8" fmla="*/ 3146382 w 5093773"/>
              <a:gd name="connsiteY8" fmla="*/ 1193866 h 4592249"/>
              <a:gd name="connsiteX9" fmla="*/ 4148857 w 5093773"/>
              <a:gd name="connsiteY9" fmla="*/ 570808 h 4592249"/>
              <a:gd name="connsiteX10" fmla="*/ 4694525 w 5093773"/>
              <a:gd name="connsiteY10" fmla="*/ 491512 h 4592249"/>
              <a:gd name="connsiteX11" fmla="*/ 4168932 w 5093773"/>
              <a:gd name="connsiteY11" fmla="*/ 1349604 h 4592249"/>
              <a:gd name="connsiteX12" fmla="*/ 3712465 w 5093773"/>
              <a:gd name="connsiteY12" fmla="*/ 2007917 h 4592249"/>
              <a:gd name="connsiteX13" fmla="*/ 4391350 w 5093773"/>
              <a:gd name="connsiteY13" fmla="*/ 2081337 h 4592249"/>
              <a:gd name="connsiteX14" fmla="*/ 5084969 w 5093773"/>
              <a:gd name="connsiteY14" fmla="*/ 2254541 h 4592249"/>
              <a:gd name="connsiteX15" fmla="*/ 4621213 w 5093773"/>
              <a:gd name="connsiteY15" fmla="*/ 2520855 h 4592249"/>
              <a:gd name="connsiteX16" fmla="*/ 3821642 w 5093773"/>
              <a:gd name="connsiteY16" fmla="*/ 2715076 h 4592249"/>
              <a:gd name="connsiteX17" fmla="*/ 4479758 w 5093773"/>
              <a:gd name="connsiteY17" fmla="*/ 3685326 h 4592249"/>
              <a:gd name="connsiteX18" fmla="*/ 4272630 w 5093773"/>
              <a:gd name="connsiteY18" fmla="*/ 3846987 h 4592249"/>
              <a:gd name="connsiteX19" fmla="*/ 3249613 w 5093773"/>
              <a:gd name="connsiteY19" fmla="*/ 3422625 h 4592249"/>
              <a:gd name="connsiteX20" fmla="*/ 3123314 w 5093773"/>
              <a:gd name="connsiteY20" fmla="*/ 4460797 h 4592249"/>
              <a:gd name="connsiteX21" fmla="*/ 2790850 w 5093773"/>
              <a:gd name="connsiteY21" fmla="*/ 4512465 h 4592249"/>
              <a:gd name="connsiteX22" fmla="*/ 2431840 w 5093773"/>
              <a:gd name="connsiteY22" fmla="*/ 3713443 h 4592249"/>
              <a:gd name="connsiteX23" fmla="*/ 1693617 w 5093773"/>
              <a:gd name="connsiteY23" fmla="*/ 4266298 h 4592249"/>
              <a:gd name="connsiteX24" fmla="*/ 1176112 w 5093773"/>
              <a:gd name="connsiteY24" fmla="*/ 4216927 h 4592249"/>
              <a:gd name="connsiteX25" fmla="*/ 1559861 w 5093773"/>
              <a:gd name="connsiteY25" fmla="*/ 2896947 h 4592249"/>
              <a:gd name="connsiteX26" fmla="*/ 213401 w 5093773"/>
              <a:gd name="connsiteY26" fmla="*/ 3000789 h 4592249"/>
              <a:gd name="connsiteX27" fmla="*/ 40408 w 5093773"/>
              <a:gd name="connsiteY27" fmla="*/ 2721083 h 4592249"/>
              <a:gd name="connsiteX0" fmla="*/ 21875 w 5075240"/>
              <a:gd name="connsiteY0" fmla="*/ 2721083 h 4592249"/>
              <a:gd name="connsiteX1" fmla="*/ 1335491 w 5075240"/>
              <a:gd name="connsiteY1" fmla="*/ 2089346 h 4592249"/>
              <a:gd name="connsiteX2" fmla="*/ 563659 w 5075240"/>
              <a:gd name="connsiteY2" fmla="*/ 1300813 h 4592249"/>
              <a:gd name="connsiteX3" fmla="*/ 438582 w 5075240"/>
              <a:gd name="connsiteY3" fmla="*/ 951238 h 4592249"/>
              <a:gd name="connsiteX4" fmla="*/ 849093 w 5075240"/>
              <a:gd name="connsiteY4" fmla="*/ 929496 h 4592249"/>
              <a:gd name="connsiteX5" fmla="*/ 1931752 w 5075240"/>
              <a:gd name="connsiteY5" fmla="*/ 1294772 h 4592249"/>
              <a:gd name="connsiteX6" fmla="*/ 2473290 w 5075240"/>
              <a:gd name="connsiteY6" fmla="*/ 313160 h 4592249"/>
              <a:gd name="connsiteX7" fmla="*/ 2842722 w 5075240"/>
              <a:gd name="connsiteY7" fmla="*/ 106554 h 4592249"/>
              <a:gd name="connsiteX8" fmla="*/ 3127849 w 5075240"/>
              <a:gd name="connsiteY8" fmla="*/ 1193866 h 4592249"/>
              <a:gd name="connsiteX9" fmla="*/ 4130324 w 5075240"/>
              <a:gd name="connsiteY9" fmla="*/ 570808 h 4592249"/>
              <a:gd name="connsiteX10" fmla="*/ 4675992 w 5075240"/>
              <a:gd name="connsiteY10" fmla="*/ 491512 h 4592249"/>
              <a:gd name="connsiteX11" fmla="*/ 4150399 w 5075240"/>
              <a:gd name="connsiteY11" fmla="*/ 1349604 h 4592249"/>
              <a:gd name="connsiteX12" fmla="*/ 3693932 w 5075240"/>
              <a:gd name="connsiteY12" fmla="*/ 2007917 h 4592249"/>
              <a:gd name="connsiteX13" fmla="*/ 4372817 w 5075240"/>
              <a:gd name="connsiteY13" fmla="*/ 2081337 h 4592249"/>
              <a:gd name="connsiteX14" fmla="*/ 5066436 w 5075240"/>
              <a:gd name="connsiteY14" fmla="*/ 2254541 h 4592249"/>
              <a:gd name="connsiteX15" fmla="*/ 4602680 w 5075240"/>
              <a:gd name="connsiteY15" fmla="*/ 2520855 h 4592249"/>
              <a:gd name="connsiteX16" fmla="*/ 3803109 w 5075240"/>
              <a:gd name="connsiteY16" fmla="*/ 2715076 h 4592249"/>
              <a:gd name="connsiteX17" fmla="*/ 4461225 w 5075240"/>
              <a:gd name="connsiteY17" fmla="*/ 3685326 h 4592249"/>
              <a:gd name="connsiteX18" fmla="*/ 4254097 w 5075240"/>
              <a:gd name="connsiteY18" fmla="*/ 3846987 h 4592249"/>
              <a:gd name="connsiteX19" fmla="*/ 3231080 w 5075240"/>
              <a:gd name="connsiteY19" fmla="*/ 3422625 h 4592249"/>
              <a:gd name="connsiteX20" fmla="*/ 3104781 w 5075240"/>
              <a:gd name="connsiteY20" fmla="*/ 4460797 h 4592249"/>
              <a:gd name="connsiteX21" fmla="*/ 2772317 w 5075240"/>
              <a:gd name="connsiteY21" fmla="*/ 4512465 h 4592249"/>
              <a:gd name="connsiteX22" fmla="*/ 2413307 w 5075240"/>
              <a:gd name="connsiteY22" fmla="*/ 3713443 h 4592249"/>
              <a:gd name="connsiteX23" fmla="*/ 1675084 w 5075240"/>
              <a:gd name="connsiteY23" fmla="*/ 4266298 h 4592249"/>
              <a:gd name="connsiteX24" fmla="*/ 1157579 w 5075240"/>
              <a:gd name="connsiteY24" fmla="*/ 4216927 h 4592249"/>
              <a:gd name="connsiteX25" fmla="*/ 1541328 w 5075240"/>
              <a:gd name="connsiteY25" fmla="*/ 2896947 h 4592249"/>
              <a:gd name="connsiteX26" fmla="*/ 369797 w 5075240"/>
              <a:gd name="connsiteY26" fmla="*/ 2992837 h 4592249"/>
              <a:gd name="connsiteX27" fmla="*/ 21875 w 5075240"/>
              <a:gd name="connsiteY27" fmla="*/ 2721083 h 4592249"/>
              <a:gd name="connsiteX0" fmla="*/ 25641 w 5079006"/>
              <a:gd name="connsiteY0" fmla="*/ 2721083 h 4592249"/>
              <a:gd name="connsiteX1" fmla="*/ 1339257 w 5079006"/>
              <a:gd name="connsiteY1" fmla="*/ 2089346 h 4592249"/>
              <a:gd name="connsiteX2" fmla="*/ 567425 w 5079006"/>
              <a:gd name="connsiteY2" fmla="*/ 1300813 h 4592249"/>
              <a:gd name="connsiteX3" fmla="*/ 442348 w 5079006"/>
              <a:gd name="connsiteY3" fmla="*/ 951238 h 4592249"/>
              <a:gd name="connsiteX4" fmla="*/ 852859 w 5079006"/>
              <a:gd name="connsiteY4" fmla="*/ 929496 h 4592249"/>
              <a:gd name="connsiteX5" fmla="*/ 1935518 w 5079006"/>
              <a:gd name="connsiteY5" fmla="*/ 1294772 h 4592249"/>
              <a:gd name="connsiteX6" fmla="*/ 2477056 w 5079006"/>
              <a:gd name="connsiteY6" fmla="*/ 313160 h 4592249"/>
              <a:gd name="connsiteX7" fmla="*/ 2846488 w 5079006"/>
              <a:gd name="connsiteY7" fmla="*/ 106554 h 4592249"/>
              <a:gd name="connsiteX8" fmla="*/ 3131615 w 5079006"/>
              <a:gd name="connsiteY8" fmla="*/ 1193866 h 4592249"/>
              <a:gd name="connsiteX9" fmla="*/ 4134090 w 5079006"/>
              <a:gd name="connsiteY9" fmla="*/ 570808 h 4592249"/>
              <a:gd name="connsiteX10" fmla="*/ 4679758 w 5079006"/>
              <a:gd name="connsiteY10" fmla="*/ 491512 h 4592249"/>
              <a:gd name="connsiteX11" fmla="*/ 4154165 w 5079006"/>
              <a:gd name="connsiteY11" fmla="*/ 1349604 h 4592249"/>
              <a:gd name="connsiteX12" fmla="*/ 3697698 w 5079006"/>
              <a:gd name="connsiteY12" fmla="*/ 2007917 h 4592249"/>
              <a:gd name="connsiteX13" fmla="*/ 4376583 w 5079006"/>
              <a:gd name="connsiteY13" fmla="*/ 2081337 h 4592249"/>
              <a:gd name="connsiteX14" fmla="*/ 5070202 w 5079006"/>
              <a:gd name="connsiteY14" fmla="*/ 2254541 h 4592249"/>
              <a:gd name="connsiteX15" fmla="*/ 4606446 w 5079006"/>
              <a:gd name="connsiteY15" fmla="*/ 2520855 h 4592249"/>
              <a:gd name="connsiteX16" fmla="*/ 3806875 w 5079006"/>
              <a:gd name="connsiteY16" fmla="*/ 2715076 h 4592249"/>
              <a:gd name="connsiteX17" fmla="*/ 4464991 w 5079006"/>
              <a:gd name="connsiteY17" fmla="*/ 3685326 h 4592249"/>
              <a:gd name="connsiteX18" fmla="*/ 4257863 w 5079006"/>
              <a:gd name="connsiteY18" fmla="*/ 3846987 h 4592249"/>
              <a:gd name="connsiteX19" fmla="*/ 3234846 w 5079006"/>
              <a:gd name="connsiteY19" fmla="*/ 3422625 h 4592249"/>
              <a:gd name="connsiteX20" fmla="*/ 3108547 w 5079006"/>
              <a:gd name="connsiteY20" fmla="*/ 4460797 h 4592249"/>
              <a:gd name="connsiteX21" fmla="*/ 2776083 w 5079006"/>
              <a:gd name="connsiteY21" fmla="*/ 4512465 h 4592249"/>
              <a:gd name="connsiteX22" fmla="*/ 2417073 w 5079006"/>
              <a:gd name="connsiteY22" fmla="*/ 3713443 h 4592249"/>
              <a:gd name="connsiteX23" fmla="*/ 1678850 w 5079006"/>
              <a:gd name="connsiteY23" fmla="*/ 4266298 h 4592249"/>
              <a:gd name="connsiteX24" fmla="*/ 1161345 w 5079006"/>
              <a:gd name="connsiteY24" fmla="*/ 4216927 h 4592249"/>
              <a:gd name="connsiteX25" fmla="*/ 1545094 w 5079006"/>
              <a:gd name="connsiteY25" fmla="*/ 2896947 h 4592249"/>
              <a:gd name="connsiteX26" fmla="*/ 373563 w 5079006"/>
              <a:gd name="connsiteY26" fmla="*/ 2992837 h 4592249"/>
              <a:gd name="connsiteX27" fmla="*/ 25641 w 5079006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50205 w 5093693"/>
              <a:gd name="connsiteY5" fmla="*/ 1294772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712385 w 5093693"/>
              <a:gd name="connsiteY12" fmla="*/ 200791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391270 w 5093693"/>
              <a:gd name="connsiteY13" fmla="*/ 2081337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821562 w 5093693"/>
              <a:gd name="connsiteY16" fmla="*/ 2715076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3693"/>
              <a:gd name="connsiteY0" fmla="*/ 2721083 h 4592249"/>
              <a:gd name="connsiteX1" fmla="*/ 1353944 w 5093693"/>
              <a:gd name="connsiteY1" fmla="*/ 2089346 h 4592249"/>
              <a:gd name="connsiteX2" fmla="*/ 582112 w 5093693"/>
              <a:gd name="connsiteY2" fmla="*/ 1300813 h 4592249"/>
              <a:gd name="connsiteX3" fmla="*/ 457035 w 5093693"/>
              <a:gd name="connsiteY3" fmla="*/ 951238 h 4592249"/>
              <a:gd name="connsiteX4" fmla="*/ 867546 w 5093693"/>
              <a:gd name="connsiteY4" fmla="*/ 929496 h 4592249"/>
              <a:gd name="connsiteX5" fmla="*/ 1992612 w 5093693"/>
              <a:gd name="connsiteY5" fmla="*/ 1308024 h 4592249"/>
              <a:gd name="connsiteX6" fmla="*/ 2491743 w 5093693"/>
              <a:gd name="connsiteY6" fmla="*/ 313160 h 4592249"/>
              <a:gd name="connsiteX7" fmla="*/ 2861175 w 5093693"/>
              <a:gd name="connsiteY7" fmla="*/ 106554 h 4592249"/>
              <a:gd name="connsiteX8" fmla="*/ 3146302 w 5093693"/>
              <a:gd name="connsiteY8" fmla="*/ 1193866 h 4592249"/>
              <a:gd name="connsiteX9" fmla="*/ 4148777 w 5093693"/>
              <a:gd name="connsiteY9" fmla="*/ 570808 h 4592249"/>
              <a:gd name="connsiteX10" fmla="*/ 4694445 w 5093693"/>
              <a:gd name="connsiteY10" fmla="*/ 491512 h 4592249"/>
              <a:gd name="connsiteX11" fmla="*/ 4168852 w 5093693"/>
              <a:gd name="connsiteY11" fmla="*/ 1349604 h 4592249"/>
              <a:gd name="connsiteX12" fmla="*/ 3905187 w 5093693"/>
              <a:gd name="connsiteY12" fmla="*/ 1928137 h 4592249"/>
              <a:gd name="connsiteX13" fmla="*/ 4477698 w 5093693"/>
              <a:gd name="connsiteY13" fmla="*/ 2034799 h 4592249"/>
              <a:gd name="connsiteX14" fmla="*/ 5084889 w 5093693"/>
              <a:gd name="connsiteY14" fmla="*/ 2254541 h 4592249"/>
              <a:gd name="connsiteX15" fmla="*/ 4621133 w 5093693"/>
              <a:gd name="connsiteY15" fmla="*/ 2520855 h 4592249"/>
              <a:gd name="connsiteX16" fmla="*/ 3961178 w 5093693"/>
              <a:gd name="connsiteY16" fmla="*/ 2781559 h 4592249"/>
              <a:gd name="connsiteX17" fmla="*/ 4479678 w 5093693"/>
              <a:gd name="connsiteY17" fmla="*/ 3685326 h 4592249"/>
              <a:gd name="connsiteX18" fmla="*/ 4272550 w 5093693"/>
              <a:gd name="connsiteY18" fmla="*/ 3846987 h 4592249"/>
              <a:gd name="connsiteX19" fmla="*/ 3249533 w 5093693"/>
              <a:gd name="connsiteY19" fmla="*/ 3422625 h 4592249"/>
              <a:gd name="connsiteX20" fmla="*/ 3123234 w 5093693"/>
              <a:gd name="connsiteY20" fmla="*/ 4460797 h 4592249"/>
              <a:gd name="connsiteX21" fmla="*/ 2790770 w 5093693"/>
              <a:gd name="connsiteY21" fmla="*/ 4512465 h 4592249"/>
              <a:gd name="connsiteX22" fmla="*/ 2431760 w 5093693"/>
              <a:gd name="connsiteY22" fmla="*/ 3713443 h 4592249"/>
              <a:gd name="connsiteX23" fmla="*/ 1693537 w 5093693"/>
              <a:gd name="connsiteY23" fmla="*/ 4266298 h 4592249"/>
              <a:gd name="connsiteX24" fmla="*/ 1176032 w 5093693"/>
              <a:gd name="connsiteY24" fmla="*/ 4216927 h 4592249"/>
              <a:gd name="connsiteX25" fmla="*/ 1559781 w 5093693"/>
              <a:gd name="connsiteY25" fmla="*/ 2896947 h 4592249"/>
              <a:gd name="connsiteX26" fmla="*/ 388250 w 5093693"/>
              <a:gd name="connsiteY26" fmla="*/ 2992837 h 4592249"/>
              <a:gd name="connsiteX27" fmla="*/ 40328 w 5093693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168852 w 5095972"/>
              <a:gd name="connsiteY11" fmla="*/ 1349604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92612 w 5095972"/>
              <a:gd name="connsiteY5" fmla="*/ 1308024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353944 w 5095972"/>
              <a:gd name="connsiteY1" fmla="*/ 2089346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21083 h 4592249"/>
              <a:gd name="connsiteX1" fmla="*/ 1247571 w 5095972"/>
              <a:gd name="connsiteY1" fmla="*/ 2076050 h 4592249"/>
              <a:gd name="connsiteX2" fmla="*/ 582112 w 5095972"/>
              <a:gd name="connsiteY2" fmla="*/ 1300813 h 4592249"/>
              <a:gd name="connsiteX3" fmla="*/ 457035 w 5095972"/>
              <a:gd name="connsiteY3" fmla="*/ 951238 h 4592249"/>
              <a:gd name="connsiteX4" fmla="*/ 867546 w 5095972"/>
              <a:gd name="connsiteY4" fmla="*/ 929496 h 4592249"/>
              <a:gd name="connsiteX5" fmla="*/ 1966018 w 5095972"/>
              <a:gd name="connsiteY5" fmla="*/ 1195002 h 4592249"/>
              <a:gd name="connsiteX6" fmla="*/ 2491743 w 5095972"/>
              <a:gd name="connsiteY6" fmla="*/ 313160 h 4592249"/>
              <a:gd name="connsiteX7" fmla="*/ 2861175 w 5095972"/>
              <a:gd name="connsiteY7" fmla="*/ 106554 h 4592249"/>
              <a:gd name="connsiteX8" fmla="*/ 3146302 w 5095972"/>
              <a:gd name="connsiteY8" fmla="*/ 1193866 h 4592249"/>
              <a:gd name="connsiteX9" fmla="*/ 4148777 w 5095972"/>
              <a:gd name="connsiteY9" fmla="*/ 570808 h 4592249"/>
              <a:gd name="connsiteX10" fmla="*/ 4694445 w 5095972"/>
              <a:gd name="connsiteY10" fmla="*/ 491512 h 4592249"/>
              <a:gd name="connsiteX11" fmla="*/ 4255280 w 5095972"/>
              <a:gd name="connsiteY11" fmla="*/ 1396143 h 4592249"/>
              <a:gd name="connsiteX12" fmla="*/ 3905187 w 5095972"/>
              <a:gd name="connsiteY12" fmla="*/ 1928137 h 4592249"/>
              <a:gd name="connsiteX13" fmla="*/ 4477698 w 5095972"/>
              <a:gd name="connsiteY13" fmla="*/ 2034799 h 4592249"/>
              <a:gd name="connsiteX14" fmla="*/ 5084889 w 5095972"/>
              <a:gd name="connsiteY14" fmla="*/ 2254541 h 4592249"/>
              <a:gd name="connsiteX15" fmla="*/ 4694264 w 5095972"/>
              <a:gd name="connsiteY15" fmla="*/ 2547449 h 4592249"/>
              <a:gd name="connsiteX16" fmla="*/ 3961178 w 5095972"/>
              <a:gd name="connsiteY16" fmla="*/ 2781559 h 4592249"/>
              <a:gd name="connsiteX17" fmla="*/ 4479678 w 5095972"/>
              <a:gd name="connsiteY17" fmla="*/ 3685326 h 4592249"/>
              <a:gd name="connsiteX18" fmla="*/ 4272550 w 5095972"/>
              <a:gd name="connsiteY18" fmla="*/ 3846987 h 4592249"/>
              <a:gd name="connsiteX19" fmla="*/ 3249533 w 5095972"/>
              <a:gd name="connsiteY19" fmla="*/ 3422625 h 4592249"/>
              <a:gd name="connsiteX20" fmla="*/ 3123234 w 5095972"/>
              <a:gd name="connsiteY20" fmla="*/ 4460797 h 4592249"/>
              <a:gd name="connsiteX21" fmla="*/ 2790770 w 5095972"/>
              <a:gd name="connsiteY21" fmla="*/ 4512465 h 4592249"/>
              <a:gd name="connsiteX22" fmla="*/ 2431760 w 5095972"/>
              <a:gd name="connsiteY22" fmla="*/ 3713443 h 4592249"/>
              <a:gd name="connsiteX23" fmla="*/ 1693537 w 5095972"/>
              <a:gd name="connsiteY23" fmla="*/ 4266298 h 4592249"/>
              <a:gd name="connsiteX24" fmla="*/ 1176032 w 5095972"/>
              <a:gd name="connsiteY24" fmla="*/ 4216927 h 4592249"/>
              <a:gd name="connsiteX25" fmla="*/ 1559781 w 5095972"/>
              <a:gd name="connsiteY25" fmla="*/ 2896947 h 4592249"/>
              <a:gd name="connsiteX26" fmla="*/ 388250 w 5095972"/>
              <a:gd name="connsiteY26" fmla="*/ 2992837 h 4592249"/>
              <a:gd name="connsiteX27" fmla="*/ 40328 w 5095972"/>
              <a:gd name="connsiteY27" fmla="*/ 2721083 h 4592249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13906 h 4585072"/>
              <a:gd name="connsiteX1" fmla="*/ 1247571 w 5095972"/>
              <a:gd name="connsiteY1" fmla="*/ 2068873 h 4585072"/>
              <a:gd name="connsiteX2" fmla="*/ 582112 w 5095972"/>
              <a:gd name="connsiteY2" fmla="*/ 1293636 h 4585072"/>
              <a:gd name="connsiteX3" fmla="*/ 457035 w 5095972"/>
              <a:gd name="connsiteY3" fmla="*/ 944061 h 4585072"/>
              <a:gd name="connsiteX4" fmla="*/ 867546 w 5095972"/>
              <a:gd name="connsiteY4" fmla="*/ 922319 h 4585072"/>
              <a:gd name="connsiteX5" fmla="*/ 1966018 w 5095972"/>
              <a:gd name="connsiteY5" fmla="*/ 1187825 h 4585072"/>
              <a:gd name="connsiteX6" fmla="*/ 2431908 w 5095972"/>
              <a:gd name="connsiteY6" fmla="*/ 332576 h 4585072"/>
              <a:gd name="connsiteX7" fmla="*/ 2861175 w 5095972"/>
              <a:gd name="connsiteY7" fmla="*/ 99377 h 4585072"/>
              <a:gd name="connsiteX8" fmla="*/ 3146302 w 5095972"/>
              <a:gd name="connsiteY8" fmla="*/ 1186689 h 4585072"/>
              <a:gd name="connsiteX9" fmla="*/ 4148777 w 5095972"/>
              <a:gd name="connsiteY9" fmla="*/ 563631 h 4585072"/>
              <a:gd name="connsiteX10" fmla="*/ 4694445 w 5095972"/>
              <a:gd name="connsiteY10" fmla="*/ 484335 h 4585072"/>
              <a:gd name="connsiteX11" fmla="*/ 4255280 w 5095972"/>
              <a:gd name="connsiteY11" fmla="*/ 1388966 h 4585072"/>
              <a:gd name="connsiteX12" fmla="*/ 3905187 w 5095972"/>
              <a:gd name="connsiteY12" fmla="*/ 1920960 h 4585072"/>
              <a:gd name="connsiteX13" fmla="*/ 4477698 w 5095972"/>
              <a:gd name="connsiteY13" fmla="*/ 2027622 h 4585072"/>
              <a:gd name="connsiteX14" fmla="*/ 5084889 w 5095972"/>
              <a:gd name="connsiteY14" fmla="*/ 2247364 h 4585072"/>
              <a:gd name="connsiteX15" fmla="*/ 4694264 w 5095972"/>
              <a:gd name="connsiteY15" fmla="*/ 2540272 h 4585072"/>
              <a:gd name="connsiteX16" fmla="*/ 3961178 w 5095972"/>
              <a:gd name="connsiteY16" fmla="*/ 2774382 h 4585072"/>
              <a:gd name="connsiteX17" fmla="*/ 4479678 w 5095972"/>
              <a:gd name="connsiteY17" fmla="*/ 3678149 h 4585072"/>
              <a:gd name="connsiteX18" fmla="*/ 4272550 w 5095972"/>
              <a:gd name="connsiteY18" fmla="*/ 3839810 h 4585072"/>
              <a:gd name="connsiteX19" fmla="*/ 3249533 w 5095972"/>
              <a:gd name="connsiteY19" fmla="*/ 3415448 h 4585072"/>
              <a:gd name="connsiteX20" fmla="*/ 3123234 w 5095972"/>
              <a:gd name="connsiteY20" fmla="*/ 4453620 h 4585072"/>
              <a:gd name="connsiteX21" fmla="*/ 2790770 w 5095972"/>
              <a:gd name="connsiteY21" fmla="*/ 4505288 h 4585072"/>
              <a:gd name="connsiteX22" fmla="*/ 2431760 w 5095972"/>
              <a:gd name="connsiteY22" fmla="*/ 3706266 h 4585072"/>
              <a:gd name="connsiteX23" fmla="*/ 1693537 w 5095972"/>
              <a:gd name="connsiteY23" fmla="*/ 4259121 h 4585072"/>
              <a:gd name="connsiteX24" fmla="*/ 1176032 w 5095972"/>
              <a:gd name="connsiteY24" fmla="*/ 4209750 h 4585072"/>
              <a:gd name="connsiteX25" fmla="*/ 1559781 w 5095972"/>
              <a:gd name="connsiteY25" fmla="*/ 2889770 h 4585072"/>
              <a:gd name="connsiteX26" fmla="*/ 388250 w 5095972"/>
              <a:gd name="connsiteY26" fmla="*/ 2985660 h 4585072"/>
              <a:gd name="connsiteX27" fmla="*/ 40328 w 5095972"/>
              <a:gd name="connsiteY27" fmla="*/ 2713906 h 4585072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94445 w 5095972"/>
              <a:gd name="connsiteY10" fmla="*/ 477104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05187 w 5095972"/>
              <a:gd name="connsiteY12" fmla="*/ 1913729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255280 w 5095972"/>
              <a:gd name="connsiteY11" fmla="*/ 1381735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4148777 w 5095972"/>
              <a:gd name="connsiteY9" fmla="*/ 55640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680372 w 5095972"/>
              <a:gd name="connsiteY10" fmla="*/ 611968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146302 w 5095972"/>
              <a:gd name="connsiteY8" fmla="*/ 117945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706675 h 4577841"/>
              <a:gd name="connsiteX1" fmla="*/ 1247571 w 5095972"/>
              <a:gd name="connsiteY1" fmla="*/ 2061642 h 4577841"/>
              <a:gd name="connsiteX2" fmla="*/ 582112 w 5095972"/>
              <a:gd name="connsiteY2" fmla="*/ 1286405 h 4577841"/>
              <a:gd name="connsiteX3" fmla="*/ 457035 w 5095972"/>
              <a:gd name="connsiteY3" fmla="*/ 936830 h 4577841"/>
              <a:gd name="connsiteX4" fmla="*/ 867546 w 5095972"/>
              <a:gd name="connsiteY4" fmla="*/ 915088 h 4577841"/>
              <a:gd name="connsiteX5" fmla="*/ 1966018 w 5095972"/>
              <a:gd name="connsiteY5" fmla="*/ 1180594 h 4577841"/>
              <a:gd name="connsiteX6" fmla="*/ 2431908 w 5095972"/>
              <a:gd name="connsiteY6" fmla="*/ 325345 h 4577841"/>
              <a:gd name="connsiteX7" fmla="*/ 2861175 w 5095972"/>
              <a:gd name="connsiteY7" fmla="*/ 92146 h 4577841"/>
              <a:gd name="connsiteX8" fmla="*/ 3305562 w 5095972"/>
              <a:gd name="connsiteY8" fmla="*/ 1062668 h 4577841"/>
              <a:gd name="connsiteX9" fmla="*/ 3750629 w 5095972"/>
              <a:gd name="connsiteY9" fmla="*/ 747510 h 4577841"/>
              <a:gd name="connsiteX10" fmla="*/ 4468026 w 5095972"/>
              <a:gd name="connsiteY10" fmla="*/ 1169375 h 4577841"/>
              <a:gd name="connsiteX11" fmla="*/ 4313674 w 5095972"/>
              <a:gd name="connsiteY11" fmla="*/ 1742721 h 4577841"/>
              <a:gd name="connsiteX12" fmla="*/ 3963582 w 5095972"/>
              <a:gd name="connsiteY12" fmla="*/ 2211013 h 4577841"/>
              <a:gd name="connsiteX13" fmla="*/ 4477698 w 5095972"/>
              <a:gd name="connsiteY13" fmla="*/ 2020391 h 4577841"/>
              <a:gd name="connsiteX14" fmla="*/ 5084889 w 5095972"/>
              <a:gd name="connsiteY14" fmla="*/ 2240133 h 4577841"/>
              <a:gd name="connsiteX15" fmla="*/ 4694264 w 5095972"/>
              <a:gd name="connsiteY15" fmla="*/ 2533041 h 4577841"/>
              <a:gd name="connsiteX16" fmla="*/ 3961178 w 5095972"/>
              <a:gd name="connsiteY16" fmla="*/ 2767151 h 4577841"/>
              <a:gd name="connsiteX17" fmla="*/ 4479678 w 5095972"/>
              <a:gd name="connsiteY17" fmla="*/ 3670918 h 4577841"/>
              <a:gd name="connsiteX18" fmla="*/ 4272550 w 5095972"/>
              <a:gd name="connsiteY18" fmla="*/ 3832579 h 4577841"/>
              <a:gd name="connsiteX19" fmla="*/ 3249533 w 5095972"/>
              <a:gd name="connsiteY19" fmla="*/ 3408217 h 4577841"/>
              <a:gd name="connsiteX20" fmla="*/ 3123234 w 5095972"/>
              <a:gd name="connsiteY20" fmla="*/ 4446389 h 4577841"/>
              <a:gd name="connsiteX21" fmla="*/ 2790770 w 5095972"/>
              <a:gd name="connsiteY21" fmla="*/ 4498057 h 4577841"/>
              <a:gd name="connsiteX22" fmla="*/ 2431760 w 5095972"/>
              <a:gd name="connsiteY22" fmla="*/ 3699035 h 4577841"/>
              <a:gd name="connsiteX23" fmla="*/ 1693537 w 5095972"/>
              <a:gd name="connsiteY23" fmla="*/ 4251890 h 4577841"/>
              <a:gd name="connsiteX24" fmla="*/ 1176032 w 5095972"/>
              <a:gd name="connsiteY24" fmla="*/ 4202519 h 4577841"/>
              <a:gd name="connsiteX25" fmla="*/ 1559781 w 5095972"/>
              <a:gd name="connsiteY25" fmla="*/ 2882539 h 4577841"/>
              <a:gd name="connsiteX26" fmla="*/ 388250 w 5095972"/>
              <a:gd name="connsiteY26" fmla="*/ 2978429 h 4577841"/>
              <a:gd name="connsiteX27" fmla="*/ 40328 w 5095972"/>
              <a:gd name="connsiteY27" fmla="*/ 2706675 h 4577841"/>
              <a:gd name="connsiteX0" fmla="*/ 40328 w 5095972"/>
              <a:gd name="connsiteY0" fmla="*/ 2571211 h 4442377"/>
              <a:gd name="connsiteX1" fmla="*/ 1247571 w 5095972"/>
              <a:gd name="connsiteY1" fmla="*/ 1926178 h 4442377"/>
              <a:gd name="connsiteX2" fmla="*/ 582112 w 5095972"/>
              <a:gd name="connsiteY2" fmla="*/ 1150941 h 4442377"/>
              <a:gd name="connsiteX3" fmla="*/ 457035 w 5095972"/>
              <a:gd name="connsiteY3" fmla="*/ 801366 h 4442377"/>
              <a:gd name="connsiteX4" fmla="*/ 867546 w 5095972"/>
              <a:gd name="connsiteY4" fmla="*/ 779624 h 4442377"/>
              <a:gd name="connsiteX5" fmla="*/ 1966018 w 5095972"/>
              <a:gd name="connsiteY5" fmla="*/ 1045130 h 4442377"/>
              <a:gd name="connsiteX6" fmla="*/ 2431908 w 5095972"/>
              <a:gd name="connsiteY6" fmla="*/ 189881 h 4442377"/>
              <a:gd name="connsiteX7" fmla="*/ 3222161 w 5095972"/>
              <a:gd name="connsiteY7" fmla="*/ 169026 h 4442377"/>
              <a:gd name="connsiteX8" fmla="*/ 3305562 w 5095972"/>
              <a:gd name="connsiteY8" fmla="*/ 927204 h 4442377"/>
              <a:gd name="connsiteX9" fmla="*/ 3750629 w 5095972"/>
              <a:gd name="connsiteY9" fmla="*/ 612046 h 4442377"/>
              <a:gd name="connsiteX10" fmla="*/ 4468026 w 5095972"/>
              <a:gd name="connsiteY10" fmla="*/ 1033911 h 4442377"/>
              <a:gd name="connsiteX11" fmla="*/ 4313674 w 5095972"/>
              <a:gd name="connsiteY11" fmla="*/ 1607257 h 4442377"/>
              <a:gd name="connsiteX12" fmla="*/ 3963582 w 5095972"/>
              <a:gd name="connsiteY12" fmla="*/ 2075549 h 4442377"/>
              <a:gd name="connsiteX13" fmla="*/ 4477698 w 5095972"/>
              <a:gd name="connsiteY13" fmla="*/ 1884927 h 4442377"/>
              <a:gd name="connsiteX14" fmla="*/ 5084889 w 5095972"/>
              <a:gd name="connsiteY14" fmla="*/ 2104669 h 4442377"/>
              <a:gd name="connsiteX15" fmla="*/ 4694264 w 5095972"/>
              <a:gd name="connsiteY15" fmla="*/ 2397577 h 4442377"/>
              <a:gd name="connsiteX16" fmla="*/ 3961178 w 5095972"/>
              <a:gd name="connsiteY16" fmla="*/ 2631687 h 4442377"/>
              <a:gd name="connsiteX17" fmla="*/ 4479678 w 5095972"/>
              <a:gd name="connsiteY17" fmla="*/ 3535454 h 4442377"/>
              <a:gd name="connsiteX18" fmla="*/ 4272550 w 5095972"/>
              <a:gd name="connsiteY18" fmla="*/ 3697115 h 4442377"/>
              <a:gd name="connsiteX19" fmla="*/ 3249533 w 5095972"/>
              <a:gd name="connsiteY19" fmla="*/ 3272753 h 4442377"/>
              <a:gd name="connsiteX20" fmla="*/ 3123234 w 5095972"/>
              <a:gd name="connsiteY20" fmla="*/ 4310925 h 4442377"/>
              <a:gd name="connsiteX21" fmla="*/ 2790770 w 5095972"/>
              <a:gd name="connsiteY21" fmla="*/ 4362593 h 4442377"/>
              <a:gd name="connsiteX22" fmla="*/ 2431760 w 5095972"/>
              <a:gd name="connsiteY22" fmla="*/ 3563571 h 4442377"/>
              <a:gd name="connsiteX23" fmla="*/ 1693537 w 5095972"/>
              <a:gd name="connsiteY23" fmla="*/ 4116426 h 4442377"/>
              <a:gd name="connsiteX24" fmla="*/ 1176032 w 5095972"/>
              <a:gd name="connsiteY24" fmla="*/ 4067055 h 4442377"/>
              <a:gd name="connsiteX25" fmla="*/ 1559781 w 5095972"/>
              <a:gd name="connsiteY25" fmla="*/ 2747075 h 4442377"/>
              <a:gd name="connsiteX26" fmla="*/ 388250 w 5095972"/>
              <a:gd name="connsiteY26" fmla="*/ 2842965 h 4442377"/>
              <a:gd name="connsiteX27" fmla="*/ 40328 w 5095972"/>
              <a:gd name="connsiteY27" fmla="*/ 2571211 h 4442377"/>
              <a:gd name="connsiteX0" fmla="*/ 40328 w 5095972"/>
              <a:gd name="connsiteY0" fmla="*/ 2617220 h 4488386"/>
              <a:gd name="connsiteX1" fmla="*/ 1247571 w 5095972"/>
              <a:gd name="connsiteY1" fmla="*/ 1972187 h 4488386"/>
              <a:gd name="connsiteX2" fmla="*/ 582112 w 5095972"/>
              <a:gd name="connsiteY2" fmla="*/ 1196950 h 4488386"/>
              <a:gd name="connsiteX3" fmla="*/ 457035 w 5095972"/>
              <a:gd name="connsiteY3" fmla="*/ 847375 h 4488386"/>
              <a:gd name="connsiteX4" fmla="*/ 867546 w 5095972"/>
              <a:gd name="connsiteY4" fmla="*/ 825633 h 4488386"/>
              <a:gd name="connsiteX5" fmla="*/ 1966018 w 5095972"/>
              <a:gd name="connsiteY5" fmla="*/ 1091139 h 4488386"/>
              <a:gd name="connsiteX6" fmla="*/ 2400057 w 5095972"/>
              <a:gd name="connsiteY6" fmla="*/ 156260 h 4488386"/>
              <a:gd name="connsiteX7" fmla="*/ 3222161 w 5095972"/>
              <a:gd name="connsiteY7" fmla="*/ 215035 h 4488386"/>
              <a:gd name="connsiteX8" fmla="*/ 3305562 w 5095972"/>
              <a:gd name="connsiteY8" fmla="*/ 973213 h 4488386"/>
              <a:gd name="connsiteX9" fmla="*/ 3750629 w 5095972"/>
              <a:gd name="connsiteY9" fmla="*/ 658055 h 4488386"/>
              <a:gd name="connsiteX10" fmla="*/ 4468026 w 5095972"/>
              <a:gd name="connsiteY10" fmla="*/ 1079920 h 4488386"/>
              <a:gd name="connsiteX11" fmla="*/ 4313674 w 5095972"/>
              <a:gd name="connsiteY11" fmla="*/ 1653266 h 4488386"/>
              <a:gd name="connsiteX12" fmla="*/ 3963582 w 5095972"/>
              <a:gd name="connsiteY12" fmla="*/ 2121558 h 4488386"/>
              <a:gd name="connsiteX13" fmla="*/ 4477698 w 5095972"/>
              <a:gd name="connsiteY13" fmla="*/ 1930936 h 4488386"/>
              <a:gd name="connsiteX14" fmla="*/ 5084889 w 5095972"/>
              <a:gd name="connsiteY14" fmla="*/ 2150678 h 4488386"/>
              <a:gd name="connsiteX15" fmla="*/ 4694264 w 5095972"/>
              <a:gd name="connsiteY15" fmla="*/ 2443586 h 4488386"/>
              <a:gd name="connsiteX16" fmla="*/ 3961178 w 5095972"/>
              <a:gd name="connsiteY16" fmla="*/ 2677696 h 4488386"/>
              <a:gd name="connsiteX17" fmla="*/ 4479678 w 5095972"/>
              <a:gd name="connsiteY17" fmla="*/ 3581463 h 4488386"/>
              <a:gd name="connsiteX18" fmla="*/ 4272550 w 5095972"/>
              <a:gd name="connsiteY18" fmla="*/ 3743124 h 4488386"/>
              <a:gd name="connsiteX19" fmla="*/ 3249533 w 5095972"/>
              <a:gd name="connsiteY19" fmla="*/ 3318762 h 4488386"/>
              <a:gd name="connsiteX20" fmla="*/ 3123234 w 5095972"/>
              <a:gd name="connsiteY20" fmla="*/ 4356934 h 4488386"/>
              <a:gd name="connsiteX21" fmla="*/ 2790770 w 5095972"/>
              <a:gd name="connsiteY21" fmla="*/ 4408602 h 4488386"/>
              <a:gd name="connsiteX22" fmla="*/ 2431760 w 5095972"/>
              <a:gd name="connsiteY22" fmla="*/ 3609580 h 4488386"/>
              <a:gd name="connsiteX23" fmla="*/ 1693537 w 5095972"/>
              <a:gd name="connsiteY23" fmla="*/ 4162435 h 4488386"/>
              <a:gd name="connsiteX24" fmla="*/ 1176032 w 5095972"/>
              <a:gd name="connsiteY24" fmla="*/ 4113064 h 4488386"/>
              <a:gd name="connsiteX25" fmla="*/ 1559781 w 5095972"/>
              <a:gd name="connsiteY25" fmla="*/ 2793084 h 4488386"/>
              <a:gd name="connsiteX26" fmla="*/ 388250 w 5095972"/>
              <a:gd name="connsiteY26" fmla="*/ 2888974 h 4488386"/>
              <a:gd name="connsiteX27" fmla="*/ 40328 w 5095972"/>
              <a:gd name="connsiteY27" fmla="*/ 2617220 h 4488386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867546 w 5095972"/>
              <a:gd name="connsiteY4" fmla="*/ 825635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457035 w 5095972"/>
              <a:gd name="connsiteY3" fmla="*/ 847377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582112 w 5095972"/>
              <a:gd name="connsiteY2" fmla="*/ 1196952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247571 w 5095972"/>
              <a:gd name="connsiteY1" fmla="*/ 1972189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40328 w 5095972"/>
              <a:gd name="connsiteY0" fmla="*/ 2617222 h 4488388"/>
              <a:gd name="connsiteX1" fmla="*/ 1353743 w 5095972"/>
              <a:gd name="connsiteY1" fmla="*/ 1754535 h 4488388"/>
              <a:gd name="connsiteX2" fmla="*/ 900629 w 5095972"/>
              <a:gd name="connsiteY2" fmla="*/ 1159791 h 4488388"/>
              <a:gd name="connsiteX3" fmla="*/ 945429 w 5095972"/>
              <a:gd name="connsiteY3" fmla="*/ 672192 h 4488388"/>
              <a:gd name="connsiteX4" fmla="*/ 1621373 w 5095972"/>
              <a:gd name="connsiteY4" fmla="*/ 523044 h 4488388"/>
              <a:gd name="connsiteX5" fmla="*/ 2146512 w 5095972"/>
              <a:gd name="connsiteY5" fmla="*/ 857561 h 4488388"/>
              <a:gd name="connsiteX6" fmla="*/ 2400057 w 5095972"/>
              <a:gd name="connsiteY6" fmla="*/ 156262 h 4488388"/>
              <a:gd name="connsiteX7" fmla="*/ 3222161 w 5095972"/>
              <a:gd name="connsiteY7" fmla="*/ 215037 h 4488388"/>
              <a:gd name="connsiteX8" fmla="*/ 3305562 w 5095972"/>
              <a:gd name="connsiteY8" fmla="*/ 973215 h 4488388"/>
              <a:gd name="connsiteX9" fmla="*/ 3750629 w 5095972"/>
              <a:gd name="connsiteY9" fmla="*/ 658057 h 4488388"/>
              <a:gd name="connsiteX10" fmla="*/ 4468026 w 5095972"/>
              <a:gd name="connsiteY10" fmla="*/ 1079922 h 4488388"/>
              <a:gd name="connsiteX11" fmla="*/ 4313674 w 5095972"/>
              <a:gd name="connsiteY11" fmla="*/ 1653268 h 4488388"/>
              <a:gd name="connsiteX12" fmla="*/ 3963582 w 5095972"/>
              <a:gd name="connsiteY12" fmla="*/ 2121560 h 4488388"/>
              <a:gd name="connsiteX13" fmla="*/ 4477698 w 5095972"/>
              <a:gd name="connsiteY13" fmla="*/ 1930938 h 4488388"/>
              <a:gd name="connsiteX14" fmla="*/ 5084889 w 5095972"/>
              <a:gd name="connsiteY14" fmla="*/ 2150680 h 4488388"/>
              <a:gd name="connsiteX15" fmla="*/ 4694264 w 5095972"/>
              <a:gd name="connsiteY15" fmla="*/ 2443588 h 4488388"/>
              <a:gd name="connsiteX16" fmla="*/ 3961178 w 5095972"/>
              <a:gd name="connsiteY16" fmla="*/ 2677698 h 4488388"/>
              <a:gd name="connsiteX17" fmla="*/ 4479678 w 5095972"/>
              <a:gd name="connsiteY17" fmla="*/ 3581465 h 4488388"/>
              <a:gd name="connsiteX18" fmla="*/ 4272550 w 5095972"/>
              <a:gd name="connsiteY18" fmla="*/ 3743126 h 4488388"/>
              <a:gd name="connsiteX19" fmla="*/ 3249533 w 5095972"/>
              <a:gd name="connsiteY19" fmla="*/ 3318764 h 4488388"/>
              <a:gd name="connsiteX20" fmla="*/ 3123234 w 5095972"/>
              <a:gd name="connsiteY20" fmla="*/ 4356936 h 4488388"/>
              <a:gd name="connsiteX21" fmla="*/ 2790770 w 5095972"/>
              <a:gd name="connsiteY21" fmla="*/ 4408604 h 4488388"/>
              <a:gd name="connsiteX22" fmla="*/ 2431760 w 5095972"/>
              <a:gd name="connsiteY22" fmla="*/ 3609582 h 4488388"/>
              <a:gd name="connsiteX23" fmla="*/ 1693537 w 5095972"/>
              <a:gd name="connsiteY23" fmla="*/ 4162437 h 4488388"/>
              <a:gd name="connsiteX24" fmla="*/ 1176032 w 5095972"/>
              <a:gd name="connsiteY24" fmla="*/ 4113066 h 4488388"/>
              <a:gd name="connsiteX25" fmla="*/ 1559781 w 5095972"/>
              <a:gd name="connsiteY25" fmla="*/ 2793086 h 4488388"/>
              <a:gd name="connsiteX26" fmla="*/ 388250 w 5095972"/>
              <a:gd name="connsiteY26" fmla="*/ 2888976 h 4488388"/>
              <a:gd name="connsiteX27" fmla="*/ 40328 w 5095972"/>
              <a:gd name="connsiteY27" fmla="*/ 2617222 h 4488388"/>
              <a:gd name="connsiteX0" fmla="*/ 320585 w 4786972"/>
              <a:gd name="connsiteY0" fmla="*/ 1932409 h 4488388"/>
              <a:gd name="connsiteX1" fmla="*/ 1044743 w 4786972"/>
              <a:gd name="connsiteY1" fmla="*/ 1754535 h 4488388"/>
              <a:gd name="connsiteX2" fmla="*/ 591629 w 4786972"/>
              <a:gd name="connsiteY2" fmla="*/ 1159791 h 4488388"/>
              <a:gd name="connsiteX3" fmla="*/ 636429 w 4786972"/>
              <a:gd name="connsiteY3" fmla="*/ 672192 h 4488388"/>
              <a:gd name="connsiteX4" fmla="*/ 1312373 w 4786972"/>
              <a:gd name="connsiteY4" fmla="*/ 523044 h 4488388"/>
              <a:gd name="connsiteX5" fmla="*/ 1837512 w 4786972"/>
              <a:gd name="connsiteY5" fmla="*/ 857561 h 4488388"/>
              <a:gd name="connsiteX6" fmla="*/ 2091057 w 4786972"/>
              <a:gd name="connsiteY6" fmla="*/ 156262 h 4488388"/>
              <a:gd name="connsiteX7" fmla="*/ 2913161 w 4786972"/>
              <a:gd name="connsiteY7" fmla="*/ 215037 h 4488388"/>
              <a:gd name="connsiteX8" fmla="*/ 2996562 w 4786972"/>
              <a:gd name="connsiteY8" fmla="*/ 973215 h 4488388"/>
              <a:gd name="connsiteX9" fmla="*/ 3441629 w 4786972"/>
              <a:gd name="connsiteY9" fmla="*/ 658057 h 4488388"/>
              <a:gd name="connsiteX10" fmla="*/ 4159026 w 4786972"/>
              <a:gd name="connsiteY10" fmla="*/ 1079922 h 4488388"/>
              <a:gd name="connsiteX11" fmla="*/ 4004674 w 4786972"/>
              <a:gd name="connsiteY11" fmla="*/ 1653268 h 4488388"/>
              <a:gd name="connsiteX12" fmla="*/ 3654582 w 4786972"/>
              <a:gd name="connsiteY12" fmla="*/ 2121560 h 4488388"/>
              <a:gd name="connsiteX13" fmla="*/ 4168698 w 4786972"/>
              <a:gd name="connsiteY13" fmla="*/ 1930938 h 4488388"/>
              <a:gd name="connsiteX14" fmla="*/ 4775889 w 4786972"/>
              <a:gd name="connsiteY14" fmla="*/ 2150680 h 4488388"/>
              <a:gd name="connsiteX15" fmla="*/ 4385264 w 4786972"/>
              <a:gd name="connsiteY15" fmla="*/ 2443588 h 4488388"/>
              <a:gd name="connsiteX16" fmla="*/ 3652178 w 4786972"/>
              <a:gd name="connsiteY16" fmla="*/ 2677698 h 4488388"/>
              <a:gd name="connsiteX17" fmla="*/ 4170678 w 4786972"/>
              <a:gd name="connsiteY17" fmla="*/ 3581465 h 4488388"/>
              <a:gd name="connsiteX18" fmla="*/ 3963550 w 4786972"/>
              <a:gd name="connsiteY18" fmla="*/ 3743126 h 4488388"/>
              <a:gd name="connsiteX19" fmla="*/ 2940533 w 4786972"/>
              <a:gd name="connsiteY19" fmla="*/ 3318764 h 4488388"/>
              <a:gd name="connsiteX20" fmla="*/ 2814234 w 4786972"/>
              <a:gd name="connsiteY20" fmla="*/ 4356936 h 4488388"/>
              <a:gd name="connsiteX21" fmla="*/ 2481770 w 4786972"/>
              <a:gd name="connsiteY21" fmla="*/ 4408604 h 4488388"/>
              <a:gd name="connsiteX22" fmla="*/ 2122760 w 4786972"/>
              <a:gd name="connsiteY22" fmla="*/ 3609582 h 4488388"/>
              <a:gd name="connsiteX23" fmla="*/ 1384537 w 4786972"/>
              <a:gd name="connsiteY23" fmla="*/ 4162437 h 4488388"/>
              <a:gd name="connsiteX24" fmla="*/ 867032 w 4786972"/>
              <a:gd name="connsiteY24" fmla="*/ 4113066 h 4488388"/>
              <a:gd name="connsiteX25" fmla="*/ 1250781 w 4786972"/>
              <a:gd name="connsiteY25" fmla="*/ 2793086 h 4488388"/>
              <a:gd name="connsiteX26" fmla="*/ 79250 w 4786972"/>
              <a:gd name="connsiteY26" fmla="*/ 2888976 h 4488388"/>
              <a:gd name="connsiteX27" fmla="*/ 320585 w 4786972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1010223 w 4546414"/>
              <a:gd name="connsiteY25" fmla="*/ 2793086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80027 w 4546414"/>
              <a:gd name="connsiteY0" fmla="*/ 1932409 h 4488388"/>
              <a:gd name="connsiteX1" fmla="*/ 804185 w 4546414"/>
              <a:gd name="connsiteY1" fmla="*/ 1754535 h 4488388"/>
              <a:gd name="connsiteX2" fmla="*/ 351071 w 4546414"/>
              <a:gd name="connsiteY2" fmla="*/ 1159791 h 4488388"/>
              <a:gd name="connsiteX3" fmla="*/ 395871 w 4546414"/>
              <a:gd name="connsiteY3" fmla="*/ 672192 h 4488388"/>
              <a:gd name="connsiteX4" fmla="*/ 1071815 w 4546414"/>
              <a:gd name="connsiteY4" fmla="*/ 523044 h 4488388"/>
              <a:gd name="connsiteX5" fmla="*/ 1596954 w 4546414"/>
              <a:gd name="connsiteY5" fmla="*/ 857561 h 4488388"/>
              <a:gd name="connsiteX6" fmla="*/ 1850499 w 4546414"/>
              <a:gd name="connsiteY6" fmla="*/ 156262 h 4488388"/>
              <a:gd name="connsiteX7" fmla="*/ 2672603 w 4546414"/>
              <a:gd name="connsiteY7" fmla="*/ 215037 h 4488388"/>
              <a:gd name="connsiteX8" fmla="*/ 2756004 w 4546414"/>
              <a:gd name="connsiteY8" fmla="*/ 973215 h 4488388"/>
              <a:gd name="connsiteX9" fmla="*/ 3201071 w 4546414"/>
              <a:gd name="connsiteY9" fmla="*/ 658057 h 4488388"/>
              <a:gd name="connsiteX10" fmla="*/ 3918468 w 4546414"/>
              <a:gd name="connsiteY10" fmla="*/ 1079922 h 4488388"/>
              <a:gd name="connsiteX11" fmla="*/ 3764116 w 4546414"/>
              <a:gd name="connsiteY11" fmla="*/ 1653268 h 4488388"/>
              <a:gd name="connsiteX12" fmla="*/ 3414024 w 4546414"/>
              <a:gd name="connsiteY12" fmla="*/ 2121560 h 4488388"/>
              <a:gd name="connsiteX13" fmla="*/ 3928140 w 4546414"/>
              <a:gd name="connsiteY13" fmla="*/ 1930938 h 4488388"/>
              <a:gd name="connsiteX14" fmla="*/ 4535331 w 4546414"/>
              <a:gd name="connsiteY14" fmla="*/ 2150680 h 4488388"/>
              <a:gd name="connsiteX15" fmla="*/ 4144706 w 4546414"/>
              <a:gd name="connsiteY15" fmla="*/ 2443588 h 4488388"/>
              <a:gd name="connsiteX16" fmla="*/ 3411620 w 4546414"/>
              <a:gd name="connsiteY16" fmla="*/ 2677698 h 4488388"/>
              <a:gd name="connsiteX17" fmla="*/ 3930120 w 4546414"/>
              <a:gd name="connsiteY17" fmla="*/ 3581465 h 4488388"/>
              <a:gd name="connsiteX18" fmla="*/ 3722992 w 4546414"/>
              <a:gd name="connsiteY18" fmla="*/ 3743126 h 4488388"/>
              <a:gd name="connsiteX19" fmla="*/ 2699975 w 4546414"/>
              <a:gd name="connsiteY19" fmla="*/ 3318764 h 4488388"/>
              <a:gd name="connsiteX20" fmla="*/ 2573676 w 4546414"/>
              <a:gd name="connsiteY20" fmla="*/ 4356936 h 4488388"/>
              <a:gd name="connsiteX21" fmla="*/ 2241212 w 4546414"/>
              <a:gd name="connsiteY21" fmla="*/ 4408604 h 4488388"/>
              <a:gd name="connsiteX22" fmla="*/ 1882202 w 4546414"/>
              <a:gd name="connsiteY22" fmla="*/ 3609582 h 4488388"/>
              <a:gd name="connsiteX23" fmla="*/ 1143979 w 4546414"/>
              <a:gd name="connsiteY23" fmla="*/ 4162437 h 4488388"/>
              <a:gd name="connsiteX24" fmla="*/ 626474 w 4546414"/>
              <a:gd name="connsiteY24" fmla="*/ 4113066 h 4488388"/>
              <a:gd name="connsiteX25" fmla="*/ 824420 w 4546414"/>
              <a:gd name="connsiteY25" fmla="*/ 2803703 h 4488388"/>
              <a:gd name="connsiteX26" fmla="*/ 215605 w 4546414"/>
              <a:gd name="connsiteY26" fmla="*/ 2703175 h 4488388"/>
              <a:gd name="connsiteX27" fmla="*/ 80027 w 4546414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87720 w 4607660"/>
              <a:gd name="connsiteY24" fmla="*/ 4113066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205225 w 4607660"/>
              <a:gd name="connsiteY23" fmla="*/ 4162437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943448 w 4607660"/>
              <a:gd name="connsiteY22" fmla="*/ 3609582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488388"/>
              <a:gd name="connsiteX1" fmla="*/ 865431 w 4607660"/>
              <a:gd name="connsiteY1" fmla="*/ 1754535 h 4488388"/>
              <a:gd name="connsiteX2" fmla="*/ 412317 w 4607660"/>
              <a:gd name="connsiteY2" fmla="*/ 1159791 h 4488388"/>
              <a:gd name="connsiteX3" fmla="*/ 457117 w 4607660"/>
              <a:gd name="connsiteY3" fmla="*/ 672192 h 4488388"/>
              <a:gd name="connsiteX4" fmla="*/ 1133061 w 4607660"/>
              <a:gd name="connsiteY4" fmla="*/ 523044 h 4488388"/>
              <a:gd name="connsiteX5" fmla="*/ 1658200 w 4607660"/>
              <a:gd name="connsiteY5" fmla="*/ 857561 h 4488388"/>
              <a:gd name="connsiteX6" fmla="*/ 1911745 w 4607660"/>
              <a:gd name="connsiteY6" fmla="*/ 156262 h 4488388"/>
              <a:gd name="connsiteX7" fmla="*/ 2733849 w 4607660"/>
              <a:gd name="connsiteY7" fmla="*/ 215037 h 4488388"/>
              <a:gd name="connsiteX8" fmla="*/ 2817250 w 4607660"/>
              <a:gd name="connsiteY8" fmla="*/ 973215 h 4488388"/>
              <a:gd name="connsiteX9" fmla="*/ 3262317 w 4607660"/>
              <a:gd name="connsiteY9" fmla="*/ 658057 h 4488388"/>
              <a:gd name="connsiteX10" fmla="*/ 3979714 w 4607660"/>
              <a:gd name="connsiteY10" fmla="*/ 1079922 h 4488388"/>
              <a:gd name="connsiteX11" fmla="*/ 3825362 w 4607660"/>
              <a:gd name="connsiteY11" fmla="*/ 1653268 h 4488388"/>
              <a:gd name="connsiteX12" fmla="*/ 3475270 w 4607660"/>
              <a:gd name="connsiteY12" fmla="*/ 2121560 h 4488388"/>
              <a:gd name="connsiteX13" fmla="*/ 3989386 w 4607660"/>
              <a:gd name="connsiteY13" fmla="*/ 1930938 h 4488388"/>
              <a:gd name="connsiteX14" fmla="*/ 4596577 w 4607660"/>
              <a:gd name="connsiteY14" fmla="*/ 2150680 h 4488388"/>
              <a:gd name="connsiteX15" fmla="*/ 4205952 w 4607660"/>
              <a:gd name="connsiteY15" fmla="*/ 2443588 h 4488388"/>
              <a:gd name="connsiteX16" fmla="*/ 3472866 w 4607660"/>
              <a:gd name="connsiteY16" fmla="*/ 2677698 h 4488388"/>
              <a:gd name="connsiteX17" fmla="*/ 3991366 w 4607660"/>
              <a:gd name="connsiteY17" fmla="*/ 3581465 h 4488388"/>
              <a:gd name="connsiteX18" fmla="*/ 3784238 w 4607660"/>
              <a:gd name="connsiteY18" fmla="*/ 3743126 h 4488388"/>
              <a:gd name="connsiteX19" fmla="*/ 2761221 w 4607660"/>
              <a:gd name="connsiteY19" fmla="*/ 3318764 h 4488388"/>
              <a:gd name="connsiteX20" fmla="*/ 2634922 w 4607660"/>
              <a:gd name="connsiteY20" fmla="*/ 4356936 h 4488388"/>
              <a:gd name="connsiteX21" fmla="*/ 2302458 w 4607660"/>
              <a:gd name="connsiteY21" fmla="*/ 4408604 h 4488388"/>
              <a:gd name="connsiteX22" fmla="*/ 1762954 w 4607660"/>
              <a:gd name="connsiteY22" fmla="*/ 3503411 h 4488388"/>
              <a:gd name="connsiteX23" fmla="*/ 1178683 w 4607660"/>
              <a:gd name="connsiteY23" fmla="*/ 4093425 h 4488388"/>
              <a:gd name="connsiteX24" fmla="*/ 639944 w 4607660"/>
              <a:gd name="connsiteY24" fmla="*/ 3523808 h 4488388"/>
              <a:gd name="connsiteX25" fmla="*/ 885666 w 4607660"/>
              <a:gd name="connsiteY25" fmla="*/ 2803703 h 4488388"/>
              <a:gd name="connsiteX26" fmla="*/ 276851 w 4607660"/>
              <a:gd name="connsiteY26" fmla="*/ 2703175 h 4488388"/>
              <a:gd name="connsiteX27" fmla="*/ 141273 w 4607660"/>
              <a:gd name="connsiteY27" fmla="*/ 1932409 h 4488388"/>
              <a:gd name="connsiteX0" fmla="*/ 141273 w 4607660"/>
              <a:gd name="connsiteY0" fmla="*/ 1932409 h 4394765"/>
              <a:gd name="connsiteX1" fmla="*/ 865431 w 4607660"/>
              <a:gd name="connsiteY1" fmla="*/ 1754535 h 4394765"/>
              <a:gd name="connsiteX2" fmla="*/ 412317 w 4607660"/>
              <a:gd name="connsiteY2" fmla="*/ 1159791 h 4394765"/>
              <a:gd name="connsiteX3" fmla="*/ 457117 w 4607660"/>
              <a:gd name="connsiteY3" fmla="*/ 672192 h 4394765"/>
              <a:gd name="connsiteX4" fmla="*/ 1133061 w 4607660"/>
              <a:gd name="connsiteY4" fmla="*/ 523044 h 4394765"/>
              <a:gd name="connsiteX5" fmla="*/ 1658200 w 4607660"/>
              <a:gd name="connsiteY5" fmla="*/ 857561 h 4394765"/>
              <a:gd name="connsiteX6" fmla="*/ 1911745 w 4607660"/>
              <a:gd name="connsiteY6" fmla="*/ 156262 h 4394765"/>
              <a:gd name="connsiteX7" fmla="*/ 2733849 w 4607660"/>
              <a:gd name="connsiteY7" fmla="*/ 215037 h 4394765"/>
              <a:gd name="connsiteX8" fmla="*/ 2817250 w 4607660"/>
              <a:gd name="connsiteY8" fmla="*/ 973215 h 4394765"/>
              <a:gd name="connsiteX9" fmla="*/ 3262317 w 4607660"/>
              <a:gd name="connsiteY9" fmla="*/ 658057 h 4394765"/>
              <a:gd name="connsiteX10" fmla="*/ 3979714 w 4607660"/>
              <a:gd name="connsiteY10" fmla="*/ 1079922 h 4394765"/>
              <a:gd name="connsiteX11" fmla="*/ 3825362 w 4607660"/>
              <a:gd name="connsiteY11" fmla="*/ 1653268 h 4394765"/>
              <a:gd name="connsiteX12" fmla="*/ 3475270 w 4607660"/>
              <a:gd name="connsiteY12" fmla="*/ 2121560 h 4394765"/>
              <a:gd name="connsiteX13" fmla="*/ 3989386 w 4607660"/>
              <a:gd name="connsiteY13" fmla="*/ 1930938 h 4394765"/>
              <a:gd name="connsiteX14" fmla="*/ 4596577 w 4607660"/>
              <a:gd name="connsiteY14" fmla="*/ 2150680 h 4394765"/>
              <a:gd name="connsiteX15" fmla="*/ 4205952 w 4607660"/>
              <a:gd name="connsiteY15" fmla="*/ 2443588 h 4394765"/>
              <a:gd name="connsiteX16" fmla="*/ 3472866 w 4607660"/>
              <a:gd name="connsiteY16" fmla="*/ 2677698 h 4394765"/>
              <a:gd name="connsiteX17" fmla="*/ 3991366 w 4607660"/>
              <a:gd name="connsiteY17" fmla="*/ 3581465 h 4394765"/>
              <a:gd name="connsiteX18" fmla="*/ 3784238 w 4607660"/>
              <a:gd name="connsiteY18" fmla="*/ 3743126 h 4394765"/>
              <a:gd name="connsiteX19" fmla="*/ 2761221 w 4607660"/>
              <a:gd name="connsiteY19" fmla="*/ 3318764 h 4394765"/>
              <a:gd name="connsiteX20" fmla="*/ 2634922 w 4607660"/>
              <a:gd name="connsiteY20" fmla="*/ 4356936 h 4394765"/>
              <a:gd name="connsiteX21" fmla="*/ 2047642 w 4607660"/>
              <a:gd name="connsiteY21" fmla="*/ 4084778 h 4394765"/>
              <a:gd name="connsiteX22" fmla="*/ 1762954 w 4607660"/>
              <a:gd name="connsiteY22" fmla="*/ 3503411 h 4394765"/>
              <a:gd name="connsiteX23" fmla="*/ 1178683 w 4607660"/>
              <a:gd name="connsiteY23" fmla="*/ 4093425 h 4394765"/>
              <a:gd name="connsiteX24" fmla="*/ 639944 w 4607660"/>
              <a:gd name="connsiteY24" fmla="*/ 3523808 h 4394765"/>
              <a:gd name="connsiteX25" fmla="*/ 885666 w 4607660"/>
              <a:gd name="connsiteY25" fmla="*/ 2803703 h 4394765"/>
              <a:gd name="connsiteX26" fmla="*/ 276851 w 4607660"/>
              <a:gd name="connsiteY26" fmla="*/ 2703175 h 4394765"/>
              <a:gd name="connsiteX27" fmla="*/ 141273 w 4607660"/>
              <a:gd name="connsiteY27" fmla="*/ 1932409 h 4394765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61221 w 4607660"/>
              <a:gd name="connsiteY19" fmla="*/ 3318764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3991366 w 4607660"/>
              <a:gd name="connsiteY17" fmla="*/ 3581465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607660"/>
              <a:gd name="connsiteY0" fmla="*/ 1932409 h 4144203"/>
              <a:gd name="connsiteX1" fmla="*/ 865431 w 4607660"/>
              <a:gd name="connsiteY1" fmla="*/ 1754535 h 4144203"/>
              <a:gd name="connsiteX2" fmla="*/ 412317 w 4607660"/>
              <a:gd name="connsiteY2" fmla="*/ 1159791 h 4144203"/>
              <a:gd name="connsiteX3" fmla="*/ 457117 w 4607660"/>
              <a:gd name="connsiteY3" fmla="*/ 672192 h 4144203"/>
              <a:gd name="connsiteX4" fmla="*/ 1133061 w 4607660"/>
              <a:gd name="connsiteY4" fmla="*/ 523044 h 4144203"/>
              <a:gd name="connsiteX5" fmla="*/ 1658200 w 4607660"/>
              <a:gd name="connsiteY5" fmla="*/ 857561 h 4144203"/>
              <a:gd name="connsiteX6" fmla="*/ 1911745 w 4607660"/>
              <a:gd name="connsiteY6" fmla="*/ 156262 h 4144203"/>
              <a:gd name="connsiteX7" fmla="*/ 2733849 w 4607660"/>
              <a:gd name="connsiteY7" fmla="*/ 215037 h 4144203"/>
              <a:gd name="connsiteX8" fmla="*/ 2817250 w 4607660"/>
              <a:gd name="connsiteY8" fmla="*/ 973215 h 4144203"/>
              <a:gd name="connsiteX9" fmla="*/ 3262317 w 4607660"/>
              <a:gd name="connsiteY9" fmla="*/ 658057 h 4144203"/>
              <a:gd name="connsiteX10" fmla="*/ 3979714 w 4607660"/>
              <a:gd name="connsiteY10" fmla="*/ 1079922 h 4144203"/>
              <a:gd name="connsiteX11" fmla="*/ 3825362 w 4607660"/>
              <a:gd name="connsiteY11" fmla="*/ 1653268 h 4144203"/>
              <a:gd name="connsiteX12" fmla="*/ 3475270 w 4607660"/>
              <a:gd name="connsiteY12" fmla="*/ 2121560 h 4144203"/>
              <a:gd name="connsiteX13" fmla="*/ 3989386 w 4607660"/>
              <a:gd name="connsiteY13" fmla="*/ 1930938 h 4144203"/>
              <a:gd name="connsiteX14" fmla="*/ 4596577 w 4607660"/>
              <a:gd name="connsiteY14" fmla="*/ 2150680 h 4144203"/>
              <a:gd name="connsiteX15" fmla="*/ 4205952 w 4607660"/>
              <a:gd name="connsiteY15" fmla="*/ 2443588 h 4144203"/>
              <a:gd name="connsiteX16" fmla="*/ 3472866 w 4607660"/>
              <a:gd name="connsiteY16" fmla="*/ 2677698 h 4144203"/>
              <a:gd name="connsiteX17" fmla="*/ 4097540 w 4607660"/>
              <a:gd name="connsiteY17" fmla="*/ 3231096 h 4144203"/>
              <a:gd name="connsiteX18" fmla="*/ 3784238 w 4607660"/>
              <a:gd name="connsiteY18" fmla="*/ 3743126 h 4144203"/>
              <a:gd name="connsiteX19" fmla="*/ 2798381 w 4607660"/>
              <a:gd name="connsiteY19" fmla="*/ 3217900 h 4144203"/>
              <a:gd name="connsiteX20" fmla="*/ 2693317 w 4607660"/>
              <a:gd name="connsiteY20" fmla="*/ 3964097 h 4144203"/>
              <a:gd name="connsiteX21" fmla="*/ 2047642 w 4607660"/>
              <a:gd name="connsiteY21" fmla="*/ 4084778 h 4144203"/>
              <a:gd name="connsiteX22" fmla="*/ 1762954 w 4607660"/>
              <a:gd name="connsiteY22" fmla="*/ 3503411 h 4144203"/>
              <a:gd name="connsiteX23" fmla="*/ 1178683 w 4607660"/>
              <a:gd name="connsiteY23" fmla="*/ 4093425 h 4144203"/>
              <a:gd name="connsiteX24" fmla="*/ 639944 w 4607660"/>
              <a:gd name="connsiteY24" fmla="*/ 3523808 h 4144203"/>
              <a:gd name="connsiteX25" fmla="*/ 885666 w 4607660"/>
              <a:gd name="connsiteY25" fmla="*/ 2803703 h 4144203"/>
              <a:gd name="connsiteX26" fmla="*/ 276851 w 4607660"/>
              <a:gd name="connsiteY26" fmla="*/ 2703175 h 4144203"/>
              <a:gd name="connsiteX27" fmla="*/ 141273 w 4607660"/>
              <a:gd name="connsiteY27" fmla="*/ 1932409 h 4144203"/>
              <a:gd name="connsiteX0" fmla="*/ 141273 w 4228393"/>
              <a:gd name="connsiteY0" fmla="*/ 1932409 h 4144203"/>
              <a:gd name="connsiteX1" fmla="*/ 865431 w 4228393"/>
              <a:gd name="connsiteY1" fmla="*/ 1754535 h 4144203"/>
              <a:gd name="connsiteX2" fmla="*/ 412317 w 4228393"/>
              <a:gd name="connsiteY2" fmla="*/ 1159791 h 4144203"/>
              <a:gd name="connsiteX3" fmla="*/ 457117 w 4228393"/>
              <a:gd name="connsiteY3" fmla="*/ 672192 h 4144203"/>
              <a:gd name="connsiteX4" fmla="*/ 1133061 w 4228393"/>
              <a:gd name="connsiteY4" fmla="*/ 523044 h 4144203"/>
              <a:gd name="connsiteX5" fmla="*/ 1658200 w 4228393"/>
              <a:gd name="connsiteY5" fmla="*/ 857561 h 4144203"/>
              <a:gd name="connsiteX6" fmla="*/ 1911745 w 4228393"/>
              <a:gd name="connsiteY6" fmla="*/ 156262 h 4144203"/>
              <a:gd name="connsiteX7" fmla="*/ 2733849 w 4228393"/>
              <a:gd name="connsiteY7" fmla="*/ 215037 h 4144203"/>
              <a:gd name="connsiteX8" fmla="*/ 2817250 w 4228393"/>
              <a:gd name="connsiteY8" fmla="*/ 973215 h 4144203"/>
              <a:gd name="connsiteX9" fmla="*/ 3262317 w 4228393"/>
              <a:gd name="connsiteY9" fmla="*/ 658057 h 4144203"/>
              <a:gd name="connsiteX10" fmla="*/ 3979714 w 4228393"/>
              <a:gd name="connsiteY10" fmla="*/ 1079922 h 4144203"/>
              <a:gd name="connsiteX11" fmla="*/ 3825362 w 4228393"/>
              <a:gd name="connsiteY11" fmla="*/ 1653268 h 4144203"/>
              <a:gd name="connsiteX12" fmla="*/ 3475270 w 4228393"/>
              <a:gd name="connsiteY12" fmla="*/ 2121560 h 4144203"/>
              <a:gd name="connsiteX13" fmla="*/ 3989386 w 4228393"/>
              <a:gd name="connsiteY13" fmla="*/ 1930938 h 4144203"/>
              <a:gd name="connsiteX14" fmla="*/ 4205952 w 4228393"/>
              <a:gd name="connsiteY14" fmla="*/ 2443588 h 4144203"/>
              <a:gd name="connsiteX15" fmla="*/ 3472866 w 4228393"/>
              <a:gd name="connsiteY15" fmla="*/ 2677698 h 4144203"/>
              <a:gd name="connsiteX16" fmla="*/ 4097540 w 4228393"/>
              <a:gd name="connsiteY16" fmla="*/ 3231096 h 4144203"/>
              <a:gd name="connsiteX17" fmla="*/ 3784238 w 4228393"/>
              <a:gd name="connsiteY17" fmla="*/ 3743126 h 4144203"/>
              <a:gd name="connsiteX18" fmla="*/ 2798381 w 4228393"/>
              <a:gd name="connsiteY18" fmla="*/ 3217900 h 4144203"/>
              <a:gd name="connsiteX19" fmla="*/ 2693317 w 4228393"/>
              <a:gd name="connsiteY19" fmla="*/ 3964097 h 4144203"/>
              <a:gd name="connsiteX20" fmla="*/ 2047642 w 4228393"/>
              <a:gd name="connsiteY20" fmla="*/ 4084778 h 4144203"/>
              <a:gd name="connsiteX21" fmla="*/ 1762954 w 4228393"/>
              <a:gd name="connsiteY21" fmla="*/ 3503411 h 4144203"/>
              <a:gd name="connsiteX22" fmla="*/ 1178683 w 4228393"/>
              <a:gd name="connsiteY22" fmla="*/ 4093425 h 4144203"/>
              <a:gd name="connsiteX23" fmla="*/ 639944 w 4228393"/>
              <a:gd name="connsiteY23" fmla="*/ 3523808 h 4144203"/>
              <a:gd name="connsiteX24" fmla="*/ 885666 w 4228393"/>
              <a:gd name="connsiteY24" fmla="*/ 2803703 h 4144203"/>
              <a:gd name="connsiteX25" fmla="*/ 276851 w 4228393"/>
              <a:gd name="connsiteY25" fmla="*/ 2703175 h 4144203"/>
              <a:gd name="connsiteX26" fmla="*/ 141273 w 4228393"/>
              <a:gd name="connsiteY26" fmla="*/ 1932409 h 4144203"/>
              <a:gd name="connsiteX0" fmla="*/ 141273 w 4205952"/>
              <a:gd name="connsiteY0" fmla="*/ 1932409 h 4144203"/>
              <a:gd name="connsiteX1" fmla="*/ 865431 w 4205952"/>
              <a:gd name="connsiteY1" fmla="*/ 1754535 h 4144203"/>
              <a:gd name="connsiteX2" fmla="*/ 412317 w 4205952"/>
              <a:gd name="connsiteY2" fmla="*/ 1159791 h 4144203"/>
              <a:gd name="connsiteX3" fmla="*/ 457117 w 4205952"/>
              <a:gd name="connsiteY3" fmla="*/ 672192 h 4144203"/>
              <a:gd name="connsiteX4" fmla="*/ 1133061 w 4205952"/>
              <a:gd name="connsiteY4" fmla="*/ 523044 h 4144203"/>
              <a:gd name="connsiteX5" fmla="*/ 1658200 w 4205952"/>
              <a:gd name="connsiteY5" fmla="*/ 857561 h 4144203"/>
              <a:gd name="connsiteX6" fmla="*/ 1911745 w 4205952"/>
              <a:gd name="connsiteY6" fmla="*/ 156262 h 4144203"/>
              <a:gd name="connsiteX7" fmla="*/ 2733849 w 4205952"/>
              <a:gd name="connsiteY7" fmla="*/ 215037 h 4144203"/>
              <a:gd name="connsiteX8" fmla="*/ 2817250 w 4205952"/>
              <a:gd name="connsiteY8" fmla="*/ 973215 h 4144203"/>
              <a:gd name="connsiteX9" fmla="*/ 3262317 w 4205952"/>
              <a:gd name="connsiteY9" fmla="*/ 658057 h 4144203"/>
              <a:gd name="connsiteX10" fmla="*/ 3979714 w 4205952"/>
              <a:gd name="connsiteY10" fmla="*/ 1079922 h 4144203"/>
              <a:gd name="connsiteX11" fmla="*/ 3825362 w 4205952"/>
              <a:gd name="connsiteY11" fmla="*/ 1653268 h 4144203"/>
              <a:gd name="connsiteX12" fmla="*/ 3475270 w 4205952"/>
              <a:gd name="connsiteY12" fmla="*/ 2121560 h 4144203"/>
              <a:gd name="connsiteX13" fmla="*/ 4205952 w 4205952"/>
              <a:gd name="connsiteY13" fmla="*/ 2443588 h 4144203"/>
              <a:gd name="connsiteX14" fmla="*/ 3472866 w 4205952"/>
              <a:gd name="connsiteY14" fmla="*/ 2677698 h 4144203"/>
              <a:gd name="connsiteX15" fmla="*/ 4097540 w 4205952"/>
              <a:gd name="connsiteY15" fmla="*/ 3231096 h 4144203"/>
              <a:gd name="connsiteX16" fmla="*/ 3784238 w 4205952"/>
              <a:gd name="connsiteY16" fmla="*/ 3743126 h 4144203"/>
              <a:gd name="connsiteX17" fmla="*/ 2798381 w 4205952"/>
              <a:gd name="connsiteY17" fmla="*/ 3217900 h 4144203"/>
              <a:gd name="connsiteX18" fmla="*/ 2693317 w 4205952"/>
              <a:gd name="connsiteY18" fmla="*/ 3964097 h 4144203"/>
              <a:gd name="connsiteX19" fmla="*/ 2047642 w 4205952"/>
              <a:gd name="connsiteY19" fmla="*/ 4084778 h 4144203"/>
              <a:gd name="connsiteX20" fmla="*/ 1762954 w 4205952"/>
              <a:gd name="connsiteY20" fmla="*/ 3503411 h 4144203"/>
              <a:gd name="connsiteX21" fmla="*/ 1178683 w 4205952"/>
              <a:gd name="connsiteY21" fmla="*/ 4093425 h 4144203"/>
              <a:gd name="connsiteX22" fmla="*/ 639944 w 4205952"/>
              <a:gd name="connsiteY22" fmla="*/ 3523808 h 4144203"/>
              <a:gd name="connsiteX23" fmla="*/ 885666 w 4205952"/>
              <a:gd name="connsiteY23" fmla="*/ 2803703 h 4144203"/>
              <a:gd name="connsiteX24" fmla="*/ 276851 w 4205952"/>
              <a:gd name="connsiteY24" fmla="*/ 2703175 h 4144203"/>
              <a:gd name="connsiteX25" fmla="*/ 141273 w 4205952"/>
              <a:gd name="connsiteY25" fmla="*/ 1932409 h 4144203"/>
              <a:gd name="connsiteX0" fmla="*/ 141273 w 4242652"/>
              <a:gd name="connsiteY0" fmla="*/ 1932409 h 4144203"/>
              <a:gd name="connsiteX1" fmla="*/ 865431 w 4242652"/>
              <a:gd name="connsiteY1" fmla="*/ 1754535 h 4144203"/>
              <a:gd name="connsiteX2" fmla="*/ 412317 w 4242652"/>
              <a:gd name="connsiteY2" fmla="*/ 1159791 h 4144203"/>
              <a:gd name="connsiteX3" fmla="*/ 457117 w 4242652"/>
              <a:gd name="connsiteY3" fmla="*/ 672192 h 4144203"/>
              <a:gd name="connsiteX4" fmla="*/ 1133061 w 4242652"/>
              <a:gd name="connsiteY4" fmla="*/ 523044 h 4144203"/>
              <a:gd name="connsiteX5" fmla="*/ 1658200 w 4242652"/>
              <a:gd name="connsiteY5" fmla="*/ 857561 h 4144203"/>
              <a:gd name="connsiteX6" fmla="*/ 1911745 w 4242652"/>
              <a:gd name="connsiteY6" fmla="*/ 156262 h 4144203"/>
              <a:gd name="connsiteX7" fmla="*/ 2733849 w 4242652"/>
              <a:gd name="connsiteY7" fmla="*/ 215037 h 4144203"/>
              <a:gd name="connsiteX8" fmla="*/ 2817250 w 4242652"/>
              <a:gd name="connsiteY8" fmla="*/ 973215 h 4144203"/>
              <a:gd name="connsiteX9" fmla="*/ 3262317 w 4242652"/>
              <a:gd name="connsiteY9" fmla="*/ 658057 h 4144203"/>
              <a:gd name="connsiteX10" fmla="*/ 3979714 w 4242652"/>
              <a:gd name="connsiteY10" fmla="*/ 1079922 h 4144203"/>
              <a:gd name="connsiteX11" fmla="*/ 3825362 w 4242652"/>
              <a:gd name="connsiteY11" fmla="*/ 1653268 h 4144203"/>
              <a:gd name="connsiteX12" fmla="*/ 3475270 w 4242652"/>
              <a:gd name="connsiteY12" fmla="*/ 2121560 h 4144203"/>
              <a:gd name="connsiteX13" fmla="*/ 4205952 w 4242652"/>
              <a:gd name="connsiteY13" fmla="*/ 2443588 h 4144203"/>
              <a:gd name="connsiteX14" fmla="*/ 4097540 w 4242652"/>
              <a:gd name="connsiteY14" fmla="*/ 3231096 h 4144203"/>
              <a:gd name="connsiteX15" fmla="*/ 3784238 w 4242652"/>
              <a:gd name="connsiteY15" fmla="*/ 3743126 h 4144203"/>
              <a:gd name="connsiteX16" fmla="*/ 2798381 w 4242652"/>
              <a:gd name="connsiteY16" fmla="*/ 3217900 h 4144203"/>
              <a:gd name="connsiteX17" fmla="*/ 2693317 w 4242652"/>
              <a:gd name="connsiteY17" fmla="*/ 3964097 h 4144203"/>
              <a:gd name="connsiteX18" fmla="*/ 2047642 w 4242652"/>
              <a:gd name="connsiteY18" fmla="*/ 4084778 h 4144203"/>
              <a:gd name="connsiteX19" fmla="*/ 1762954 w 4242652"/>
              <a:gd name="connsiteY19" fmla="*/ 3503411 h 4144203"/>
              <a:gd name="connsiteX20" fmla="*/ 1178683 w 4242652"/>
              <a:gd name="connsiteY20" fmla="*/ 4093425 h 4144203"/>
              <a:gd name="connsiteX21" fmla="*/ 639944 w 4242652"/>
              <a:gd name="connsiteY21" fmla="*/ 3523808 h 4144203"/>
              <a:gd name="connsiteX22" fmla="*/ 885666 w 4242652"/>
              <a:gd name="connsiteY22" fmla="*/ 2803703 h 4144203"/>
              <a:gd name="connsiteX23" fmla="*/ 276851 w 4242652"/>
              <a:gd name="connsiteY23" fmla="*/ 2703175 h 4144203"/>
              <a:gd name="connsiteX24" fmla="*/ 141273 w 4242652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784238 w 4131761"/>
              <a:gd name="connsiteY15" fmla="*/ 3743126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31761"/>
              <a:gd name="connsiteY0" fmla="*/ 1932409 h 4144203"/>
              <a:gd name="connsiteX1" fmla="*/ 865431 w 4131761"/>
              <a:gd name="connsiteY1" fmla="*/ 1754535 h 4144203"/>
              <a:gd name="connsiteX2" fmla="*/ 412317 w 4131761"/>
              <a:gd name="connsiteY2" fmla="*/ 1159791 h 4144203"/>
              <a:gd name="connsiteX3" fmla="*/ 457117 w 4131761"/>
              <a:gd name="connsiteY3" fmla="*/ 672192 h 4144203"/>
              <a:gd name="connsiteX4" fmla="*/ 1133061 w 4131761"/>
              <a:gd name="connsiteY4" fmla="*/ 523044 h 4144203"/>
              <a:gd name="connsiteX5" fmla="*/ 1658200 w 4131761"/>
              <a:gd name="connsiteY5" fmla="*/ 857561 h 4144203"/>
              <a:gd name="connsiteX6" fmla="*/ 1911745 w 4131761"/>
              <a:gd name="connsiteY6" fmla="*/ 156262 h 4144203"/>
              <a:gd name="connsiteX7" fmla="*/ 2733849 w 4131761"/>
              <a:gd name="connsiteY7" fmla="*/ 215037 h 4144203"/>
              <a:gd name="connsiteX8" fmla="*/ 2817250 w 4131761"/>
              <a:gd name="connsiteY8" fmla="*/ 973215 h 4144203"/>
              <a:gd name="connsiteX9" fmla="*/ 3262317 w 4131761"/>
              <a:gd name="connsiteY9" fmla="*/ 658057 h 4144203"/>
              <a:gd name="connsiteX10" fmla="*/ 3979714 w 4131761"/>
              <a:gd name="connsiteY10" fmla="*/ 1079922 h 4144203"/>
              <a:gd name="connsiteX11" fmla="*/ 3825362 w 4131761"/>
              <a:gd name="connsiteY11" fmla="*/ 1653268 h 4144203"/>
              <a:gd name="connsiteX12" fmla="*/ 3475270 w 4131761"/>
              <a:gd name="connsiteY12" fmla="*/ 2121560 h 4144203"/>
              <a:gd name="connsiteX13" fmla="*/ 4020149 w 4131761"/>
              <a:gd name="connsiteY13" fmla="*/ 2533835 h 4144203"/>
              <a:gd name="connsiteX14" fmla="*/ 4097540 w 4131761"/>
              <a:gd name="connsiteY14" fmla="*/ 3231096 h 4144203"/>
              <a:gd name="connsiteX15" fmla="*/ 3428559 w 4131761"/>
              <a:gd name="connsiteY15" fmla="*/ 3483002 h 4144203"/>
              <a:gd name="connsiteX16" fmla="*/ 2798381 w 4131761"/>
              <a:gd name="connsiteY16" fmla="*/ 3217900 h 4144203"/>
              <a:gd name="connsiteX17" fmla="*/ 2693317 w 4131761"/>
              <a:gd name="connsiteY17" fmla="*/ 3964097 h 4144203"/>
              <a:gd name="connsiteX18" fmla="*/ 2047642 w 4131761"/>
              <a:gd name="connsiteY18" fmla="*/ 4084778 h 4144203"/>
              <a:gd name="connsiteX19" fmla="*/ 1762954 w 4131761"/>
              <a:gd name="connsiteY19" fmla="*/ 3503411 h 4144203"/>
              <a:gd name="connsiteX20" fmla="*/ 1178683 w 4131761"/>
              <a:gd name="connsiteY20" fmla="*/ 4093425 h 4144203"/>
              <a:gd name="connsiteX21" fmla="*/ 639944 w 4131761"/>
              <a:gd name="connsiteY21" fmla="*/ 3523808 h 4144203"/>
              <a:gd name="connsiteX22" fmla="*/ 885666 w 4131761"/>
              <a:gd name="connsiteY22" fmla="*/ 2803703 h 4144203"/>
              <a:gd name="connsiteX23" fmla="*/ 276851 w 4131761"/>
              <a:gd name="connsiteY23" fmla="*/ 2703175 h 4144203"/>
              <a:gd name="connsiteX24" fmla="*/ 141273 w 4131761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17250 w 4116813"/>
              <a:gd name="connsiteY8" fmla="*/ 973215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4203"/>
              <a:gd name="connsiteX1" fmla="*/ 865431 w 4116813"/>
              <a:gd name="connsiteY1" fmla="*/ 1754535 h 4144203"/>
              <a:gd name="connsiteX2" fmla="*/ 412317 w 4116813"/>
              <a:gd name="connsiteY2" fmla="*/ 1159791 h 4144203"/>
              <a:gd name="connsiteX3" fmla="*/ 457117 w 4116813"/>
              <a:gd name="connsiteY3" fmla="*/ 672192 h 4144203"/>
              <a:gd name="connsiteX4" fmla="*/ 1133061 w 4116813"/>
              <a:gd name="connsiteY4" fmla="*/ 523044 h 4144203"/>
              <a:gd name="connsiteX5" fmla="*/ 1658200 w 4116813"/>
              <a:gd name="connsiteY5" fmla="*/ 857561 h 4144203"/>
              <a:gd name="connsiteX6" fmla="*/ 1911745 w 4116813"/>
              <a:gd name="connsiteY6" fmla="*/ 156262 h 4144203"/>
              <a:gd name="connsiteX7" fmla="*/ 2733849 w 4116813"/>
              <a:gd name="connsiteY7" fmla="*/ 215037 h 4144203"/>
              <a:gd name="connsiteX8" fmla="*/ 2809947 w 4116813"/>
              <a:gd name="connsiteY8" fmla="*/ 1053567 h 4144203"/>
              <a:gd name="connsiteX9" fmla="*/ 3262317 w 4116813"/>
              <a:gd name="connsiteY9" fmla="*/ 658057 h 4144203"/>
              <a:gd name="connsiteX10" fmla="*/ 3979714 w 4116813"/>
              <a:gd name="connsiteY10" fmla="*/ 1079922 h 4144203"/>
              <a:gd name="connsiteX11" fmla="*/ 3825362 w 4116813"/>
              <a:gd name="connsiteY11" fmla="*/ 1653268 h 4144203"/>
              <a:gd name="connsiteX12" fmla="*/ 3475270 w 4116813"/>
              <a:gd name="connsiteY12" fmla="*/ 2121560 h 4144203"/>
              <a:gd name="connsiteX13" fmla="*/ 4020149 w 4116813"/>
              <a:gd name="connsiteY13" fmla="*/ 2533835 h 4144203"/>
              <a:gd name="connsiteX14" fmla="*/ 4076307 w 4116813"/>
              <a:gd name="connsiteY14" fmla="*/ 3193936 h 4144203"/>
              <a:gd name="connsiteX15" fmla="*/ 3428559 w 4116813"/>
              <a:gd name="connsiteY15" fmla="*/ 3483002 h 4144203"/>
              <a:gd name="connsiteX16" fmla="*/ 2798381 w 4116813"/>
              <a:gd name="connsiteY16" fmla="*/ 3217900 h 4144203"/>
              <a:gd name="connsiteX17" fmla="*/ 2693317 w 4116813"/>
              <a:gd name="connsiteY17" fmla="*/ 3964097 h 4144203"/>
              <a:gd name="connsiteX18" fmla="*/ 2047642 w 4116813"/>
              <a:gd name="connsiteY18" fmla="*/ 4084778 h 4144203"/>
              <a:gd name="connsiteX19" fmla="*/ 1762954 w 4116813"/>
              <a:gd name="connsiteY19" fmla="*/ 3503411 h 4144203"/>
              <a:gd name="connsiteX20" fmla="*/ 1178683 w 4116813"/>
              <a:gd name="connsiteY20" fmla="*/ 4093425 h 4144203"/>
              <a:gd name="connsiteX21" fmla="*/ 639944 w 4116813"/>
              <a:gd name="connsiteY21" fmla="*/ 3523808 h 4144203"/>
              <a:gd name="connsiteX22" fmla="*/ 885666 w 4116813"/>
              <a:gd name="connsiteY22" fmla="*/ 2803703 h 4144203"/>
              <a:gd name="connsiteX23" fmla="*/ 276851 w 4116813"/>
              <a:gd name="connsiteY23" fmla="*/ 2703175 h 4144203"/>
              <a:gd name="connsiteX24" fmla="*/ 141273 w 4116813"/>
              <a:gd name="connsiteY24" fmla="*/ 1932409 h 4144203"/>
              <a:gd name="connsiteX0" fmla="*/ 141273 w 4116813"/>
              <a:gd name="connsiteY0" fmla="*/ 1932409 h 4145938"/>
              <a:gd name="connsiteX1" fmla="*/ 865431 w 4116813"/>
              <a:gd name="connsiteY1" fmla="*/ 1754535 h 4145938"/>
              <a:gd name="connsiteX2" fmla="*/ 412317 w 4116813"/>
              <a:gd name="connsiteY2" fmla="*/ 1159791 h 4145938"/>
              <a:gd name="connsiteX3" fmla="*/ 457117 w 4116813"/>
              <a:gd name="connsiteY3" fmla="*/ 672192 h 4145938"/>
              <a:gd name="connsiteX4" fmla="*/ 1133061 w 4116813"/>
              <a:gd name="connsiteY4" fmla="*/ 523044 h 4145938"/>
              <a:gd name="connsiteX5" fmla="*/ 1658200 w 4116813"/>
              <a:gd name="connsiteY5" fmla="*/ 857561 h 4145938"/>
              <a:gd name="connsiteX6" fmla="*/ 1911745 w 4116813"/>
              <a:gd name="connsiteY6" fmla="*/ 156262 h 4145938"/>
              <a:gd name="connsiteX7" fmla="*/ 2733849 w 4116813"/>
              <a:gd name="connsiteY7" fmla="*/ 215037 h 4145938"/>
              <a:gd name="connsiteX8" fmla="*/ 2809947 w 4116813"/>
              <a:gd name="connsiteY8" fmla="*/ 1053567 h 4145938"/>
              <a:gd name="connsiteX9" fmla="*/ 3262317 w 4116813"/>
              <a:gd name="connsiteY9" fmla="*/ 658057 h 4145938"/>
              <a:gd name="connsiteX10" fmla="*/ 3979714 w 4116813"/>
              <a:gd name="connsiteY10" fmla="*/ 1079922 h 4145938"/>
              <a:gd name="connsiteX11" fmla="*/ 3825362 w 4116813"/>
              <a:gd name="connsiteY11" fmla="*/ 1653268 h 4145938"/>
              <a:gd name="connsiteX12" fmla="*/ 3475270 w 4116813"/>
              <a:gd name="connsiteY12" fmla="*/ 2121560 h 4145938"/>
              <a:gd name="connsiteX13" fmla="*/ 4020149 w 4116813"/>
              <a:gd name="connsiteY13" fmla="*/ 2533835 h 4145938"/>
              <a:gd name="connsiteX14" fmla="*/ 4076307 w 4116813"/>
              <a:gd name="connsiteY14" fmla="*/ 3193936 h 4145938"/>
              <a:gd name="connsiteX15" fmla="*/ 3428559 w 4116813"/>
              <a:gd name="connsiteY15" fmla="*/ 3483002 h 4145938"/>
              <a:gd name="connsiteX16" fmla="*/ 2798381 w 4116813"/>
              <a:gd name="connsiteY16" fmla="*/ 3217900 h 4145938"/>
              <a:gd name="connsiteX17" fmla="*/ 2770018 w 4116813"/>
              <a:gd name="connsiteY17" fmla="*/ 3971403 h 4145938"/>
              <a:gd name="connsiteX18" fmla="*/ 2047642 w 4116813"/>
              <a:gd name="connsiteY18" fmla="*/ 4084778 h 4145938"/>
              <a:gd name="connsiteX19" fmla="*/ 1762954 w 4116813"/>
              <a:gd name="connsiteY19" fmla="*/ 3503411 h 4145938"/>
              <a:gd name="connsiteX20" fmla="*/ 1178683 w 4116813"/>
              <a:gd name="connsiteY20" fmla="*/ 4093425 h 4145938"/>
              <a:gd name="connsiteX21" fmla="*/ 639944 w 4116813"/>
              <a:gd name="connsiteY21" fmla="*/ 3523808 h 4145938"/>
              <a:gd name="connsiteX22" fmla="*/ 885666 w 4116813"/>
              <a:gd name="connsiteY22" fmla="*/ 2803703 h 4145938"/>
              <a:gd name="connsiteX23" fmla="*/ 276851 w 4116813"/>
              <a:gd name="connsiteY23" fmla="*/ 2703175 h 4145938"/>
              <a:gd name="connsiteX24" fmla="*/ 141273 w 4116813"/>
              <a:gd name="connsiteY24" fmla="*/ 1932409 h 4145938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639944 w 4116813"/>
              <a:gd name="connsiteY21" fmla="*/ 3523808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639944 w 4116813"/>
              <a:gd name="connsiteY21" fmla="*/ 3523808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41273 w 4116813"/>
              <a:gd name="connsiteY0" fmla="*/ 1932409 h 4157940"/>
              <a:gd name="connsiteX1" fmla="*/ 865431 w 4116813"/>
              <a:gd name="connsiteY1" fmla="*/ 1754535 h 4157940"/>
              <a:gd name="connsiteX2" fmla="*/ 412317 w 4116813"/>
              <a:gd name="connsiteY2" fmla="*/ 1159791 h 4157940"/>
              <a:gd name="connsiteX3" fmla="*/ 457117 w 4116813"/>
              <a:gd name="connsiteY3" fmla="*/ 672192 h 4157940"/>
              <a:gd name="connsiteX4" fmla="*/ 1133061 w 4116813"/>
              <a:gd name="connsiteY4" fmla="*/ 523044 h 4157940"/>
              <a:gd name="connsiteX5" fmla="*/ 1658200 w 4116813"/>
              <a:gd name="connsiteY5" fmla="*/ 857561 h 4157940"/>
              <a:gd name="connsiteX6" fmla="*/ 1911745 w 4116813"/>
              <a:gd name="connsiteY6" fmla="*/ 156262 h 4157940"/>
              <a:gd name="connsiteX7" fmla="*/ 2733849 w 4116813"/>
              <a:gd name="connsiteY7" fmla="*/ 215037 h 4157940"/>
              <a:gd name="connsiteX8" fmla="*/ 2809947 w 4116813"/>
              <a:gd name="connsiteY8" fmla="*/ 1053567 h 4157940"/>
              <a:gd name="connsiteX9" fmla="*/ 3262317 w 4116813"/>
              <a:gd name="connsiteY9" fmla="*/ 658057 h 4157940"/>
              <a:gd name="connsiteX10" fmla="*/ 3979714 w 4116813"/>
              <a:gd name="connsiteY10" fmla="*/ 1079922 h 4157940"/>
              <a:gd name="connsiteX11" fmla="*/ 3825362 w 4116813"/>
              <a:gd name="connsiteY11" fmla="*/ 1653268 h 4157940"/>
              <a:gd name="connsiteX12" fmla="*/ 3475270 w 4116813"/>
              <a:gd name="connsiteY12" fmla="*/ 2121560 h 4157940"/>
              <a:gd name="connsiteX13" fmla="*/ 4020149 w 4116813"/>
              <a:gd name="connsiteY13" fmla="*/ 2533835 h 4157940"/>
              <a:gd name="connsiteX14" fmla="*/ 4076307 w 4116813"/>
              <a:gd name="connsiteY14" fmla="*/ 3193936 h 4157940"/>
              <a:gd name="connsiteX15" fmla="*/ 3428559 w 4116813"/>
              <a:gd name="connsiteY15" fmla="*/ 3483002 h 4157940"/>
              <a:gd name="connsiteX16" fmla="*/ 2798381 w 4116813"/>
              <a:gd name="connsiteY16" fmla="*/ 3217900 h 4157940"/>
              <a:gd name="connsiteX17" fmla="*/ 2770018 w 4116813"/>
              <a:gd name="connsiteY17" fmla="*/ 3971403 h 4157940"/>
              <a:gd name="connsiteX18" fmla="*/ 2047642 w 4116813"/>
              <a:gd name="connsiteY18" fmla="*/ 4084778 h 4157940"/>
              <a:gd name="connsiteX19" fmla="*/ 1762954 w 4116813"/>
              <a:gd name="connsiteY19" fmla="*/ 3503411 h 4157940"/>
              <a:gd name="connsiteX20" fmla="*/ 1178683 w 4116813"/>
              <a:gd name="connsiteY20" fmla="*/ 4093425 h 4157940"/>
              <a:gd name="connsiteX21" fmla="*/ 585158 w 4116813"/>
              <a:gd name="connsiteY21" fmla="*/ 3512850 h 4157940"/>
              <a:gd name="connsiteX22" fmla="*/ 885666 w 4116813"/>
              <a:gd name="connsiteY22" fmla="*/ 2803703 h 4157940"/>
              <a:gd name="connsiteX23" fmla="*/ 276851 w 4116813"/>
              <a:gd name="connsiteY23" fmla="*/ 2703175 h 4157940"/>
              <a:gd name="connsiteX24" fmla="*/ 141273 w 4116813"/>
              <a:gd name="connsiteY24" fmla="*/ 1932409 h 4157940"/>
              <a:gd name="connsiteX0" fmla="*/ 141273 w 4116813"/>
              <a:gd name="connsiteY0" fmla="*/ 1932409 h 4157942"/>
              <a:gd name="connsiteX1" fmla="*/ 865431 w 4116813"/>
              <a:gd name="connsiteY1" fmla="*/ 1754535 h 4157942"/>
              <a:gd name="connsiteX2" fmla="*/ 412317 w 4116813"/>
              <a:gd name="connsiteY2" fmla="*/ 1159791 h 4157942"/>
              <a:gd name="connsiteX3" fmla="*/ 457117 w 4116813"/>
              <a:gd name="connsiteY3" fmla="*/ 672192 h 4157942"/>
              <a:gd name="connsiteX4" fmla="*/ 1133061 w 4116813"/>
              <a:gd name="connsiteY4" fmla="*/ 523044 h 4157942"/>
              <a:gd name="connsiteX5" fmla="*/ 1658200 w 4116813"/>
              <a:gd name="connsiteY5" fmla="*/ 857561 h 4157942"/>
              <a:gd name="connsiteX6" fmla="*/ 1911745 w 4116813"/>
              <a:gd name="connsiteY6" fmla="*/ 156262 h 4157942"/>
              <a:gd name="connsiteX7" fmla="*/ 2733849 w 4116813"/>
              <a:gd name="connsiteY7" fmla="*/ 215037 h 4157942"/>
              <a:gd name="connsiteX8" fmla="*/ 2809947 w 4116813"/>
              <a:gd name="connsiteY8" fmla="*/ 1053567 h 4157942"/>
              <a:gd name="connsiteX9" fmla="*/ 3262317 w 4116813"/>
              <a:gd name="connsiteY9" fmla="*/ 658057 h 4157942"/>
              <a:gd name="connsiteX10" fmla="*/ 3979714 w 4116813"/>
              <a:gd name="connsiteY10" fmla="*/ 1079922 h 4157942"/>
              <a:gd name="connsiteX11" fmla="*/ 3825362 w 4116813"/>
              <a:gd name="connsiteY11" fmla="*/ 1653268 h 4157942"/>
              <a:gd name="connsiteX12" fmla="*/ 3475270 w 4116813"/>
              <a:gd name="connsiteY12" fmla="*/ 2121560 h 4157942"/>
              <a:gd name="connsiteX13" fmla="*/ 4020149 w 4116813"/>
              <a:gd name="connsiteY13" fmla="*/ 2533835 h 4157942"/>
              <a:gd name="connsiteX14" fmla="*/ 4076307 w 4116813"/>
              <a:gd name="connsiteY14" fmla="*/ 3193936 h 4157942"/>
              <a:gd name="connsiteX15" fmla="*/ 3428559 w 4116813"/>
              <a:gd name="connsiteY15" fmla="*/ 3483002 h 4157942"/>
              <a:gd name="connsiteX16" fmla="*/ 2798381 w 4116813"/>
              <a:gd name="connsiteY16" fmla="*/ 3217900 h 4157942"/>
              <a:gd name="connsiteX17" fmla="*/ 2770018 w 4116813"/>
              <a:gd name="connsiteY17" fmla="*/ 3971403 h 4157942"/>
              <a:gd name="connsiteX18" fmla="*/ 2047642 w 4116813"/>
              <a:gd name="connsiteY18" fmla="*/ 4084778 h 4157942"/>
              <a:gd name="connsiteX19" fmla="*/ 1762954 w 4116813"/>
              <a:gd name="connsiteY19" fmla="*/ 3503411 h 4157942"/>
              <a:gd name="connsiteX20" fmla="*/ 1178683 w 4116813"/>
              <a:gd name="connsiteY20" fmla="*/ 4093425 h 4157942"/>
              <a:gd name="connsiteX21" fmla="*/ 585158 w 4116813"/>
              <a:gd name="connsiteY21" fmla="*/ 3512850 h 4157942"/>
              <a:gd name="connsiteX22" fmla="*/ 885666 w 4116813"/>
              <a:gd name="connsiteY22" fmla="*/ 2803703 h 4157942"/>
              <a:gd name="connsiteX23" fmla="*/ 276851 w 4116813"/>
              <a:gd name="connsiteY23" fmla="*/ 2703175 h 4157942"/>
              <a:gd name="connsiteX24" fmla="*/ 141273 w 4116813"/>
              <a:gd name="connsiteY24" fmla="*/ 1932409 h 4157942"/>
              <a:gd name="connsiteX0" fmla="*/ 172806 w 4148346"/>
              <a:gd name="connsiteY0" fmla="*/ 1932409 h 4157940"/>
              <a:gd name="connsiteX1" fmla="*/ 896964 w 4148346"/>
              <a:gd name="connsiteY1" fmla="*/ 1754535 h 4157940"/>
              <a:gd name="connsiteX2" fmla="*/ 443850 w 4148346"/>
              <a:gd name="connsiteY2" fmla="*/ 1159791 h 4157940"/>
              <a:gd name="connsiteX3" fmla="*/ 488650 w 4148346"/>
              <a:gd name="connsiteY3" fmla="*/ 672192 h 4157940"/>
              <a:gd name="connsiteX4" fmla="*/ 1164594 w 4148346"/>
              <a:gd name="connsiteY4" fmla="*/ 523044 h 4157940"/>
              <a:gd name="connsiteX5" fmla="*/ 1689733 w 4148346"/>
              <a:gd name="connsiteY5" fmla="*/ 857561 h 4157940"/>
              <a:gd name="connsiteX6" fmla="*/ 1943278 w 4148346"/>
              <a:gd name="connsiteY6" fmla="*/ 156262 h 4157940"/>
              <a:gd name="connsiteX7" fmla="*/ 2765382 w 4148346"/>
              <a:gd name="connsiteY7" fmla="*/ 215037 h 4157940"/>
              <a:gd name="connsiteX8" fmla="*/ 2841480 w 4148346"/>
              <a:gd name="connsiteY8" fmla="*/ 1053567 h 4157940"/>
              <a:gd name="connsiteX9" fmla="*/ 3293850 w 4148346"/>
              <a:gd name="connsiteY9" fmla="*/ 658057 h 4157940"/>
              <a:gd name="connsiteX10" fmla="*/ 4011247 w 4148346"/>
              <a:gd name="connsiteY10" fmla="*/ 1079922 h 4157940"/>
              <a:gd name="connsiteX11" fmla="*/ 3856895 w 4148346"/>
              <a:gd name="connsiteY11" fmla="*/ 1653268 h 4157940"/>
              <a:gd name="connsiteX12" fmla="*/ 3506803 w 4148346"/>
              <a:gd name="connsiteY12" fmla="*/ 2121560 h 4157940"/>
              <a:gd name="connsiteX13" fmla="*/ 4051682 w 4148346"/>
              <a:gd name="connsiteY13" fmla="*/ 2533835 h 4157940"/>
              <a:gd name="connsiteX14" fmla="*/ 4107840 w 4148346"/>
              <a:gd name="connsiteY14" fmla="*/ 3193936 h 4157940"/>
              <a:gd name="connsiteX15" fmla="*/ 3460092 w 4148346"/>
              <a:gd name="connsiteY15" fmla="*/ 3483002 h 4157940"/>
              <a:gd name="connsiteX16" fmla="*/ 2829914 w 4148346"/>
              <a:gd name="connsiteY16" fmla="*/ 3217900 h 4157940"/>
              <a:gd name="connsiteX17" fmla="*/ 2801551 w 4148346"/>
              <a:gd name="connsiteY17" fmla="*/ 3971403 h 4157940"/>
              <a:gd name="connsiteX18" fmla="*/ 2079175 w 4148346"/>
              <a:gd name="connsiteY18" fmla="*/ 4084778 h 4157940"/>
              <a:gd name="connsiteX19" fmla="*/ 1794487 w 4148346"/>
              <a:gd name="connsiteY19" fmla="*/ 3503411 h 4157940"/>
              <a:gd name="connsiteX20" fmla="*/ 1210216 w 4148346"/>
              <a:gd name="connsiteY20" fmla="*/ 4093425 h 4157940"/>
              <a:gd name="connsiteX21" fmla="*/ 616691 w 4148346"/>
              <a:gd name="connsiteY21" fmla="*/ 3512850 h 4157940"/>
              <a:gd name="connsiteX22" fmla="*/ 917199 w 4148346"/>
              <a:gd name="connsiteY22" fmla="*/ 2803703 h 4157940"/>
              <a:gd name="connsiteX23" fmla="*/ 249944 w 4148346"/>
              <a:gd name="connsiteY23" fmla="*/ 2703174 h 4157940"/>
              <a:gd name="connsiteX24" fmla="*/ 172806 w 4148346"/>
              <a:gd name="connsiteY24" fmla="*/ 1932409 h 4157940"/>
              <a:gd name="connsiteX0" fmla="*/ 172806 w 4148346"/>
              <a:gd name="connsiteY0" fmla="*/ 1932409 h 4157942"/>
              <a:gd name="connsiteX1" fmla="*/ 896964 w 4148346"/>
              <a:gd name="connsiteY1" fmla="*/ 1754535 h 4157942"/>
              <a:gd name="connsiteX2" fmla="*/ 443850 w 4148346"/>
              <a:gd name="connsiteY2" fmla="*/ 1159791 h 4157942"/>
              <a:gd name="connsiteX3" fmla="*/ 488650 w 4148346"/>
              <a:gd name="connsiteY3" fmla="*/ 672192 h 4157942"/>
              <a:gd name="connsiteX4" fmla="*/ 1164594 w 4148346"/>
              <a:gd name="connsiteY4" fmla="*/ 523044 h 4157942"/>
              <a:gd name="connsiteX5" fmla="*/ 1689733 w 4148346"/>
              <a:gd name="connsiteY5" fmla="*/ 857561 h 4157942"/>
              <a:gd name="connsiteX6" fmla="*/ 1943278 w 4148346"/>
              <a:gd name="connsiteY6" fmla="*/ 156262 h 4157942"/>
              <a:gd name="connsiteX7" fmla="*/ 2765382 w 4148346"/>
              <a:gd name="connsiteY7" fmla="*/ 215037 h 4157942"/>
              <a:gd name="connsiteX8" fmla="*/ 2841480 w 4148346"/>
              <a:gd name="connsiteY8" fmla="*/ 1053567 h 4157942"/>
              <a:gd name="connsiteX9" fmla="*/ 3293850 w 4148346"/>
              <a:gd name="connsiteY9" fmla="*/ 658057 h 4157942"/>
              <a:gd name="connsiteX10" fmla="*/ 4011247 w 4148346"/>
              <a:gd name="connsiteY10" fmla="*/ 1079922 h 4157942"/>
              <a:gd name="connsiteX11" fmla="*/ 3856895 w 4148346"/>
              <a:gd name="connsiteY11" fmla="*/ 1653268 h 4157942"/>
              <a:gd name="connsiteX12" fmla="*/ 3506803 w 4148346"/>
              <a:gd name="connsiteY12" fmla="*/ 2121560 h 4157942"/>
              <a:gd name="connsiteX13" fmla="*/ 4051682 w 4148346"/>
              <a:gd name="connsiteY13" fmla="*/ 2533835 h 4157942"/>
              <a:gd name="connsiteX14" fmla="*/ 4107840 w 4148346"/>
              <a:gd name="connsiteY14" fmla="*/ 3193936 h 4157942"/>
              <a:gd name="connsiteX15" fmla="*/ 3460092 w 4148346"/>
              <a:gd name="connsiteY15" fmla="*/ 3483002 h 4157942"/>
              <a:gd name="connsiteX16" fmla="*/ 2829914 w 4148346"/>
              <a:gd name="connsiteY16" fmla="*/ 3217900 h 4157942"/>
              <a:gd name="connsiteX17" fmla="*/ 2801551 w 4148346"/>
              <a:gd name="connsiteY17" fmla="*/ 3971403 h 4157942"/>
              <a:gd name="connsiteX18" fmla="*/ 2079175 w 4148346"/>
              <a:gd name="connsiteY18" fmla="*/ 4084778 h 4157942"/>
              <a:gd name="connsiteX19" fmla="*/ 1794487 w 4148346"/>
              <a:gd name="connsiteY19" fmla="*/ 3503411 h 4157942"/>
              <a:gd name="connsiteX20" fmla="*/ 1210216 w 4148346"/>
              <a:gd name="connsiteY20" fmla="*/ 4093425 h 4157942"/>
              <a:gd name="connsiteX21" fmla="*/ 616691 w 4148346"/>
              <a:gd name="connsiteY21" fmla="*/ 3512850 h 4157942"/>
              <a:gd name="connsiteX22" fmla="*/ 917199 w 4148346"/>
              <a:gd name="connsiteY22" fmla="*/ 2803703 h 4157942"/>
              <a:gd name="connsiteX23" fmla="*/ 249944 w 4148346"/>
              <a:gd name="connsiteY23" fmla="*/ 2703174 h 4157942"/>
              <a:gd name="connsiteX24" fmla="*/ 172806 w 4148346"/>
              <a:gd name="connsiteY24" fmla="*/ 1932409 h 4157942"/>
              <a:gd name="connsiteX0" fmla="*/ 149270 w 4124810"/>
              <a:gd name="connsiteY0" fmla="*/ 1932409 h 4157940"/>
              <a:gd name="connsiteX1" fmla="*/ 873428 w 4124810"/>
              <a:gd name="connsiteY1" fmla="*/ 1754535 h 4157940"/>
              <a:gd name="connsiteX2" fmla="*/ 420314 w 4124810"/>
              <a:gd name="connsiteY2" fmla="*/ 1159791 h 4157940"/>
              <a:gd name="connsiteX3" fmla="*/ 465114 w 4124810"/>
              <a:gd name="connsiteY3" fmla="*/ 672192 h 4157940"/>
              <a:gd name="connsiteX4" fmla="*/ 1141058 w 4124810"/>
              <a:gd name="connsiteY4" fmla="*/ 523044 h 4157940"/>
              <a:gd name="connsiteX5" fmla="*/ 1666197 w 4124810"/>
              <a:gd name="connsiteY5" fmla="*/ 857561 h 4157940"/>
              <a:gd name="connsiteX6" fmla="*/ 1919742 w 4124810"/>
              <a:gd name="connsiteY6" fmla="*/ 156262 h 4157940"/>
              <a:gd name="connsiteX7" fmla="*/ 2741846 w 4124810"/>
              <a:gd name="connsiteY7" fmla="*/ 215037 h 4157940"/>
              <a:gd name="connsiteX8" fmla="*/ 2817944 w 4124810"/>
              <a:gd name="connsiteY8" fmla="*/ 1053567 h 4157940"/>
              <a:gd name="connsiteX9" fmla="*/ 3270314 w 4124810"/>
              <a:gd name="connsiteY9" fmla="*/ 658057 h 4157940"/>
              <a:gd name="connsiteX10" fmla="*/ 3987711 w 4124810"/>
              <a:gd name="connsiteY10" fmla="*/ 1079922 h 4157940"/>
              <a:gd name="connsiteX11" fmla="*/ 3833359 w 4124810"/>
              <a:gd name="connsiteY11" fmla="*/ 1653268 h 4157940"/>
              <a:gd name="connsiteX12" fmla="*/ 3483267 w 4124810"/>
              <a:gd name="connsiteY12" fmla="*/ 2121560 h 4157940"/>
              <a:gd name="connsiteX13" fmla="*/ 4028146 w 4124810"/>
              <a:gd name="connsiteY13" fmla="*/ 2533835 h 4157940"/>
              <a:gd name="connsiteX14" fmla="*/ 4084304 w 4124810"/>
              <a:gd name="connsiteY14" fmla="*/ 3193936 h 4157940"/>
              <a:gd name="connsiteX15" fmla="*/ 3436556 w 4124810"/>
              <a:gd name="connsiteY15" fmla="*/ 3483002 h 4157940"/>
              <a:gd name="connsiteX16" fmla="*/ 2806378 w 4124810"/>
              <a:gd name="connsiteY16" fmla="*/ 3217900 h 4157940"/>
              <a:gd name="connsiteX17" fmla="*/ 2778015 w 4124810"/>
              <a:gd name="connsiteY17" fmla="*/ 3971403 h 4157940"/>
              <a:gd name="connsiteX18" fmla="*/ 2055639 w 4124810"/>
              <a:gd name="connsiteY18" fmla="*/ 4084778 h 4157940"/>
              <a:gd name="connsiteX19" fmla="*/ 1770951 w 4124810"/>
              <a:gd name="connsiteY19" fmla="*/ 3503411 h 4157940"/>
              <a:gd name="connsiteX20" fmla="*/ 1186680 w 4124810"/>
              <a:gd name="connsiteY20" fmla="*/ 4093425 h 4157940"/>
              <a:gd name="connsiteX21" fmla="*/ 593155 w 4124810"/>
              <a:gd name="connsiteY21" fmla="*/ 3512850 h 4157940"/>
              <a:gd name="connsiteX22" fmla="*/ 893663 w 4124810"/>
              <a:gd name="connsiteY22" fmla="*/ 2803703 h 4157940"/>
              <a:gd name="connsiteX23" fmla="*/ 226408 w 4124810"/>
              <a:gd name="connsiteY23" fmla="*/ 2703174 h 4157940"/>
              <a:gd name="connsiteX24" fmla="*/ 149270 w 4124810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2409 h 4157940"/>
              <a:gd name="connsiteX1" fmla="*/ 873426 w 4124808"/>
              <a:gd name="connsiteY1" fmla="*/ 1754535 h 4157940"/>
              <a:gd name="connsiteX2" fmla="*/ 420312 w 4124808"/>
              <a:gd name="connsiteY2" fmla="*/ 1159791 h 4157940"/>
              <a:gd name="connsiteX3" fmla="*/ 465112 w 4124808"/>
              <a:gd name="connsiteY3" fmla="*/ 672192 h 4157940"/>
              <a:gd name="connsiteX4" fmla="*/ 1141056 w 4124808"/>
              <a:gd name="connsiteY4" fmla="*/ 523044 h 4157940"/>
              <a:gd name="connsiteX5" fmla="*/ 1666195 w 4124808"/>
              <a:gd name="connsiteY5" fmla="*/ 857561 h 4157940"/>
              <a:gd name="connsiteX6" fmla="*/ 1919740 w 4124808"/>
              <a:gd name="connsiteY6" fmla="*/ 156262 h 4157940"/>
              <a:gd name="connsiteX7" fmla="*/ 2741844 w 4124808"/>
              <a:gd name="connsiteY7" fmla="*/ 215037 h 4157940"/>
              <a:gd name="connsiteX8" fmla="*/ 2817942 w 4124808"/>
              <a:gd name="connsiteY8" fmla="*/ 1053567 h 4157940"/>
              <a:gd name="connsiteX9" fmla="*/ 3270312 w 4124808"/>
              <a:gd name="connsiteY9" fmla="*/ 658057 h 4157940"/>
              <a:gd name="connsiteX10" fmla="*/ 3987709 w 4124808"/>
              <a:gd name="connsiteY10" fmla="*/ 1079922 h 4157940"/>
              <a:gd name="connsiteX11" fmla="*/ 3833357 w 4124808"/>
              <a:gd name="connsiteY11" fmla="*/ 1653268 h 4157940"/>
              <a:gd name="connsiteX12" fmla="*/ 3497875 w 4124808"/>
              <a:gd name="connsiteY12" fmla="*/ 2070427 h 4157940"/>
              <a:gd name="connsiteX13" fmla="*/ 4028144 w 4124808"/>
              <a:gd name="connsiteY13" fmla="*/ 2533835 h 4157940"/>
              <a:gd name="connsiteX14" fmla="*/ 4084302 w 4124808"/>
              <a:gd name="connsiteY14" fmla="*/ 3193936 h 4157940"/>
              <a:gd name="connsiteX15" fmla="*/ 3436554 w 4124808"/>
              <a:gd name="connsiteY15" fmla="*/ 3483002 h 4157940"/>
              <a:gd name="connsiteX16" fmla="*/ 2806376 w 4124808"/>
              <a:gd name="connsiteY16" fmla="*/ 3217900 h 4157940"/>
              <a:gd name="connsiteX17" fmla="*/ 2778013 w 4124808"/>
              <a:gd name="connsiteY17" fmla="*/ 3971403 h 4157940"/>
              <a:gd name="connsiteX18" fmla="*/ 2055637 w 4124808"/>
              <a:gd name="connsiteY18" fmla="*/ 4084778 h 4157940"/>
              <a:gd name="connsiteX19" fmla="*/ 1770949 w 4124808"/>
              <a:gd name="connsiteY19" fmla="*/ 3503411 h 4157940"/>
              <a:gd name="connsiteX20" fmla="*/ 1186678 w 4124808"/>
              <a:gd name="connsiteY20" fmla="*/ 4093425 h 4157940"/>
              <a:gd name="connsiteX21" fmla="*/ 593153 w 4124808"/>
              <a:gd name="connsiteY21" fmla="*/ 3512850 h 4157940"/>
              <a:gd name="connsiteX22" fmla="*/ 893661 w 4124808"/>
              <a:gd name="connsiteY22" fmla="*/ 2803703 h 4157940"/>
              <a:gd name="connsiteX23" fmla="*/ 226406 w 4124808"/>
              <a:gd name="connsiteY23" fmla="*/ 2703174 h 4157940"/>
              <a:gd name="connsiteX24" fmla="*/ 149268 w 4124808"/>
              <a:gd name="connsiteY24" fmla="*/ 1932409 h 4157940"/>
              <a:gd name="connsiteX0" fmla="*/ 149268 w 4124808"/>
              <a:gd name="connsiteY0" fmla="*/ 1932409 h 4157942"/>
              <a:gd name="connsiteX1" fmla="*/ 873426 w 4124808"/>
              <a:gd name="connsiteY1" fmla="*/ 1754535 h 4157942"/>
              <a:gd name="connsiteX2" fmla="*/ 420312 w 4124808"/>
              <a:gd name="connsiteY2" fmla="*/ 1159791 h 4157942"/>
              <a:gd name="connsiteX3" fmla="*/ 465112 w 4124808"/>
              <a:gd name="connsiteY3" fmla="*/ 672192 h 4157942"/>
              <a:gd name="connsiteX4" fmla="*/ 1141056 w 4124808"/>
              <a:gd name="connsiteY4" fmla="*/ 523044 h 4157942"/>
              <a:gd name="connsiteX5" fmla="*/ 1666195 w 4124808"/>
              <a:gd name="connsiteY5" fmla="*/ 857561 h 4157942"/>
              <a:gd name="connsiteX6" fmla="*/ 1919740 w 4124808"/>
              <a:gd name="connsiteY6" fmla="*/ 156262 h 4157942"/>
              <a:gd name="connsiteX7" fmla="*/ 2741844 w 4124808"/>
              <a:gd name="connsiteY7" fmla="*/ 215037 h 4157942"/>
              <a:gd name="connsiteX8" fmla="*/ 2817942 w 4124808"/>
              <a:gd name="connsiteY8" fmla="*/ 1053567 h 4157942"/>
              <a:gd name="connsiteX9" fmla="*/ 3270312 w 4124808"/>
              <a:gd name="connsiteY9" fmla="*/ 658057 h 4157942"/>
              <a:gd name="connsiteX10" fmla="*/ 3987709 w 4124808"/>
              <a:gd name="connsiteY10" fmla="*/ 1079922 h 4157942"/>
              <a:gd name="connsiteX11" fmla="*/ 3833357 w 4124808"/>
              <a:gd name="connsiteY11" fmla="*/ 1653268 h 4157942"/>
              <a:gd name="connsiteX12" fmla="*/ 3497875 w 4124808"/>
              <a:gd name="connsiteY12" fmla="*/ 2070427 h 4157942"/>
              <a:gd name="connsiteX13" fmla="*/ 4028144 w 4124808"/>
              <a:gd name="connsiteY13" fmla="*/ 2533835 h 4157942"/>
              <a:gd name="connsiteX14" fmla="*/ 4084302 w 4124808"/>
              <a:gd name="connsiteY14" fmla="*/ 3193936 h 4157942"/>
              <a:gd name="connsiteX15" fmla="*/ 3436554 w 4124808"/>
              <a:gd name="connsiteY15" fmla="*/ 3483002 h 4157942"/>
              <a:gd name="connsiteX16" fmla="*/ 2806376 w 4124808"/>
              <a:gd name="connsiteY16" fmla="*/ 3217900 h 4157942"/>
              <a:gd name="connsiteX17" fmla="*/ 2778013 w 4124808"/>
              <a:gd name="connsiteY17" fmla="*/ 3971403 h 4157942"/>
              <a:gd name="connsiteX18" fmla="*/ 2055637 w 4124808"/>
              <a:gd name="connsiteY18" fmla="*/ 4084778 h 4157942"/>
              <a:gd name="connsiteX19" fmla="*/ 1770949 w 4124808"/>
              <a:gd name="connsiteY19" fmla="*/ 3503411 h 4157942"/>
              <a:gd name="connsiteX20" fmla="*/ 1186678 w 4124808"/>
              <a:gd name="connsiteY20" fmla="*/ 4093425 h 4157942"/>
              <a:gd name="connsiteX21" fmla="*/ 593153 w 4124808"/>
              <a:gd name="connsiteY21" fmla="*/ 3512850 h 4157942"/>
              <a:gd name="connsiteX22" fmla="*/ 893661 w 4124808"/>
              <a:gd name="connsiteY22" fmla="*/ 2803703 h 4157942"/>
              <a:gd name="connsiteX23" fmla="*/ 226406 w 4124808"/>
              <a:gd name="connsiteY23" fmla="*/ 2703174 h 4157942"/>
              <a:gd name="connsiteX24" fmla="*/ 149268 w 4124808"/>
              <a:gd name="connsiteY24" fmla="*/ 1932409 h 4157942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06376 w 4124808"/>
              <a:gd name="connsiteY16" fmla="*/ 3215735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497875 w 4124808"/>
              <a:gd name="connsiteY12" fmla="*/ 2068262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33357 w 4124808"/>
              <a:gd name="connsiteY11" fmla="*/ 1651103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  <a:gd name="connsiteX0" fmla="*/ 149268 w 4124808"/>
              <a:gd name="connsiteY0" fmla="*/ 1930244 h 4155776"/>
              <a:gd name="connsiteX1" fmla="*/ 873426 w 4124808"/>
              <a:gd name="connsiteY1" fmla="*/ 1752370 h 4155776"/>
              <a:gd name="connsiteX2" fmla="*/ 420312 w 4124808"/>
              <a:gd name="connsiteY2" fmla="*/ 1157626 h 4155776"/>
              <a:gd name="connsiteX3" fmla="*/ 465112 w 4124808"/>
              <a:gd name="connsiteY3" fmla="*/ 670027 h 4155776"/>
              <a:gd name="connsiteX4" fmla="*/ 1141056 w 4124808"/>
              <a:gd name="connsiteY4" fmla="*/ 520879 h 4155776"/>
              <a:gd name="connsiteX5" fmla="*/ 1666195 w 4124808"/>
              <a:gd name="connsiteY5" fmla="*/ 855396 h 4155776"/>
              <a:gd name="connsiteX6" fmla="*/ 1919740 w 4124808"/>
              <a:gd name="connsiteY6" fmla="*/ 154097 h 4155776"/>
              <a:gd name="connsiteX7" fmla="*/ 2741844 w 4124808"/>
              <a:gd name="connsiteY7" fmla="*/ 212872 h 4155776"/>
              <a:gd name="connsiteX8" fmla="*/ 2817942 w 4124808"/>
              <a:gd name="connsiteY8" fmla="*/ 1051402 h 4155776"/>
              <a:gd name="connsiteX9" fmla="*/ 3270312 w 4124808"/>
              <a:gd name="connsiteY9" fmla="*/ 655892 h 4155776"/>
              <a:gd name="connsiteX10" fmla="*/ 3987709 w 4124808"/>
              <a:gd name="connsiteY10" fmla="*/ 1077757 h 4155776"/>
              <a:gd name="connsiteX11" fmla="*/ 3894044 w 4124808"/>
              <a:gd name="connsiteY11" fmla="*/ 1676388 h 4155776"/>
              <a:gd name="connsiteX12" fmla="*/ 3543390 w 4124808"/>
              <a:gd name="connsiteY12" fmla="*/ 2103661 h 4155776"/>
              <a:gd name="connsiteX13" fmla="*/ 4028144 w 4124808"/>
              <a:gd name="connsiteY13" fmla="*/ 2531670 h 4155776"/>
              <a:gd name="connsiteX14" fmla="*/ 4084302 w 4124808"/>
              <a:gd name="connsiteY14" fmla="*/ 3191771 h 4155776"/>
              <a:gd name="connsiteX15" fmla="*/ 3436554 w 4124808"/>
              <a:gd name="connsiteY15" fmla="*/ 3480837 h 4155776"/>
              <a:gd name="connsiteX16" fmla="*/ 2877177 w 4124808"/>
              <a:gd name="connsiteY16" fmla="*/ 3175279 h 4155776"/>
              <a:gd name="connsiteX17" fmla="*/ 2778013 w 4124808"/>
              <a:gd name="connsiteY17" fmla="*/ 3969238 h 4155776"/>
              <a:gd name="connsiteX18" fmla="*/ 2055637 w 4124808"/>
              <a:gd name="connsiteY18" fmla="*/ 4082613 h 4155776"/>
              <a:gd name="connsiteX19" fmla="*/ 1770949 w 4124808"/>
              <a:gd name="connsiteY19" fmla="*/ 3501246 h 4155776"/>
              <a:gd name="connsiteX20" fmla="*/ 1186678 w 4124808"/>
              <a:gd name="connsiteY20" fmla="*/ 4091260 h 4155776"/>
              <a:gd name="connsiteX21" fmla="*/ 593153 w 4124808"/>
              <a:gd name="connsiteY21" fmla="*/ 3510685 h 4155776"/>
              <a:gd name="connsiteX22" fmla="*/ 893661 w 4124808"/>
              <a:gd name="connsiteY22" fmla="*/ 2801538 h 4155776"/>
              <a:gd name="connsiteX23" fmla="*/ 226406 w 4124808"/>
              <a:gd name="connsiteY23" fmla="*/ 2701009 h 4155776"/>
              <a:gd name="connsiteX24" fmla="*/ 149268 w 4124808"/>
              <a:gd name="connsiteY24" fmla="*/ 1930244 h 4155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124808" h="4155776">
                <a:moveTo>
                  <a:pt x="149268" y="1930244"/>
                </a:moveTo>
                <a:cubicBezTo>
                  <a:pt x="399006" y="1782414"/>
                  <a:pt x="476853" y="1752798"/>
                  <a:pt x="873426" y="1752370"/>
                </a:cubicBezTo>
                <a:cubicBezTo>
                  <a:pt x="554660" y="1480356"/>
                  <a:pt x="529230" y="1341769"/>
                  <a:pt x="420312" y="1157626"/>
                </a:cubicBezTo>
                <a:cubicBezTo>
                  <a:pt x="336213" y="1075556"/>
                  <a:pt x="395661" y="804234"/>
                  <a:pt x="465112" y="670027"/>
                </a:cubicBezTo>
                <a:cubicBezTo>
                  <a:pt x="633015" y="483405"/>
                  <a:pt x="991589" y="479291"/>
                  <a:pt x="1141056" y="520879"/>
                </a:cubicBezTo>
                <a:cubicBezTo>
                  <a:pt x="1487764" y="676214"/>
                  <a:pt x="1491149" y="743890"/>
                  <a:pt x="1666195" y="855396"/>
                </a:cubicBezTo>
                <a:cubicBezTo>
                  <a:pt x="1709873" y="614380"/>
                  <a:pt x="1730935" y="361794"/>
                  <a:pt x="1919740" y="154097"/>
                </a:cubicBezTo>
                <a:cubicBezTo>
                  <a:pt x="2173882" y="-112636"/>
                  <a:pt x="2611123" y="6411"/>
                  <a:pt x="2741844" y="212872"/>
                </a:cubicBezTo>
                <a:cubicBezTo>
                  <a:pt x="2862352" y="525918"/>
                  <a:pt x="2850735" y="678008"/>
                  <a:pt x="2817942" y="1051402"/>
                </a:cubicBezTo>
                <a:cubicBezTo>
                  <a:pt x="2985083" y="853970"/>
                  <a:pt x="3012288" y="772951"/>
                  <a:pt x="3270312" y="655892"/>
                </a:cubicBezTo>
                <a:cubicBezTo>
                  <a:pt x="3528336" y="538833"/>
                  <a:pt x="4000361" y="921856"/>
                  <a:pt x="3987709" y="1077757"/>
                </a:cubicBezTo>
                <a:cubicBezTo>
                  <a:pt x="4031680" y="1278519"/>
                  <a:pt x="4005081" y="1461915"/>
                  <a:pt x="3894044" y="1676388"/>
                </a:cubicBezTo>
                <a:cubicBezTo>
                  <a:pt x="3792518" y="1862827"/>
                  <a:pt x="3696908" y="1932276"/>
                  <a:pt x="3543390" y="2103661"/>
                </a:cubicBezTo>
                <a:cubicBezTo>
                  <a:pt x="3612132" y="2139825"/>
                  <a:pt x="3858669" y="2327497"/>
                  <a:pt x="4028144" y="2531670"/>
                </a:cubicBezTo>
                <a:cubicBezTo>
                  <a:pt x="4131856" y="2716593"/>
                  <a:pt x="4154588" y="2975181"/>
                  <a:pt x="4084302" y="3191771"/>
                </a:cubicBezTo>
                <a:cubicBezTo>
                  <a:pt x="4014016" y="3408361"/>
                  <a:pt x="3625395" y="3502451"/>
                  <a:pt x="3436554" y="3480837"/>
                </a:cubicBezTo>
                <a:cubicBezTo>
                  <a:pt x="3162775" y="3475149"/>
                  <a:pt x="3101429" y="3277592"/>
                  <a:pt x="2877177" y="3175279"/>
                </a:cubicBezTo>
                <a:cubicBezTo>
                  <a:pt x="2894504" y="3607375"/>
                  <a:pt x="2914475" y="3710780"/>
                  <a:pt x="2778013" y="3969238"/>
                </a:cubicBezTo>
                <a:cubicBezTo>
                  <a:pt x="2675317" y="4158841"/>
                  <a:pt x="2186666" y="4216948"/>
                  <a:pt x="2055637" y="4082613"/>
                </a:cubicBezTo>
                <a:cubicBezTo>
                  <a:pt x="1864925" y="3886615"/>
                  <a:pt x="1890619" y="3767587"/>
                  <a:pt x="1770949" y="3501246"/>
                </a:cubicBezTo>
                <a:cubicBezTo>
                  <a:pt x="1636244" y="3716694"/>
                  <a:pt x="1416908" y="3960804"/>
                  <a:pt x="1186678" y="4091260"/>
                </a:cubicBezTo>
                <a:cubicBezTo>
                  <a:pt x="897982" y="4266777"/>
                  <a:pt x="590902" y="3785538"/>
                  <a:pt x="593153" y="3510685"/>
                </a:cubicBezTo>
                <a:cubicBezTo>
                  <a:pt x="668024" y="3032803"/>
                  <a:pt x="776703" y="3128308"/>
                  <a:pt x="893661" y="2801538"/>
                </a:cubicBezTo>
                <a:cubicBezTo>
                  <a:pt x="401626" y="2832796"/>
                  <a:pt x="367644" y="2772951"/>
                  <a:pt x="226406" y="2701009"/>
                </a:cubicBezTo>
                <a:cubicBezTo>
                  <a:pt x="-130899" y="2493820"/>
                  <a:pt x="7518" y="2101793"/>
                  <a:pt x="149268" y="1930244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65F7D01-21A9-0939-B89C-D52676F3930E}"/>
              </a:ext>
            </a:extLst>
          </p:cNvPr>
          <p:cNvSpPr/>
          <p:nvPr/>
        </p:nvSpPr>
        <p:spPr>
          <a:xfrm rot="5784107">
            <a:off x="11181008" y="6103856"/>
            <a:ext cx="124751" cy="137337"/>
          </a:xfrm>
          <a:prstGeom prst="ellipse">
            <a:avLst/>
          </a:prstGeom>
          <a:noFill/>
          <a:ln w="539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DF5CF91-BA20-8A95-1277-A216C89A2382}"/>
              </a:ext>
            </a:extLst>
          </p:cNvPr>
          <p:cNvGrpSpPr/>
          <p:nvPr/>
        </p:nvGrpSpPr>
        <p:grpSpPr>
          <a:xfrm rot="784898" flipH="1">
            <a:off x="9403125" y="5495877"/>
            <a:ext cx="529288" cy="367128"/>
            <a:chOff x="9839339" y="677159"/>
            <a:chExt cx="751991" cy="521600"/>
          </a:xfrm>
        </p:grpSpPr>
        <p:sp>
          <p:nvSpPr>
            <p:cNvPr id="16" name="Freeform: Shape 16">
              <a:extLst>
                <a:ext uri="{FF2B5EF4-FFF2-40B4-BE49-F238E27FC236}">
                  <a16:creationId xmlns:a16="http://schemas.microsoft.com/office/drawing/2014/main" id="{C0EEBD5B-FB39-50AA-1214-747DCD072EB6}"/>
                </a:ext>
              </a:extLst>
            </p:cNvPr>
            <p:cNvSpPr/>
            <p:nvPr/>
          </p:nvSpPr>
          <p:spPr>
            <a:xfrm rot="5636109">
              <a:off x="10405736" y="63306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0ED9D33-5B4E-90D8-D488-95CE77F7B194}"/>
                </a:ext>
              </a:extLst>
            </p:cNvPr>
            <p:cNvSpPr/>
            <p:nvPr/>
          </p:nvSpPr>
          <p:spPr>
            <a:xfrm rot="15963891" flipH="1">
              <a:off x="9883433" y="661928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20F23AD-BE92-A89F-127D-8172F015A9DC}"/>
                </a:ext>
              </a:extLst>
            </p:cNvPr>
            <p:cNvSpPr/>
            <p:nvPr/>
          </p:nvSpPr>
          <p:spPr>
            <a:xfrm>
              <a:off x="10099691" y="1099560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8D22A8F-B161-7EE9-812D-5FBDE1D1CA20}"/>
              </a:ext>
            </a:extLst>
          </p:cNvPr>
          <p:cNvGrpSpPr/>
          <p:nvPr/>
        </p:nvGrpSpPr>
        <p:grpSpPr>
          <a:xfrm flipH="1">
            <a:off x="11003564" y="5662962"/>
            <a:ext cx="552720" cy="258450"/>
            <a:chOff x="1162566" y="1754387"/>
            <a:chExt cx="669182" cy="312906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BA1864B-B3D8-DBB2-DE91-56194E6675BF}"/>
                </a:ext>
              </a:extLst>
            </p:cNvPr>
            <p:cNvSpPr/>
            <p:nvPr/>
          </p:nvSpPr>
          <p:spPr>
            <a:xfrm rot="21262796" flipV="1">
              <a:off x="1162566" y="1771850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10">
              <a:extLst>
                <a:ext uri="{FF2B5EF4-FFF2-40B4-BE49-F238E27FC236}">
                  <a16:creationId xmlns:a16="http://schemas.microsoft.com/office/drawing/2014/main" id="{0E4FD2E7-021A-3CAD-BBEB-C3DA66714DD7}"/>
                </a:ext>
              </a:extLst>
            </p:cNvPr>
            <p:cNvSpPr/>
            <p:nvPr/>
          </p:nvSpPr>
          <p:spPr>
            <a:xfrm rot="18622065" flipV="1">
              <a:off x="1298352" y="1861050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79C37-9D84-E7CA-9360-EF7895C6A436}"/>
                </a:ext>
              </a:extLst>
            </p:cNvPr>
            <p:cNvSpPr/>
            <p:nvPr/>
          </p:nvSpPr>
          <p:spPr>
            <a:xfrm rot="21262796" flipV="1">
              <a:off x="1555261" y="1754387"/>
              <a:ext cx="250414" cy="29544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12">
              <a:extLst>
                <a:ext uri="{FF2B5EF4-FFF2-40B4-BE49-F238E27FC236}">
                  <a16:creationId xmlns:a16="http://schemas.microsoft.com/office/drawing/2014/main" id="{1A4768A1-F55C-247D-F9E6-6EE4C0419EDF}"/>
                </a:ext>
              </a:extLst>
            </p:cNvPr>
            <p:cNvSpPr/>
            <p:nvPr/>
          </p:nvSpPr>
          <p:spPr>
            <a:xfrm rot="18622065" flipV="1">
              <a:off x="1691040" y="1843586"/>
              <a:ext cx="149879" cy="131537"/>
            </a:xfrm>
            <a:custGeom>
              <a:avLst/>
              <a:gdLst>
                <a:gd name="connsiteX0" fmla="*/ 149879 w 149879"/>
                <a:gd name="connsiteY0" fmla="*/ 105628 h 131537"/>
                <a:gd name="connsiteX1" fmla="*/ 147897 w 149879"/>
                <a:gd name="connsiteY1" fmla="*/ 97833 h 131537"/>
                <a:gd name="connsiteX2" fmla="*/ 115021 w 149879"/>
                <a:gd name="connsiteY2" fmla="*/ 49643 h 131537"/>
                <a:gd name="connsiteX3" fmla="*/ 16070 w 149879"/>
                <a:gd name="connsiteY3" fmla="*/ 0 h 131537"/>
                <a:gd name="connsiteX4" fmla="*/ 4741 w 149879"/>
                <a:gd name="connsiteY4" fmla="*/ 1093 h 131537"/>
                <a:gd name="connsiteX5" fmla="*/ 2207 w 149879"/>
                <a:gd name="connsiteY5" fmla="*/ 2021 h 131537"/>
                <a:gd name="connsiteX6" fmla="*/ 878 w 149879"/>
                <a:gd name="connsiteY6" fmla="*/ 7595 h 131537"/>
                <a:gd name="connsiteX7" fmla="*/ 85594 w 149879"/>
                <a:gd name="connsiteY7" fmla="*/ 131308 h 131537"/>
                <a:gd name="connsiteX8" fmla="*/ 122784 w 149879"/>
                <a:gd name="connsiteY8" fmla="*/ 124978 h 131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879" h="131537">
                  <a:moveTo>
                    <a:pt x="149879" y="105628"/>
                  </a:moveTo>
                  <a:lnTo>
                    <a:pt x="147897" y="97833"/>
                  </a:lnTo>
                  <a:cubicBezTo>
                    <a:pt x="140174" y="80720"/>
                    <a:pt x="129193" y="64312"/>
                    <a:pt x="115021" y="49643"/>
                  </a:cubicBezTo>
                  <a:cubicBezTo>
                    <a:pt x="86678" y="20305"/>
                    <a:pt x="50939" y="3482"/>
                    <a:pt x="16070" y="0"/>
                  </a:cubicBezTo>
                  <a:lnTo>
                    <a:pt x="4741" y="1093"/>
                  </a:lnTo>
                  <a:lnTo>
                    <a:pt x="2207" y="2021"/>
                  </a:lnTo>
                  <a:lnTo>
                    <a:pt x="878" y="7595"/>
                  </a:lnTo>
                  <a:cubicBezTo>
                    <a:pt x="-6520" y="84025"/>
                    <a:pt x="33831" y="127304"/>
                    <a:pt x="85594" y="131308"/>
                  </a:cubicBezTo>
                  <a:cubicBezTo>
                    <a:pt x="98535" y="132309"/>
                    <a:pt x="111115" y="130004"/>
                    <a:pt x="122784" y="124978"/>
                  </a:cubicBezTo>
                  <a:close/>
                </a:path>
              </a:pathLst>
            </a:cu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C7693C-EFF9-BC88-82CC-27266C234976}"/>
              </a:ext>
            </a:extLst>
          </p:cNvPr>
          <p:cNvGrpSpPr/>
          <p:nvPr/>
        </p:nvGrpSpPr>
        <p:grpSpPr>
          <a:xfrm rot="21128632">
            <a:off x="10710179" y="3942564"/>
            <a:ext cx="688256" cy="306609"/>
            <a:chOff x="10096975" y="5939226"/>
            <a:chExt cx="929806" cy="414217"/>
          </a:xfrm>
        </p:grpSpPr>
        <p:sp>
          <p:nvSpPr>
            <p:cNvPr id="33" name="Freeform: Shape 14">
              <a:extLst>
                <a:ext uri="{FF2B5EF4-FFF2-40B4-BE49-F238E27FC236}">
                  <a16:creationId xmlns:a16="http://schemas.microsoft.com/office/drawing/2014/main" id="{BEC46EC4-2B0E-5879-B411-B4F8D2E91ECD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15">
              <a:extLst>
                <a:ext uri="{FF2B5EF4-FFF2-40B4-BE49-F238E27FC236}">
                  <a16:creationId xmlns:a16="http://schemas.microsoft.com/office/drawing/2014/main" id="{6FCB03E4-9321-8D47-B318-B69F725D0E96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16">
              <a:extLst>
                <a:ext uri="{FF2B5EF4-FFF2-40B4-BE49-F238E27FC236}">
                  <a16:creationId xmlns:a16="http://schemas.microsoft.com/office/drawing/2014/main" id="{9D7FFB4D-13C1-D8E7-7BAD-68F2A25A84FB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34796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1B10-4D77-D9D0-CD2B-70B8C7E0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49041"/>
            <a:ext cx="9893999" cy="10773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B508C-3D3C-3A04-3528-4893259B04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9660" y="1946581"/>
            <a:ext cx="4421459" cy="4244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A02F6-BD05-ADB1-BA48-248F41B6F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46581"/>
            <a:ext cx="4421459" cy="4244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48D4F-0D0A-8BB9-4F56-107A52F2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69124-FC98-B1DD-3B04-F87993383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F5D1E-4005-A355-6CD3-9DD91ADA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78490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FE0F-B048-7F4F-1EF2-91CD224D9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674" y="365126"/>
            <a:ext cx="10515600" cy="12612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55D06-C2C8-1830-D789-879E3F3908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3674" y="1626420"/>
            <a:ext cx="4434163" cy="599878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CE6BF6-D801-9236-6425-501DB8AD6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3675" y="2293205"/>
            <a:ext cx="4412432" cy="39849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149CA7-B860-B244-7675-4472B019AA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26420"/>
            <a:ext cx="4434164" cy="599878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59BFE2-FAC6-C58C-6C76-208F5F020D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293205"/>
            <a:ext cx="4434163" cy="39849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75141C-6BF3-1939-A42E-8C52BA9DC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19760F-E677-41B9-FDC2-34B300618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6A3921-47E3-6FAB-EAC8-284F4F13C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89342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DE98D-235D-1189-9ABF-73D50177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49041"/>
            <a:ext cx="10515600" cy="114594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964A8-457E-C600-441D-D76D1DC74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6DB80-064D-3114-7184-B6513973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E6256D-F7BE-F14B-43BB-AFE5705E8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38985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8E978-EAE3-36FC-5692-1AE269E38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r>
              <a:rPr lang="en-US"/>
              <a:t>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7FDD81-38B0-7352-1845-D6883BD6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43987-08C8-F21D-C066-4F2D226DE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287349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9808008-80F6-2779-AE41-35A382A91D7F}"/>
              </a:ext>
            </a:extLst>
          </p:cNvPr>
          <p:cNvGrpSpPr/>
          <p:nvPr/>
        </p:nvGrpSpPr>
        <p:grpSpPr>
          <a:xfrm rot="9987480">
            <a:off x="8787028" y="3746728"/>
            <a:ext cx="2188889" cy="2052424"/>
            <a:chOff x="7749926" y="3136297"/>
            <a:chExt cx="3434150" cy="3220050"/>
          </a:xfrm>
          <a:solidFill>
            <a:schemeClr val="accent5">
              <a:lumMod val="60000"/>
              <a:lumOff val="4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8FA0D4B-A035-10C6-FE43-49AA85810A76}"/>
                </a:ext>
              </a:extLst>
            </p:cNvPr>
            <p:cNvSpPr/>
            <p:nvPr/>
          </p:nvSpPr>
          <p:spPr>
            <a:xfrm rot="10800000">
              <a:off x="7752107" y="3136297"/>
              <a:ext cx="3417806" cy="1667642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98181"/>
                <a:gd name="connsiteY0" fmla="*/ 0 h 3022995"/>
                <a:gd name="connsiteX1" fmla="*/ 4692404 w 4798181"/>
                <a:gd name="connsiteY1" fmla="*/ 3339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10956"/>
                <a:gd name="connsiteY0" fmla="*/ 0 h 3022995"/>
                <a:gd name="connsiteX1" fmla="*/ 4692404 w 4710956"/>
                <a:gd name="connsiteY1" fmla="*/ 3339 h 3022995"/>
                <a:gd name="connsiteX2" fmla="*/ 4684257 w 4710956"/>
                <a:gd name="connsiteY2" fmla="*/ 996698 h 3022995"/>
                <a:gd name="connsiteX3" fmla="*/ 4499705 w 4710956"/>
                <a:gd name="connsiteY3" fmla="*/ 2052119 h 3022995"/>
                <a:gd name="connsiteX4" fmla="*/ 3835975 w 4710956"/>
                <a:gd name="connsiteY4" fmla="*/ 2740497 h 3022995"/>
                <a:gd name="connsiteX5" fmla="*/ 1162762 w 4710956"/>
                <a:gd name="connsiteY5" fmla="*/ 2876156 h 3022995"/>
                <a:gd name="connsiteX6" fmla="*/ 21225 w 4710956"/>
                <a:gd name="connsiteY6" fmla="*/ 626012 h 3022995"/>
                <a:gd name="connsiteX7" fmla="*/ 30413 w 4710956"/>
                <a:gd name="connsiteY7" fmla="*/ 0 h 3022995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1225 w 4710956"/>
                <a:gd name="connsiteY6" fmla="*/ 626012 h 3107876"/>
                <a:gd name="connsiteX7" fmla="*/ 30413 w 4710956"/>
                <a:gd name="connsiteY7" fmla="*/ 0 h 3107876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90487 w 4710956"/>
                <a:gd name="connsiteY6" fmla="*/ 2027706 h 3107876"/>
                <a:gd name="connsiteX7" fmla="*/ 21225 w 4710956"/>
                <a:gd name="connsiteY7" fmla="*/ 626012 h 3107876"/>
                <a:gd name="connsiteX8" fmla="*/ 30413 w 4710956"/>
                <a:gd name="connsiteY8" fmla="*/ 0 h 3107876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16752 w 4697295"/>
                <a:gd name="connsiteY0" fmla="*/ 0 h 3084308"/>
                <a:gd name="connsiteX1" fmla="*/ 4678743 w 4697295"/>
                <a:gd name="connsiteY1" fmla="*/ 3339 h 3084308"/>
                <a:gd name="connsiteX2" fmla="*/ 4670596 w 4697295"/>
                <a:gd name="connsiteY2" fmla="*/ 996698 h 3084308"/>
                <a:gd name="connsiteX3" fmla="*/ 4486044 w 4697295"/>
                <a:gd name="connsiteY3" fmla="*/ 2052119 h 3084308"/>
                <a:gd name="connsiteX4" fmla="*/ 3291825 w 4697295"/>
                <a:gd name="connsiteY4" fmla="*/ 2977913 h 3084308"/>
                <a:gd name="connsiteX5" fmla="*/ 1183888 w 4697295"/>
                <a:gd name="connsiteY5" fmla="*/ 2823397 h 3084308"/>
                <a:gd name="connsiteX6" fmla="*/ 276826 w 4697295"/>
                <a:gd name="connsiteY6" fmla="*/ 2027706 h 3084308"/>
                <a:gd name="connsiteX7" fmla="*/ 42350 w 4697295"/>
                <a:gd name="connsiteY7" fmla="*/ 698556 h 3084308"/>
                <a:gd name="connsiteX8" fmla="*/ 16752 w 4697295"/>
                <a:gd name="connsiteY8" fmla="*/ 0 h 3084308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42350 w 4697295"/>
                <a:gd name="connsiteY6" fmla="*/ 698556 h 3067327"/>
                <a:gd name="connsiteX7" fmla="*/ 16752 w 4697295"/>
                <a:gd name="connsiteY7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3291825 w 4697295"/>
                <a:gd name="connsiteY3" fmla="*/ 2977913 h 3067327"/>
                <a:gd name="connsiteX4" fmla="*/ 1183888 w 4697295"/>
                <a:gd name="connsiteY4" fmla="*/ 2823397 h 3067327"/>
                <a:gd name="connsiteX5" fmla="*/ 42350 w 4697295"/>
                <a:gd name="connsiteY5" fmla="*/ 698556 h 3067327"/>
                <a:gd name="connsiteX6" fmla="*/ 16752 w 4697295"/>
                <a:gd name="connsiteY6" fmla="*/ 0 h 3067327"/>
                <a:gd name="connsiteX0" fmla="*/ 5293 w 4685836"/>
                <a:gd name="connsiteY0" fmla="*/ 0 h 3067327"/>
                <a:gd name="connsiteX1" fmla="*/ 4667284 w 4685836"/>
                <a:gd name="connsiteY1" fmla="*/ 3339 h 3067327"/>
                <a:gd name="connsiteX2" fmla="*/ 4659137 w 4685836"/>
                <a:gd name="connsiteY2" fmla="*/ 996698 h 3067327"/>
                <a:gd name="connsiteX3" fmla="*/ 3280366 w 4685836"/>
                <a:gd name="connsiteY3" fmla="*/ 2977913 h 3067327"/>
                <a:gd name="connsiteX4" fmla="*/ 1172429 w 4685836"/>
                <a:gd name="connsiteY4" fmla="*/ 2823397 h 3067327"/>
                <a:gd name="connsiteX5" fmla="*/ 167010 w 4685836"/>
                <a:gd name="connsiteY5" fmla="*/ 939931 h 3067327"/>
                <a:gd name="connsiteX6" fmla="*/ 5293 w 4685836"/>
                <a:gd name="connsiteY6" fmla="*/ 0 h 3067327"/>
                <a:gd name="connsiteX0" fmla="*/ 5293 w 4675425"/>
                <a:gd name="connsiteY0" fmla="*/ 0 h 3067327"/>
                <a:gd name="connsiteX1" fmla="*/ 4667284 w 4675425"/>
                <a:gd name="connsiteY1" fmla="*/ 3339 h 3067327"/>
                <a:gd name="connsiteX2" fmla="*/ 4504867 w 4675425"/>
                <a:gd name="connsiteY2" fmla="*/ 1441337 h 3067327"/>
                <a:gd name="connsiteX3" fmla="*/ 3280366 w 4675425"/>
                <a:gd name="connsiteY3" fmla="*/ 2977913 h 3067327"/>
                <a:gd name="connsiteX4" fmla="*/ 1172429 w 4675425"/>
                <a:gd name="connsiteY4" fmla="*/ 2823397 h 3067327"/>
                <a:gd name="connsiteX5" fmla="*/ 167010 w 4675425"/>
                <a:gd name="connsiteY5" fmla="*/ 939931 h 3067327"/>
                <a:gd name="connsiteX6" fmla="*/ 5293 w 4675425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130670"/>
                <a:gd name="connsiteX1" fmla="*/ 4667284 w 4686087"/>
                <a:gd name="connsiteY1" fmla="*/ 3339 h 3130670"/>
                <a:gd name="connsiteX2" fmla="*/ 4504867 w 4686087"/>
                <a:gd name="connsiteY2" fmla="*/ 1441337 h 3130670"/>
                <a:gd name="connsiteX3" fmla="*/ 3153322 w 4686087"/>
                <a:gd name="connsiteY3" fmla="*/ 3066840 h 3130670"/>
                <a:gd name="connsiteX4" fmla="*/ 1172429 w 4686087"/>
                <a:gd name="connsiteY4" fmla="*/ 2823397 h 3130670"/>
                <a:gd name="connsiteX5" fmla="*/ 167010 w 4686087"/>
                <a:gd name="connsiteY5" fmla="*/ 939931 h 3130670"/>
                <a:gd name="connsiteX6" fmla="*/ 5293 w 4686087"/>
                <a:gd name="connsiteY6" fmla="*/ 0 h 3130670"/>
                <a:gd name="connsiteX0" fmla="*/ 5293 w 4686087"/>
                <a:gd name="connsiteY0" fmla="*/ 66646 h 3197316"/>
                <a:gd name="connsiteX1" fmla="*/ 4667284 w 4686087"/>
                <a:gd name="connsiteY1" fmla="*/ 69985 h 3197316"/>
                <a:gd name="connsiteX2" fmla="*/ 4504867 w 4686087"/>
                <a:gd name="connsiteY2" fmla="*/ 1507983 h 3197316"/>
                <a:gd name="connsiteX3" fmla="*/ 3153322 w 4686087"/>
                <a:gd name="connsiteY3" fmla="*/ 3133486 h 3197316"/>
                <a:gd name="connsiteX4" fmla="*/ 1172429 w 4686087"/>
                <a:gd name="connsiteY4" fmla="*/ 2890043 h 3197316"/>
                <a:gd name="connsiteX5" fmla="*/ 167010 w 4686087"/>
                <a:gd name="connsiteY5" fmla="*/ 1006577 h 3197316"/>
                <a:gd name="connsiteX6" fmla="*/ 5293 w 4686087"/>
                <a:gd name="connsiteY6" fmla="*/ 66646 h 3197316"/>
                <a:gd name="connsiteX0" fmla="*/ 0 w 4680794"/>
                <a:gd name="connsiteY0" fmla="*/ 66648 h 3197318"/>
                <a:gd name="connsiteX1" fmla="*/ 4661991 w 4680794"/>
                <a:gd name="connsiteY1" fmla="*/ 69987 h 3197318"/>
                <a:gd name="connsiteX2" fmla="*/ 4499574 w 4680794"/>
                <a:gd name="connsiteY2" fmla="*/ 1507985 h 3197318"/>
                <a:gd name="connsiteX3" fmla="*/ 3148029 w 4680794"/>
                <a:gd name="connsiteY3" fmla="*/ 3133488 h 3197318"/>
                <a:gd name="connsiteX4" fmla="*/ 1167136 w 4680794"/>
                <a:gd name="connsiteY4" fmla="*/ 2890045 h 3197318"/>
                <a:gd name="connsiteX5" fmla="*/ 161717 w 4680794"/>
                <a:gd name="connsiteY5" fmla="*/ 1006579 h 3197318"/>
                <a:gd name="connsiteX6" fmla="*/ 0 w 4680794"/>
                <a:gd name="connsiteY6" fmla="*/ 66648 h 3197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0794" h="3197318">
                  <a:moveTo>
                    <a:pt x="0" y="66648"/>
                  </a:moveTo>
                  <a:cubicBezTo>
                    <a:pt x="1535847" y="-84686"/>
                    <a:pt x="3107994" y="68874"/>
                    <a:pt x="4661991" y="69987"/>
                  </a:cubicBezTo>
                  <a:cubicBezTo>
                    <a:pt x="4716788" y="86085"/>
                    <a:pt x="4648578" y="1038473"/>
                    <a:pt x="4499574" y="1507985"/>
                  </a:cubicBezTo>
                  <a:cubicBezTo>
                    <a:pt x="4268421" y="2156197"/>
                    <a:pt x="3729147" y="2829038"/>
                    <a:pt x="3148029" y="3133488"/>
                  </a:cubicBezTo>
                  <a:cubicBezTo>
                    <a:pt x="2640710" y="3273286"/>
                    <a:pt x="1746572" y="3179628"/>
                    <a:pt x="1167136" y="2890045"/>
                  </a:cubicBezTo>
                  <a:cubicBezTo>
                    <a:pt x="625557" y="2510152"/>
                    <a:pt x="356240" y="1477145"/>
                    <a:pt x="161717" y="1006579"/>
                  </a:cubicBezTo>
                  <a:cubicBezTo>
                    <a:pt x="130392" y="735572"/>
                    <a:pt x="17519" y="584911"/>
                    <a:pt x="0" y="6664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C0FF313-337C-7421-9ED4-F3C362718C39}"/>
                </a:ext>
              </a:extLst>
            </p:cNvPr>
            <p:cNvSpPr/>
            <p:nvPr/>
          </p:nvSpPr>
          <p:spPr>
            <a:xfrm rot="10800000" flipH="1">
              <a:off x="7749926" y="4717704"/>
              <a:ext cx="3434150" cy="1638643"/>
            </a:xfrm>
            <a:custGeom>
              <a:avLst/>
              <a:gdLst>
                <a:gd name="connsiteX0" fmla="*/ 60961 w 4809470"/>
                <a:gd name="connsiteY0" fmla="*/ 0 h 3178596"/>
                <a:gd name="connsiteX1" fmla="*/ 4792129 w 4809470"/>
                <a:gd name="connsiteY1" fmla="*/ 390938 h 3178596"/>
                <a:gd name="connsiteX2" fmla="*/ 4807287 w 4809470"/>
                <a:gd name="connsiteY2" fmla="*/ 588882 h 3178596"/>
                <a:gd name="connsiteX3" fmla="*/ 4614824 w 4809470"/>
                <a:gd name="connsiteY3" fmla="*/ 1612192 h 3178596"/>
                <a:gd name="connsiteX4" fmla="*/ 1976024 w 4809470"/>
                <a:gd name="connsiteY4" fmla="*/ 3156896 h 3178596"/>
                <a:gd name="connsiteX5" fmla="*/ 18719 w 4809470"/>
                <a:gd name="connsiteY5" fmla="*/ 821586 h 3178596"/>
                <a:gd name="connsiteX6" fmla="*/ 34223 w 4809470"/>
                <a:gd name="connsiteY6" fmla="*/ 119143 h 3178596"/>
                <a:gd name="connsiteX0" fmla="*/ 34223 w 4809470"/>
                <a:gd name="connsiteY0" fmla="*/ 0 h 3059453"/>
                <a:gd name="connsiteX1" fmla="*/ 4792129 w 4809470"/>
                <a:gd name="connsiteY1" fmla="*/ 271795 h 3059453"/>
                <a:gd name="connsiteX2" fmla="*/ 4807287 w 4809470"/>
                <a:gd name="connsiteY2" fmla="*/ 469739 h 3059453"/>
                <a:gd name="connsiteX3" fmla="*/ 4614824 w 4809470"/>
                <a:gd name="connsiteY3" fmla="*/ 1493049 h 3059453"/>
                <a:gd name="connsiteX4" fmla="*/ 1976024 w 4809470"/>
                <a:gd name="connsiteY4" fmla="*/ 3037753 h 3059453"/>
                <a:gd name="connsiteX5" fmla="*/ 18719 w 4809470"/>
                <a:gd name="connsiteY5" fmla="*/ 702443 h 3059453"/>
                <a:gd name="connsiteX6" fmla="*/ 34223 w 4809470"/>
                <a:gd name="connsiteY6" fmla="*/ 0 h 3059453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809793 w 4811976"/>
                <a:gd name="connsiteY2" fmla="*/ 393308 h 2983022"/>
                <a:gd name="connsiteX3" fmla="*/ 4617330 w 4811976"/>
                <a:gd name="connsiteY3" fmla="*/ 1416618 h 2983022"/>
                <a:gd name="connsiteX4" fmla="*/ 1978530 w 4811976"/>
                <a:gd name="connsiteY4" fmla="*/ 2961322 h 2983022"/>
                <a:gd name="connsiteX5" fmla="*/ 21225 w 4811976"/>
                <a:gd name="connsiteY5" fmla="*/ 626012 h 2983022"/>
                <a:gd name="connsiteX6" fmla="*/ 30413 w 4811976"/>
                <a:gd name="connsiteY6" fmla="*/ 0 h 2983022"/>
                <a:gd name="connsiteX0" fmla="*/ 30413 w 4811976"/>
                <a:gd name="connsiteY0" fmla="*/ 0 h 2983022"/>
                <a:gd name="connsiteX1" fmla="*/ 4794635 w 4811976"/>
                <a:gd name="connsiteY1" fmla="*/ 195364 h 2983022"/>
                <a:gd name="connsiteX2" fmla="*/ 4711079 w 4811976"/>
                <a:gd name="connsiteY2" fmla="*/ 101695 h 2983022"/>
                <a:gd name="connsiteX3" fmla="*/ 4809793 w 4811976"/>
                <a:gd name="connsiteY3" fmla="*/ 393308 h 2983022"/>
                <a:gd name="connsiteX4" fmla="*/ 4617330 w 4811976"/>
                <a:gd name="connsiteY4" fmla="*/ 1416618 h 2983022"/>
                <a:gd name="connsiteX5" fmla="*/ 1978530 w 4811976"/>
                <a:gd name="connsiteY5" fmla="*/ 2961322 h 2983022"/>
                <a:gd name="connsiteX6" fmla="*/ 21225 w 4811976"/>
                <a:gd name="connsiteY6" fmla="*/ 626012 h 2983022"/>
                <a:gd name="connsiteX7" fmla="*/ 30413 w 4811976"/>
                <a:gd name="connsiteY7" fmla="*/ 0 h 2983022"/>
                <a:gd name="connsiteX0" fmla="*/ 30413 w 5159423"/>
                <a:gd name="connsiteY0" fmla="*/ 0 h 2983022"/>
                <a:gd name="connsiteX1" fmla="*/ 4794635 w 5159423"/>
                <a:gd name="connsiteY1" fmla="*/ 195364 h 2983022"/>
                <a:gd name="connsiteX2" fmla="*/ 4809793 w 5159423"/>
                <a:gd name="connsiteY2" fmla="*/ 393308 h 2983022"/>
                <a:gd name="connsiteX3" fmla="*/ 4617330 w 5159423"/>
                <a:gd name="connsiteY3" fmla="*/ 1416618 h 2983022"/>
                <a:gd name="connsiteX4" fmla="*/ 1978530 w 5159423"/>
                <a:gd name="connsiteY4" fmla="*/ 2961322 h 2983022"/>
                <a:gd name="connsiteX5" fmla="*/ 21225 w 5159423"/>
                <a:gd name="connsiteY5" fmla="*/ 626012 h 2983022"/>
                <a:gd name="connsiteX6" fmla="*/ 30413 w 5159423"/>
                <a:gd name="connsiteY6" fmla="*/ 0 h 2983022"/>
                <a:gd name="connsiteX0" fmla="*/ 30413 w 5099315"/>
                <a:gd name="connsiteY0" fmla="*/ 0 h 2983022"/>
                <a:gd name="connsiteX1" fmla="*/ 4709797 w 5099315"/>
                <a:gd name="connsiteY1" fmla="*/ 75883 h 2983022"/>
                <a:gd name="connsiteX2" fmla="*/ 4809793 w 5099315"/>
                <a:gd name="connsiteY2" fmla="*/ 393308 h 2983022"/>
                <a:gd name="connsiteX3" fmla="*/ 4617330 w 5099315"/>
                <a:gd name="connsiteY3" fmla="*/ 1416618 h 2983022"/>
                <a:gd name="connsiteX4" fmla="*/ 1978530 w 5099315"/>
                <a:gd name="connsiteY4" fmla="*/ 2961322 h 2983022"/>
                <a:gd name="connsiteX5" fmla="*/ 21225 w 5099315"/>
                <a:gd name="connsiteY5" fmla="*/ 626012 h 2983022"/>
                <a:gd name="connsiteX6" fmla="*/ 30413 w 5099315"/>
                <a:gd name="connsiteY6" fmla="*/ 0 h 2983022"/>
                <a:gd name="connsiteX0" fmla="*/ 30413 w 4816479"/>
                <a:gd name="connsiteY0" fmla="*/ 0 h 2983022"/>
                <a:gd name="connsiteX1" fmla="*/ 4709797 w 4816479"/>
                <a:gd name="connsiteY1" fmla="*/ 75883 h 2983022"/>
                <a:gd name="connsiteX2" fmla="*/ 4809793 w 4816479"/>
                <a:gd name="connsiteY2" fmla="*/ 393308 h 2983022"/>
                <a:gd name="connsiteX3" fmla="*/ 4617330 w 4816479"/>
                <a:gd name="connsiteY3" fmla="*/ 1416618 h 2983022"/>
                <a:gd name="connsiteX4" fmla="*/ 1978530 w 4816479"/>
                <a:gd name="connsiteY4" fmla="*/ 2961322 h 2983022"/>
                <a:gd name="connsiteX5" fmla="*/ 21225 w 4816479"/>
                <a:gd name="connsiteY5" fmla="*/ 626012 h 2983022"/>
                <a:gd name="connsiteX6" fmla="*/ 30413 w 4816479"/>
                <a:gd name="connsiteY6" fmla="*/ 0 h 2983022"/>
                <a:gd name="connsiteX0" fmla="*/ 30413 w 4824424"/>
                <a:gd name="connsiteY0" fmla="*/ 0 h 2983022"/>
                <a:gd name="connsiteX1" fmla="*/ 4709797 w 4824424"/>
                <a:gd name="connsiteY1" fmla="*/ 75883 h 2983022"/>
                <a:gd name="connsiteX2" fmla="*/ 4818251 w 4824424"/>
                <a:gd name="connsiteY2" fmla="*/ 577510 h 2983022"/>
                <a:gd name="connsiteX3" fmla="*/ 4617330 w 4824424"/>
                <a:gd name="connsiteY3" fmla="*/ 1416618 h 2983022"/>
                <a:gd name="connsiteX4" fmla="*/ 1978530 w 4824424"/>
                <a:gd name="connsiteY4" fmla="*/ 2961322 h 2983022"/>
                <a:gd name="connsiteX5" fmla="*/ 21225 w 4824424"/>
                <a:gd name="connsiteY5" fmla="*/ 626012 h 2983022"/>
                <a:gd name="connsiteX6" fmla="*/ 30413 w 4824424"/>
                <a:gd name="connsiteY6" fmla="*/ 0 h 2983022"/>
                <a:gd name="connsiteX0" fmla="*/ 30413 w 4824424"/>
                <a:gd name="connsiteY0" fmla="*/ 0 h 3053918"/>
                <a:gd name="connsiteX1" fmla="*/ 4709797 w 4824424"/>
                <a:gd name="connsiteY1" fmla="*/ 75883 h 3053918"/>
                <a:gd name="connsiteX2" fmla="*/ 4818251 w 4824424"/>
                <a:gd name="connsiteY2" fmla="*/ 577510 h 3053918"/>
                <a:gd name="connsiteX3" fmla="*/ 4499705 w 4824424"/>
                <a:gd name="connsiteY3" fmla="*/ 2052119 h 3053918"/>
                <a:gd name="connsiteX4" fmla="*/ 1978530 w 4824424"/>
                <a:gd name="connsiteY4" fmla="*/ 2961322 h 3053918"/>
                <a:gd name="connsiteX5" fmla="*/ 21225 w 4824424"/>
                <a:gd name="connsiteY5" fmla="*/ 626012 h 3053918"/>
                <a:gd name="connsiteX6" fmla="*/ 30413 w 4824424"/>
                <a:gd name="connsiteY6" fmla="*/ 0 h 3053918"/>
                <a:gd name="connsiteX0" fmla="*/ 30413 w 4824424"/>
                <a:gd name="connsiteY0" fmla="*/ 0 h 3031422"/>
                <a:gd name="connsiteX1" fmla="*/ 4709797 w 4824424"/>
                <a:gd name="connsiteY1" fmla="*/ 75883 h 3031422"/>
                <a:gd name="connsiteX2" fmla="*/ 4818251 w 4824424"/>
                <a:gd name="connsiteY2" fmla="*/ 577510 h 3031422"/>
                <a:gd name="connsiteX3" fmla="*/ 4499705 w 4824424"/>
                <a:gd name="connsiteY3" fmla="*/ 2052119 h 3031422"/>
                <a:gd name="connsiteX4" fmla="*/ 1247066 w 4824424"/>
                <a:gd name="connsiteY4" fmla="*/ 2930478 h 3031422"/>
                <a:gd name="connsiteX5" fmla="*/ 21225 w 4824424"/>
                <a:gd name="connsiteY5" fmla="*/ 626012 h 3031422"/>
                <a:gd name="connsiteX6" fmla="*/ 30413 w 4824424"/>
                <a:gd name="connsiteY6" fmla="*/ 0 h 3031422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65285"/>
                <a:gd name="connsiteX1" fmla="*/ 4709797 w 4824424"/>
                <a:gd name="connsiteY1" fmla="*/ 75883 h 3065285"/>
                <a:gd name="connsiteX2" fmla="*/ 4818251 w 4824424"/>
                <a:gd name="connsiteY2" fmla="*/ 577510 h 3065285"/>
                <a:gd name="connsiteX3" fmla="*/ 4499705 w 4824424"/>
                <a:gd name="connsiteY3" fmla="*/ 2052119 h 3065285"/>
                <a:gd name="connsiteX4" fmla="*/ 3835975 w 4824424"/>
                <a:gd name="connsiteY4" fmla="*/ 2740497 h 3065285"/>
                <a:gd name="connsiteX5" fmla="*/ 1247066 w 4824424"/>
                <a:gd name="connsiteY5" fmla="*/ 2930478 h 3065285"/>
                <a:gd name="connsiteX6" fmla="*/ 21225 w 4824424"/>
                <a:gd name="connsiteY6" fmla="*/ 626012 h 3065285"/>
                <a:gd name="connsiteX7" fmla="*/ 30413 w 4824424"/>
                <a:gd name="connsiteY7" fmla="*/ 0 h 3065285"/>
                <a:gd name="connsiteX0" fmla="*/ 30413 w 4824424"/>
                <a:gd name="connsiteY0" fmla="*/ 0 h 3022995"/>
                <a:gd name="connsiteX1" fmla="*/ 4709797 w 4824424"/>
                <a:gd name="connsiteY1" fmla="*/ 75883 h 3022995"/>
                <a:gd name="connsiteX2" fmla="*/ 4818251 w 4824424"/>
                <a:gd name="connsiteY2" fmla="*/ 577510 h 3022995"/>
                <a:gd name="connsiteX3" fmla="*/ 4499705 w 4824424"/>
                <a:gd name="connsiteY3" fmla="*/ 2052119 h 3022995"/>
                <a:gd name="connsiteX4" fmla="*/ 3835975 w 4824424"/>
                <a:gd name="connsiteY4" fmla="*/ 2740497 h 3022995"/>
                <a:gd name="connsiteX5" fmla="*/ 1162762 w 4824424"/>
                <a:gd name="connsiteY5" fmla="*/ 2876156 h 3022995"/>
                <a:gd name="connsiteX6" fmla="*/ 21225 w 4824424"/>
                <a:gd name="connsiteY6" fmla="*/ 626012 h 3022995"/>
                <a:gd name="connsiteX7" fmla="*/ 30413 w 4824424"/>
                <a:gd name="connsiteY7" fmla="*/ 0 h 3022995"/>
                <a:gd name="connsiteX0" fmla="*/ 30413 w 4804923"/>
                <a:gd name="connsiteY0" fmla="*/ 0 h 3022995"/>
                <a:gd name="connsiteX1" fmla="*/ 4709797 w 4804923"/>
                <a:gd name="connsiteY1" fmla="*/ 75883 h 3022995"/>
                <a:gd name="connsiteX2" fmla="*/ 4797311 w 4804923"/>
                <a:gd name="connsiteY2" fmla="*/ 759283 h 3022995"/>
                <a:gd name="connsiteX3" fmla="*/ 4499705 w 4804923"/>
                <a:gd name="connsiteY3" fmla="*/ 2052119 h 3022995"/>
                <a:gd name="connsiteX4" fmla="*/ 3835975 w 4804923"/>
                <a:gd name="connsiteY4" fmla="*/ 2740497 h 3022995"/>
                <a:gd name="connsiteX5" fmla="*/ 1162762 w 4804923"/>
                <a:gd name="connsiteY5" fmla="*/ 2876156 h 3022995"/>
                <a:gd name="connsiteX6" fmla="*/ 21225 w 4804923"/>
                <a:gd name="connsiteY6" fmla="*/ 626012 h 3022995"/>
                <a:gd name="connsiteX7" fmla="*/ 30413 w 4804923"/>
                <a:gd name="connsiteY7" fmla="*/ 0 h 3022995"/>
                <a:gd name="connsiteX0" fmla="*/ 30413 w 4798181"/>
                <a:gd name="connsiteY0" fmla="*/ 0 h 3022995"/>
                <a:gd name="connsiteX1" fmla="*/ 4709797 w 4798181"/>
                <a:gd name="connsiteY1" fmla="*/ 75883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98181"/>
                <a:gd name="connsiteY0" fmla="*/ 0 h 3022995"/>
                <a:gd name="connsiteX1" fmla="*/ 4692404 w 4798181"/>
                <a:gd name="connsiteY1" fmla="*/ 3339 h 3022995"/>
                <a:gd name="connsiteX2" fmla="*/ 4797311 w 4798181"/>
                <a:gd name="connsiteY2" fmla="*/ 759283 h 3022995"/>
                <a:gd name="connsiteX3" fmla="*/ 4499705 w 4798181"/>
                <a:gd name="connsiteY3" fmla="*/ 2052119 h 3022995"/>
                <a:gd name="connsiteX4" fmla="*/ 3835975 w 4798181"/>
                <a:gd name="connsiteY4" fmla="*/ 2740497 h 3022995"/>
                <a:gd name="connsiteX5" fmla="*/ 1162762 w 4798181"/>
                <a:gd name="connsiteY5" fmla="*/ 2876156 h 3022995"/>
                <a:gd name="connsiteX6" fmla="*/ 21225 w 4798181"/>
                <a:gd name="connsiteY6" fmla="*/ 626012 h 3022995"/>
                <a:gd name="connsiteX7" fmla="*/ 30413 w 4798181"/>
                <a:gd name="connsiteY7" fmla="*/ 0 h 3022995"/>
                <a:gd name="connsiteX0" fmla="*/ 30413 w 4710956"/>
                <a:gd name="connsiteY0" fmla="*/ 0 h 3022995"/>
                <a:gd name="connsiteX1" fmla="*/ 4692404 w 4710956"/>
                <a:gd name="connsiteY1" fmla="*/ 3339 h 3022995"/>
                <a:gd name="connsiteX2" fmla="*/ 4684257 w 4710956"/>
                <a:gd name="connsiteY2" fmla="*/ 996698 h 3022995"/>
                <a:gd name="connsiteX3" fmla="*/ 4499705 w 4710956"/>
                <a:gd name="connsiteY3" fmla="*/ 2052119 h 3022995"/>
                <a:gd name="connsiteX4" fmla="*/ 3835975 w 4710956"/>
                <a:gd name="connsiteY4" fmla="*/ 2740497 h 3022995"/>
                <a:gd name="connsiteX5" fmla="*/ 1162762 w 4710956"/>
                <a:gd name="connsiteY5" fmla="*/ 2876156 h 3022995"/>
                <a:gd name="connsiteX6" fmla="*/ 21225 w 4710956"/>
                <a:gd name="connsiteY6" fmla="*/ 626012 h 3022995"/>
                <a:gd name="connsiteX7" fmla="*/ 30413 w 4710956"/>
                <a:gd name="connsiteY7" fmla="*/ 0 h 3022995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1225 w 4710956"/>
                <a:gd name="connsiteY6" fmla="*/ 626012 h 3107876"/>
                <a:gd name="connsiteX7" fmla="*/ 30413 w 4710956"/>
                <a:gd name="connsiteY7" fmla="*/ 0 h 3107876"/>
                <a:gd name="connsiteX0" fmla="*/ 30413 w 4710956"/>
                <a:gd name="connsiteY0" fmla="*/ 0 h 3107876"/>
                <a:gd name="connsiteX1" fmla="*/ 4692404 w 4710956"/>
                <a:gd name="connsiteY1" fmla="*/ 3339 h 3107876"/>
                <a:gd name="connsiteX2" fmla="*/ 4684257 w 4710956"/>
                <a:gd name="connsiteY2" fmla="*/ 996698 h 3107876"/>
                <a:gd name="connsiteX3" fmla="*/ 4499705 w 4710956"/>
                <a:gd name="connsiteY3" fmla="*/ 2052119 h 3107876"/>
                <a:gd name="connsiteX4" fmla="*/ 3305486 w 4710956"/>
                <a:gd name="connsiteY4" fmla="*/ 2977913 h 3107876"/>
                <a:gd name="connsiteX5" fmla="*/ 1162762 w 4710956"/>
                <a:gd name="connsiteY5" fmla="*/ 2876156 h 3107876"/>
                <a:gd name="connsiteX6" fmla="*/ 290487 w 4710956"/>
                <a:gd name="connsiteY6" fmla="*/ 2027706 h 3107876"/>
                <a:gd name="connsiteX7" fmla="*/ 21225 w 4710956"/>
                <a:gd name="connsiteY7" fmla="*/ 626012 h 3107876"/>
                <a:gd name="connsiteX8" fmla="*/ 30413 w 4710956"/>
                <a:gd name="connsiteY8" fmla="*/ 0 h 3107876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30413 w 4710956"/>
                <a:gd name="connsiteY0" fmla="*/ 0 h 3084308"/>
                <a:gd name="connsiteX1" fmla="*/ 4692404 w 4710956"/>
                <a:gd name="connsiteY1" fmla="*/ 3339 h 3084308"/>
                <a:gd name="connsiteX2" fmla="*/ 4684257 w 4710956"/>
                <a:gd name="connsiteY2" fmla="*/ 996698 h 3084308"/>
                <a:gd name="connsiteX3" fmla="*/ 4499705 w 4710956"/>
                <a:gd name="connsiteY3" fmla="*/ 2052119 h 3084308"/>
                <a:gd name="connsiteX4" fmla="*/ 3305486 w 4710956"/>
                <a:gd name="connsiteY4" fmla="*/ 2977913 h 3084308"/>
                <a:gd name="connsiteX5" fmla="*/ 1197549 w 4710956"/>
                <a:gd name="connsiteY5" fmla="*/ 2823397 h 3084308"/>
                <a:gd name="connsiteX6" fmla="*/ 290487 w 4710956"/>
                <a:gd name="connsiteY6" fmla="*/ 2027706 h 3084308"/>
                <a:gd name="connsiteX7" fmla="*/ 21225 w 4710956"/>
                <a:gd name="connsiteY7" fmla="*/ 626012 h 3084308"/>
                <a:gd name="connsiteX8" fmla="*/ 30413 w 4710956"/>
                <a:gd name="connsiteY8" fmla="*/ 0 h 3084308"/>
                <a:gd name="connsiteX0" fmla="*/ 16752 w 4697295"/>
                <a:gd name="connsiteY0" fmla="*/ 0 h 3084308"/>
                <a:gd name="connsiteX1" fmla="*/ 4678743 w 4697295"/>
                <a:gd name="connsiteY1" fmla="*/ 3339 h 3084308"/>
                <a:gd name="connsiteX2" fmla="*/ 4670596 w 4697295"/>
                <a:gd name="connsiteY2" fmla="*/ 996698 h 3084308"/>
                <a:gd name="connsiteX3" fmla="*/ 4486044 w 4697295"/>
                <a:gd name="connsiteY3" fmla="*/ 2052119 h 3084308"/>
                <a:gd name="connsiteX4" fmla="*/ 3291825 w 4697295"/>
                <a:gd name="connsiteY4" fmla="*/ 2977913 h 3084308"/>
                <a:gd name="connsiteX5" fmla="*/ 1183888 w 4697295"/>
                <a:gd name="connsiteY5" fmla="*/ 2823397 h 3084308"/>
                <a:gd name="connsiteX6" fmla="*/ 276826 w 4697295"/>
                <a:gd name="connsiteY6" fmla="*/ 2027706 h 3084308"/>
                <a:gd name="connsiteX7" fmla="*/ 42350 w 4697295"/>
                <a:gd name="connsiteY7" fmla="*/ 698556 h 3084308"/>
                <a:gd name="connsiteX8" fmla="*/ 16752 w 4697295"/>
                <a:gd name="connsiteY8" fmla="*/ 0 h 3084308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81567"/>
                <a:gd name="connsiteX1" fmla="*/ 4678743 w 4697295"/>
                <a:gd name="connsiteY1" fmla="*/ 3339 h 3081567"/>
                <a:gd name="connsiteX2" fmla="*/ 4670596 w 4697295"/>
                <a:gd name="connsiteY2" fmla="*/ 996698 h 3081567"/>
                <a:gd name="connsiteX3" fmla="*/ 4486044 w 4697295"/>
                <a:gd name="connsiteY3" fmla="*/ 2052119 h 3081567"/>
                <a:gd name="connsiteX4" fmla="*/ 3291825 w 4697295"/>
                <a:gd name="connsiteY4" fmla="*/ 2977913 h 3081567"/>
                <a:gd name="connsiteX5" fmla="*/ 1183888 w 4697295"/>
                <a:gd name="connsiteY5" fmla="*/ 2823397 h 3081567"/>
                <a:gd name="connsiteX6" fmla="*/ 276826 w 4697295"/>
                <a:gd name="connsiteY6" fmla="*/ 2027706 h 3081567"/>
                <a:gd name="connsiteX7" fmla="*/ 42350 w 4697295"/>
                <a:gd name="connsiteY7" fmla="*/ 698556 h 3081567"/>
                <a:gd name="connsiteX8" fmla="*/ 16752 w 4697295"/>
                <a:gd name="connsiteY8" fmla="*/ 0 h 308156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276826 w 4697295"/>
                <a:gd name="connsiteY6" fmla="*/ 2027706 h 3067327"/>
                <a:gd name="connsiteX7" fmla="*/ 42350 w 4697295"/>
                <a:gd name="connsiteY7" fmla="*/ 698556 h 3067327"/>
                <a:gd name="connsiteX8" fmla="*/ 16752 w 4697295"/>
                <a:gd name="connsiteY8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4486044 w 4697295"/>
                <a:gd name="connsiteY3" fmla="*/ 2052119 h 3067327"/>
                <a:gd name="connsiteX4" fmla="*/ 3291825 w 4697295"/>
                <a:gd name="connsiteY4" fmla="*/ 2977913 h 3067327"/>
                <a:gd name="connsiteX5" fmla="*/ 1183888 w 4697295"/>
                <a:gd name="connsiteY5" fmla="*/ 2823397 h 3067327"/>
                <a:gd name="connsiteX6" fmla="*/ 42350 w 4697295"/>
                <a:gd name="connsiteY6" fmla="*/ 698556 h 3067327"/>
                <a:gd name="connsiteX7" fmla="*/ 16752 w 4697295"/>
                <a:gd name="connsiteY7" fmla="*/ 0 h 3067327"/>
                <a:gd name="connsiteX0" fmla="*/ 16752 w 4697295"/>
                <a:gd name="connsiteY0" fmla="*/ 0 h 3067327"/>
                <a:gd name="connsiteX1" fmla="*/ 4678743 w 4697295"/>
                <a:gd name="connsiteY1" fmla="*/ 3339 h 3067327"/>
                <a:gd name="connsiteX2" fmla="*/ 4670596 w 4697295"/>
                <a:gd name="connsiteY2" fmla="*/ 996698 h 3067327"/>
                <a:gd name="connsiteX3" fmla="*/ 3291825 w 4697295"/>
                <a:gd name="connsiteY3" fmla="*/ 2977913 h 3067327"/>
                <a:gd name="connsiteX4" fmla="*/ 1183888 w 4697295"/>
                <a:gd name="connsiteY4" fmla="*/ 2823397 h 3067327"/>
                <a:gd name="connsiteX5" fmla="*/ 42350 w 4697295"/>
                <a:gd name="connsiteY5" fmla="*/ 698556 h 3067327"/>
                <a:gd name="connsiteX6" fmla="*/ 16752 w 4697295"/>
                <a:gd name="connsiteY6" fmla="*/ 0 h 3067327"/>
                <a:gd name="connsiteX0" fmla="*/ 5293 w 4685836"/>
                <a:gd name="connsiteY0" fmla="*/ 0 h 3067327"/>
                <a:gd name="connsiteX1" fmla="*/ 4667284 w 4685836"/>
                <a:gd name="connsiteY1" fmla="*/ 3339 h 3067327"/>
                <a:gd name="connsiteX2" fmla="*/ 4659137 w 4685836"/>
                <a:gd name="connsiteY2" fmla="*/ 996698 h 3067327"/>
                <a:gd name="connsiteX3" fmla="*/ 3280366 w 4685836"/>
                <a:gd name="connsiteY3" fmla="*/ 2977913 h 3067327"/>
                <a:gd name="connsiteX4" fmla="*/ 1172429 w 4685836"/>
                <a:gd name="connsiteY4" fmla="*/ 2823397 h 3067327"/>
                <a:gd name="connsiteX5" fmla="*/ 167010 w 4685836"/>
                <a:gd name="connsiteY5" fmla="*/ 939931 h 3067327"/>
                <a:gd name="connsiteX6" fmla="*/ 5293 w 4685836"/>
                <a:gd name="connsiteY6" fmla="*/ 0 h 3067327"/>
                <a:gd name="connsiteX0" fmla="*/ 5293 w 4675425"/>
                <a:gd name="connsiteY0" fmla="*/ 0 h 3067327"/>
                <a:gd name="connsiteX1" fmla="*/ 4667284 w 4675425"/>
                <a:gd name="connsiteY1" fmla="*/ 3339 h 3067327"/>
                <a:gd name="connsiteX2" fmla="*/ 4504867 w 4675425"/>
                <a:gd name="connsiteY2" fmla="*/ 1441337 h 3067327"/>
                <a:gd name="connsiteX3" fmla="*/ 3280366 w 4675425"/>
                <a:gd name="connsiteY3" fmla="*/ 2977913 h 3067327"/>
                <a:gd name="connsiteX4" fmla="*/ 1172429 w 4675425"/>
                <a:gd name="connsiteY4" fmla="*/ 2823397 h 3067327"/>
                <a:gd name="connsiteX5" fmla="*/ 167010 w 4675425"/>
                <a:gd name="connsiteY5" fmla="*/ 939931 h 3067327"/>
                <a:gd name="connsiteX6" fmla="*/ 5293 w 4675425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067327"/>
                <a:gd name="connsiteX1" fmla="*/ 4667284 w 4686087"/>
                <a:gd name="connsiteY1" fmla="*/ 3339 h 3067327"/>
                <a:gd name="connsiteX2" fmla="*/ 4504867 w 4686087"/>
                <a:gd name="connsiteY2" fmla="*/ 1441337 h 3067327"/>
                <a:gd name="connsiteX3" fmla="*/ 3280366 w 4686087"/>
                <a:gd name="connsiteY3" fmla="*/ 2977913 h 3067327"/>
                <a:gd name="connsiteX4" fmla="*/ 1172429 w 4686087"/>
                <a:gd name="connsiteY4" fmla="*/ 2823397 h 3067327"/>
                <a:gd name="connsiteX5" fmla="*/ 167010 w 4686087"/>
                <a:gd name="connsiteY5" fmla="*/ 939931 h 3067327"/>
                <a:gd name="connsiteX6" fmla="*/ 5293 w 4686087"/>
                <a:gd name="connsiteY6" fmla="*/ 0 h 3067327"/>
                <a:gd name="connsiteX0" fmla="*/ 5293 w 4686087"/>
                <a:gd name="connsiteY0" fmla="*/ 0 h 3130670"/>
                <a:gd name="connsiteX1" fmla="*/ 4667284 w 4686087"/>
                <a:gd name="connsiteY1" fmla="*/ 3339 h 3130670"/>
                <a:gd name="connsiteX2" fmla="*/ 4504867 w 4686087"/>
                <a:gd name="connsiteY2" fmla="*/ 1441337 h 3130670"/>
                <a:gd name="connsiteX3" fmla="*/ 3153322 w 4686087"/>
                <a:gd name="connsiteY3" fmla="*/ 3066840 h 3130670"/>
                <a:gd name="connsiteX4" fmla="*/ 1172429 w 4686087"/>
                <a:gd name="connsiteY4" fmla="*/ 2823397 h 3130670"/>
                <a:gd name="connsiteX5" fmla="*/ 167010 w 4686087"/>
                <a:gd name="connsiteY5" fmla="*/ 939931 h 3130670"/>
                <a:gd name="connsiteX6" fmla="*/ 5293 w 4686087"/>
                <a:gd name="connsiteY6" fmla="*/ 0 h 3130670"/>
                <a:gd name="connsiteX0" fmla="*/ 5293 w 4702015"/>
                <a:gd name="connsiteY0" fmla="*/ 0 h 3130670"/>
                <a:gd name="connsiteX1" fmla="*/ 4685434 w 4702015"/>
                <a:gd name="connsiteY1" fmla="*/ 66859 h 3130670"/>
                <a:gd name="connsiteX2" fmla="*/ 4504867 w 4702015"/>
                <a:gd name="connsiteY2" fmla="*/ 1441337 h 3130670"/>
                <a:gd name="connsiteX3" fmla="*/ 3153322 w 4702015"/>
                <a:gd name="connsiteY3" fmla="*/ 3066840 h 3130670"/>
                <a:gd name="connsiteX4" fmla="*/ 1172429 w 4702015"/>
                <a:gd name="connsiteY4" fmla="*/ 2823397 h 3130670"/>
                <a:gd name="connsiteX5" fmla="*/ 167010 w 4702015"/>
                <a:gd name="connsiteY5" fmla="*/ 939931 h 3130670"/>
                <a:gd name="connsiteX6" fmla="*/ 5293 w 4702015"/>
                <a:gd name="connsiteY6" fmla="*/ 0 h 3130670"/>
                <a:gd name="connsiteX0" fmla="*/ 5293 w 4702014"/>
                <a:gd name="connsiteY0" fmla="*/ 11051 h 3141721"/>
                <a:gd name="connsiteX1" fmla="*/ 4685434 w 4702014"/>
                <a:gd name="connsiteY1" fmla="*/ 77910 h 3141721"/>
                <a:gd name="connsiteX2" fmla="*/ 4504867 w 4702014"/>
                <a:gd name="connsiteY2" fmla="*/ 1452388 h 3141721"/>
                <a:gd name="connsiteX3" fmla="*/ 3153322 w 4702014"/>
                <a:gd name="connsiteY3" fmla="*/ 3077891 h 3141721"/>
                <a:gd name="connsiteX4" fmla="*/ 1172429 w 4702014"/>
                <a:gd name="connsiteY4" fmla="*/ 2834448 h 3141721"/>
                <a:gd name="connsiteX5" fmla="*/ 167010 w 4702014"/>
                <a:gd name="connsiteY5" fmla="*/ 950982 h 3141721"/>
                <a:gd name="connsiteX6" fmla="*/ 5293 w 4702014"/>
                <a:gd name="connsiteY6" fmla="*/ 11051 h 3141721"/>
                <a:gd name="connsiteX0" fmla="*/ 6458 w 4703179"/>
                <a:gd name="connsiteY0" fmla="*/ 11051 h 3141721"/>
                <a:gd name="connsiteX1" fmla="*/ 4686599 w 4703179"/>
                <a:gd name="connsiteY1" fmla="*/ 77910 h 3141721"/>
                <a:gd name="connsiteX2" fmla="*/ 4506032 w 4703179"/>
                <a:gd name="connsiteY2" fmla="*/ 1452388 h 3141721"/>
                <a:gd name="connsiteX3" fmla="*/ 3154487 w 4703179"/>
                <a:gd name="connsiteY3" fmla="*/ 3077891 h 3141721"/>
                <a:gd name="connsiteX4" fmla="*/ 1173594 w 4703179"/>
                <a:gd name="connsiteY4" fmla="*/ 2834448 h 3141721"/>
                <a:gd name="connsiteX5" fmla="*/ 168175 w 4703179"/>
                <a:gd name="connsiteY5" fmla="*/ 950982 h 3141721"/>
                <a:gd name="connsiteX6" fmla="*/ 6458 w 4703179"/>
                <a:gd name="connsiteY6" fmla="*/ 11051 h 3141721"/>
                <a:gd name="connsiteX0" fmla="*/ 6458 w 4703179"/>
                <a:gd name="connsiteY0" fmla="*/ 11051 h 3141721"/>
                <a:gd name="connsiteX1" fmla="*/ 4686599 w 4703179"/>
                <a:gd name="connsiteY1" fmla="*/ 77910 h 3141721"/>
                <a:gd name="connsiteX2" fmla="*/ 4506032 w 4703179"/>
                <a:gd name="connsiteY2" fmla="*/ 1452388 h 3141721"/>
                <a:gd name="connsiteX3" fmla="*/ 3154487 w 4703179"/>
                <a:gd name="connsiteY3" fmla="*/ 3077891 h 3141721"/>
                <a:gd name="connsiteX4" fmla="*/ 1173594 w 4703179"/>
                <a:gd name="connsiteY4" fmla="*/ 2834448 h 3141721"/>
                <a:gd name="connsiteX5" fmla="*/ 168175 w 4703179"/>
                <a:gd name="connsiteY5" fmla="*/ 950982 h 3141721"/>
                <a:gd name="connsiteX6" fmla="*/ 6458 w 4703179"/>
                <a:gd name="connsiteY6" fmla="*/ 11051 h 31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03179" h="3141721">
                  <a:moveTo>
                    <a:pt x="6458" y="11051"/>
                  </a:moveTo>
                  <a:cubicBezTo>
                    <a:pt x="1385014" y="-30184"/>
                    <a:pt x="3126552" y="55624"/>
                    <a:pt x="4686599" y="77910"/>
                  </a:cubicBezTo>
                  <a:cubicBezTo>
                    <a:pt x="4741396" y="94008"/>
                    <a:pt x="4655036" y="982876"/>
                    <a:pt x="4506032" y="1452388"/>
                  </a:cubicBezTo>
                  <a:cubicBezTo>
                    <a:pt x="4274879" y="2100600"/>
                    <a:pt x="3735605" y="2773441"/>
                    <a:pt x="3154487" y="3077891"/>
                  </a:cubicBezTo>
                  <a:cubicBezTo>
                    <a:pt x="2647168" y="3217689"/>
                    <a:pt x="1753030" y="3124031"/>
                    <a:pt x="1173594" y="2834448"/>
                  </a:cubicBezTo>
                  <a:cubicBezTo>
                    <a:pt x="632015" y="2454555"/>
                    <a:pt x="368736" y="1587166"/>
                    <a:pt x="168175" y="950982"/>
                  </a:cubicBezTo>
                  <a:cubicBezTo>
                    <a:pt x="100035" y="639999"/>
                    <a:pt x="-30471" y="211715"/>
                    <a:pt x="6458" y="1105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8" name="Oval 28">
            <a:extLst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/>
          <p:nvPr/>
        </p:nvSpPr>
        <p:spPr>
          <a:xfrm rot="18585563">
            <a:off x="9746009" y="1839456"/>
            <a:ext cx="1689472" cy="1726240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BBC4481-B604-5FA7-9666-E8395CAA8745}"/>
              </a:ext>
            </a:extLst>
          </p:cNvPr>
          <p:cNvSpPr/>
          <p:nvPr/>
        </p:nvSpPr>
        <p:spPr>
          <a:xfrm rot="10501542">
            <a:off x="8965047" y="5760735"/>
            <a:ext cx="2447828" cy="1139851"/>
          </a:xfrm>
          <a:custGeom>
            <a:avLst/>
            <a:gdLst>
              <a:gd name="connsiteX0" fmla="*/ 1127699 w 2447828"/>
              <a:gd name="connsiteY0" fmla="*/ 1136708 h 1139851"/>
              <a:gd name="connsiteX1" fmla="*/ 598906 w 2447828"/>
              <a:gd name="connsiteY1" fmla="*/ 1015738 h 1139851"/>
              <a:gd name="connsiteX2" fmla="*/ 100136 w 2447828"/>
              <a:gd name="connsiteY2" fmla="*/ 431058 h 1139851"/>
              <a:gd name="connsiteX3" fmla="*/ 0 w 2447828"/>
              <a:gd name="connsiteY3" fmla="*/ 61141 h 1139851"/>
              <a:gd name="connsiteX4" fmla="*/ 492488 w 2447828"/>
              <a:gd name="connsiteY4" fmla="*/ 0 h 1139851"/>
              <a:gd name="connsiteX5" fmla="*/ 508292 w 2447828"/>
              <a:gd name="connsiteY5" fmla="*/ 103984 h 1139851"/>
              <a:gd name="connsiteX6" fmla="*/ 924220 w 2447828"/>
              <a:gd name="connsiteY6" fmla="*/ 558770 h 1139851"/>
              <a:gd name="connsiteX7" fmla="*/ 1536249 w 2447828"/>
              <a:gd name="connsiteY7" fmla="*/ 561038 h 1139851"/>
              <a:gd name="connsiteX8" fmla="*/ 1823363 w 2447828"/>
              <a:gd name="connsiteY8" fmla="*/ 349762 h 1139851"/>
              <a:gd name="connsiteX9" fmla="*/ 1883957 w 2447828"/>
              <a:gd name="connsiteY9" fmla="*/ 182059 h 1139851"/>
              <a:gd name="connsiteX10" fmla="*/ 1897166 w 2447828"/>
              <a:gd name="connsiteY10" fmla="*/ 99190 h 1139851"/>
              <a:gd name="connsiteX11" fmla="*/ 2447828 w 2447828"/>
              <a:gd name="connsiteY11" fmla="*/ 147117 h 1139851"/>
              <a:gd name="connsiteX12" fmla="*/ 2442885 w 2447828"/>
              <a:gd name="connsiteY12" fmla="*/ 171771 h 1139851"/>
              <a:gd name="connsiteX13" fmla="*/ 1787190 w 2447828"/>
              <a:gd name="connsiteY13" fmla="*/ 1032252 h 1139851"/>
              <a:gd name="connsiteX14" fmla="*/ 1127699 w 2447828"/>
              <a:gd name="connsiteY14" fmla="*/ 1136708 h 11398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47828" h="1139851">
                <a:moveTo>
                  <a:pt x="1127699" y="1136708"/>
                </a:moveTo>
                <a:cubicBezTo>
                  <a:pt x="922493" y="1123890"/>
                  <a:pt x="739068" y="1073500"/>
                  <a:pt x="598906" y="1015738"/>
                </a:cubicBezTo>
                <a:cubicBezTo>
                  <a:pt x="327684" y="870018"/>
                  <a:pt x="199954" y="590157"/>
                  <a:pt x="100136" y="431058"/>
                </a:cubicBezTo>
                <a:cubicBezTo>
                  <a:pt x="319" y="271959"/>
                  <a:pt x="10382" y="164584"/>
                  <a:pt x="0" y="61141"/>
                </a:cubicBezTo>
                <a:lnTo>
                  <a:pt x="492488" y="0"/>
                </a:lnTo>
                <a:lnTo>
                  <a:pt x="508292" y="103984"/>
                </a:lnTo>
                <a:cubicBezTo>
                  <a:pt x="548975" y="323073"/>
                  <a:pt x="752894" y="482595"/>
                  <a:pt x="924220" y="558770"/>
                </a:cubicBezTo>
                <a:cubicBezTo>
                  <a:pt x="1095546" y="634946"/>
                  <a:pt x="1355366" y="617382"/>
                  <a:pt x="1536249" y="561038"/>
                </a:cubicBezTo>
                <a:cubicBezTo>
                  <a:pt x="1637189" y="490241"/>
                  <a:pt x="1762929" y="436116"/>
                  <a:pt x="1823363" y="349762"/>
                </a:cubicBezTo>
                <a:cubicBezTo>
                  <a:pt x="1849057" y="296370"/>
                  <a:pt x="1870581" y="238961"/>
                  <a:pt x="1883957" y="182059"/>
                </a:cubicBezTo>
                <a:lnTo>
                  <a:pt x="1897166" y="99190"/>
                </a:lnTo>
                <a:lnTo>
                  <a:pt x="2447828" y="147117"/>
                </a:lnTo>
                <a:lnTo>
                  <a:pt x="2442885" y="171771"/>
                </a:lnTo>
                <a:cubicBezTo>
                  <a:pt x="2386602" y="427393"/>
                  <a:pt x="2222756" y="861233"/>
                  <a:pt x="1787190" y="1032252"/>
                </a:cubicBezTo>
                <a:cubicBezTo>
                  <a:pt x="1559897" y="1124772"/>
                  <a:pt x="1332907" y="1149526"/>
                  <a:pt x="1127699" y="113670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1FA397-0D3E-AE4B-C638-200C4430AC4E}"/>
              </a:ext>
            </a:extLst>
          </p:cNvPr>
          <p:cNvGrpSpPr/>
          <p:nvPr/>
        </p:nvGrpSpPr>
        <p:grpSpPr>
          <a:xfrm>
            <a:off x="9707582" y="5040635"/>
            <a:ext cx="586901" cy="424800"/>
            <a:chOff x="-987768" y="1008276"/>
            <a:chExt cx="718103" cy="51976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8199FA0-897D-E3CC-0D80-71528FD3F1BE}"/>
                </a:ext>
              </a:extLst>
            </p:cNvPr>
            <p:cNvSpPr/>
            <p:nvPr/>
          </p:nvSpPr>
          <p:spPr>
            <a:xfrm rot="20842655" flipH="1">
              <a:off x="-987768" y="1008276"/>
              <a:ext cx="148102" cy="152584"/>
            </a:xfrm>
            <a:prstGeom prst="ellipse">
              <a:avLst/>
            </a:prstGeom>
            <a:solidFill>
              <a:srgbClr val="2C343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/>
                </a:solidFill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39A05B6-E151-95DE-9305-05C5FD07503C}"/>
                </a:ext>
              </a:extLst>
            </p:cNvPr>
            <p:cNvSpPr/>
            <p:nvPr/>
          </p:nvSpPr>
          <p:spPr>
            <a:xfrm>
              <a:off x="-747692" y="1428841"/>
              <a:ext cx="257366" cy="99199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5588C64-78B0-7558-ED60-5CEA7CC0228C}"/>
                </a:ext>
              </a:extLst>
            </p:cNvPr>
            <p:cNvSpPr/>
            <p:nvPr/>
          </p:nvSpPr>
          <p:spPr>
            <a:xfrm rot="5636109">
              <a:off x="-455259" y="970525"/>
              <a:ext cx="141500" cy="22968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147499"/>
                <a:gd name="connsiteX1" fmla="*/ 99248 w 202239"/>
                <a:gd name="connsiteY1" fmla="*/ 147488 h 147499"/>
                <a:gd name="connsiteX2" fmla="*/ 202239 w 202239"/>
                <a:gd name="connsiteY2" fmla="*/ 0 h 147499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202239"/>
                <a:gd name="connsiteY0" fmla="*/ 6914 h 148403"/>
                <a:gd name="connsiteX1" fmla="*/ 99248 w 202239"/>
                <a:gd name="connsiteY1" fmla="*/ 147488 h 148403"/>
                <a:gd name="connsiteX2" fmla="*/ 202239 w 202239"/>
                <a:gd name="connsiteY2" fmla="*/ 0 h 148403"/>
                <a:gd name="connsiteX0" fmla="*/ 0 w 186642"/>
                <a:gd name="connsiteY0" fmla="*/ 5652 h 147497"/>
                <a:gd name="connsiteX1" fmla="*/ 83651 w 186642"/>
                <a:gd name="connsiteY1" fmla="*/ 147488 h 147497"/>
                <a:gd name="connsiteX2" fmla="*/ 186642 w 186642"/>
                <a:gd name="connsiteY2" fmla="*/ 0 h 147497"/>
                <a:gd name="connsiteX0" fmla="*/ 0 w 158137"/>
                <a:gd name="connsiteY0" fmla="*/ 0 h 141842"/>
                <a:gd name="connsiteX1" fmla="*/ 83651 w 158137"/>
                <a:gd name="connsiteY1" fmla="*/ 141836 h 141842"/>
                <a:gd name="connsiteX2" fmla="*/ 158137 w 158137"/>
                <a:gd name="connsiteY2" fmla="*/ 4542 h 141842"/>
                <a:gd name="connsiteX0" fmla="*/ 0 w 158137"/>
                <a:gd name="connsiteY0" fmla="*/ 0 h 141868"/>
                <a:gd name="connsiteX1" fmla="*/ 83651 w 158137"/>
                <a:gd name="connsiteY1" fmla="*/ 141836 h 141868"/>
                <a:gd name="connsiteX2" fmla="*/ 158137 w 158137"/>
                <a:gd name="connsiteY2" fmla="*/ 4542 h 141868"/>
                <a:gd name="connsiteX0" fmla="*/ 0 w 148087"/>
                <a:gd name="connsiteY0" fmla="*/ 0 h 141840"/>
                <a:gd name="connsiteX1" fmla="*/ 83651 w 148087"/>
                <a:gd name="connsiteY1" fmla="*/ 141836 h 141840"/>
                <a:gd name="connsiteX2" fmla="*/ 148087 w 148087"/>
                <a:gd name="connsiteY2" fmla="*/ 3883 h 141840"/>
                <a:gd name="connsiteX0" fmla="*/ 0 w 148087"/>
                <a:gd name="connsiteY0" fmla="*/ 0 h 141841"/>
                <a:gd name="connsiteX1" fmla="*/ 83651 w 148087"/>
                <a:gd name="connsiteY1" fmla="*/ 141836 h 141841"/>
                <a:gd name="connsiteX2" fmla="*/ 148087 w 148087"/>
                <a:gd name="connsiteY2" fmla="*/ 3883 h 141841"/>
                <a:gd name="connsiteX0" fmla="*/ 0 w 148087"/>
                <a:gd name="connsiteY0" fmla="*/ 0 h 141836"/>
                <a:gd name="connsiteX1" fmla="*/ 83651 w 148087"/>
                <a:gd name="connsiteY1" fmla="*/ 141836 h 141836"/>
                <a:gd name="connsiteX2" fmla="*/ 148087 w 148087"/>
                <a:gd name="connsiteY2" fmla="*/ 3883 h 141836"/>
                <a:gd name="connsiteX0" fmla="*/ 0 w 127644"/>
                <a:gd name="connsiteY0" fmla="*/ 3287 h 145126"/>
                <a:gd name="connsiteX1" fmla="*/ 83651 w 127644"/>
                <a:gd name="connsiteY1" fmla="*/ 145123 h 145126"/>
                <a:gd name="connsiteX2" fmla="*/ 127644 w 127644"/>
                <a:gd name="connsiteY2" fmla="*/ 0 h 145126"/>
                <a:gd name="connsiteX0" fmla="*/ 0 w 127644"/>
                <a:gd name="connsiteY0" fmla="*/ 3287 h 145127"/>
                <a:gd name="connsiteX1" fmla="*/ 83651 w 127644"/>
                <a:gd name="connsiteY1" fmla="*/ 145123 h 145127"/>
                <a:gd name="connsiteX2" fmla="*/ 127644 w 127644"/>
                <a:gd name="connsiteY2" fmla="*/ 0 h 145127"/>
                <a:gd name="connsiteX0" fmla="*/ 0 w 111281"/>
                <a:gd name="connsiteY0" fmla="*/ 4905 h 146748"/>
                <a:gd name="connsiteX1" fmla="*/ 83651 w 111281"/>
                <a:gd name="connsiteY1" fmla="*/ 146741 h 146748"/>
                <a:gd name="connsiteX2" fmla="*/ 111281 w 111281"/>
                <a:gd name="connsiteY2" fmla="*/ 0 h 146748"/>
                <a:gd name="connsiteX0" fmla="*/ 0 w 111281"/>
                <a:gd name="connsiteY0" fmla="*/ 4905 h 146914"/>
                <a:gd name="connsiteX1" fmla="*/ 83651 w 111281"/>
                <a:gd name="connsiteY1" fmla="*/ 146741 h 146914"/>
                <a:gd name="connsiteX2" fmla="*/ 111281 w 111281"/>
                <a:gd name="connsiteY2" fmla="*/ 0 h 146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281" h="146914">
                  <a:moveTo>
                    <a:pt x="0" y="4905"/>
                  </a:moveTo>
                  <a:cubicBezTo>
                    <a:pt x="42748" y="79468"/>
                    <a:pt x="72320" y="142563"/>
                    <a:pt x="83651" y="146741"/>
                  </a:cubicBezTo>
                  <a:cubicBezTo>
                    <a:pt x="94982" y="150919"/>
                    <a:pt x="92190" y="78958"/>
                    <a:pt x="111281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A02AC5-1148-4E28-7860-7D49DCF2DF4E}"/>
              </a:ext>
            </a:extLst>
          </p:cNvPr>
          <p:cNvGrpSpPr/>
          <p:nvPr/>
        </p:nvGrpSpPr>
        <p:grpSpPr>
          <a:xfrm>
            <a:off x="10231744" y="2603461"/>
            <a:ext cx="688256" cy="306609"/>
            <a:chOff x="10096975" y="5939226"/>
            <a:chExt cx="929806" cy="41421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BA5EC45-A55E-61AB-5219-715500F31E80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0E19869-B0BF-760A-E449-2E22E661966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C8F095-9970-0014-E622-0AA61539A6A9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546860"/>
            <a:ext cx="6096249" cy="1566172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3120527"/>
            <a:ext cx="4595828" cy="2028594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797039" y="6356350"/>
            <a:ext cx="180108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91626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0495D86-E384-947E-9D91-0B506A320BC7}"/>
              </a:ext>
            </a:extLst>
          </p:cNvPr>
          <p:cNvSpPr/>
          <p:nvPr/>
        </p:nvSpPr>
        <p:spPr>
          <a:xfrm rot="11313534">
            <a:off x="9000950" y="5728012"/>
            <a:ext cx="2396342" cy="1094132"/>
          </a:xfrm>
          <a:custGeom>
            <a:avLst/>
            <a:gdLst>
              <a:gd name="connsiteX0" fmla="*/ 1404498 w 2396342"/>
              <a:gd name="connsiteY0" fmla="*/ 1078663 h 1094132"/>
              <a:gd name="connsiteX1" fmla="*/ 575698 w 2396342"/>
              <a:gd name="connsiteY1" fmla="*/ 973151 h 1094132"/>
              <a:gd name="connsiteX2" fmla="*/ 89515 w 2396342"/>
              <a:gd name="connsiteY2" fmla="*/ 403226 h 1094132"/>
              <a:gd name="connsiteX3" fmla="*/ 8018 w 2396342"/>
              <a:gd name="connsiteY3" fmla="*/ 202590 h 1094132"/>
              <a:gd name="connsiteX4" fmla="*/ 0 w 2396342"/>
              <a:gd name="connsiteY4" fmla="*/ 137907 h 1094132"/>
              <a:gd name="connsiteX5" fmla="*/ 484422 w 2396342"/>
              <a:gd name="connsiteY5" fmla="*/ 65000 h 1094132"/>
              <a:gd name="connsiteX6" fmla="*/ 487371 w 2396342"/>
              <a:gd name="connsiteY6" fmla="*/ 84406 h 1094132"/>
              <a:gd name="connsiteX7" fmla="*/ 892804 w 2396342"/>
              <a:gd name="connsiteY7" fmla="*/ 527715 h 1094132"/>
              <a:gd name="connsiteX8" fmla="*/ 1489388 w 2396342"/>
              <a:gd name="connsiteY8" fmla="*/ 529926 h 1094132"/>
              <a:gd name="connsiteX9" fmla="*/ 1769257 w 2396342"/>
              <a:gd name="connsiteY9" fmla="*/ 323982 h 1094132"/>
              <a:gd name="connsiteX10" fmla="*/ 1839729 w 2396342"/>
              <a:gd name="connsiteY10" fmla="*/ 0 h 1094132"/>
              <a:gd name="connsiteX11" fmla="*/ 2396342 w 2396342"/>
              <a:gd name="connsiteY11" fmla="*/ 11016 h 1094132"/>
              <a:gd name="connsiteX12" fmla="*/ 1733996 w 2396342"/>
              <a:gd name="connsiteY12" fmla="*/ 989248 h 1094132"/>
              <a:gd name="connsiteX13" fmla="*/ 1404498 w 2396342"/>
              <a:gd name="connsiteY13" fmla="*/ 1078663 h 1094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96342" h="1094132">
                <a:moveTo>
                  <a:pt x="1404498" y="1078663"/>
                </a:moveTo>
                <a:cubicBezTo>
                  <a:pt x="1080456" y="1125894"/>
                  <a:pt x="780637" y="1057608"/>
                  <a:pt x="575698" y="973151"/>
                </a:cubicBezTo>
                <a:cubicBezTo>
                  <a:pt x="311321" y="831109"/>
                  <a:pt x="186814" y="558310"/>
                  <a:pt x="89515" y="403226"/>
                </a:cubicBezTo>
                <a:cubicBezTo>
                  <a:pt x="40866" y="325683"/>
                  <a:pt x="18994" y="260746"/>
                  <a:pt x="8018" y="202590"/>
                </a:cubicBezTo>
                <a:lnTo>
                  <a:pt x="0" y="137907"/>
                </a:lnTo>
                <a:lnTo>
                  <a:pt x="484422" y="65000"/>
                </a:lnTo>
                <a:lnTo>
                  <a:pt x="487371" y="84406"/>
                </a:lnTo>
                <a:cubicBezTo>
                  <a:pt x="527027" y="297966"/>
                  <a:pt x="725801" y="453462"/>
                  <a:pt x="892804" y="527715"/>
                </a:cubicBezTo>
                <a:cubicBezTo>
                  <a:pt x="1059807" y="601969"/>
                  <a:pt x="1313068" y="584848"/>
                  <a:pt x="1489388" y="529926"/>
                </a:cubicBezTo>
                <a:cubicBezTo>
                  <a:pt x="1587781" y="460915"/>
                  <a:pt x="1710348" y="408157"/>
                  <a:pt x="1769257" y="323982"/>
                </a:cubicBezTo>
                <a:cubicBezTo>
                  <a:pt x="1819347" y="219891"/>
                  <a:pt x="1853181" y="100143"/>
                  <a:pt x="1839729" y="0"/>
                </a:cubicBezTo>
                <a:lnTo>
                  <a:pt x="2396342" y="11016"/>
                </a:lnTo>
                <a:cubicBezTo>
                  <a:pt x="2377889" y="190830"/>
                  <a:pt x="2256548" y="784074"/>
                  <a:pt x="1733996" y="989248"/>
                </a:cubicBezTo>
                <a:cubicBezTo>
                  <a:pt x="1623216" y="1034341"/>
                  <a:pt x="1512512" y="1062920"/>
                  <a:pt x="1404498" y="107866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Oval 28">
            <a:extLst>
              <a:ext uri="{FF2B5EF4-FFF2-40B4-BE49-F238E27FC236}">
                <a16:creationId xmlns:a16="http://schemas.microsoft.com/office/drawing/2014/main" id="{81936825-1175-B4E4-16E4-EB18E87281C6}"/>
              </a:ext>
            </a:extLst>
          </p:cNvPr>
          <p:cNvSpPr/>
          <p:nvPr/>
        </p:nvSpPr>
        <p:spPr>
          <a:xfrm rot="19256458">
            <a:off x="10043602" y="4079772"/>
            <a:ext cx="1794766" cy="1833826"/>
          </a:xfrm>
          <a:custGeom>
            <a:avLst/>
            <a:gdLst>
              <a:gd name="connsiteX0" fmla="*/ 0 w 3153843"/>
              <a:gd name="connsiteY0" fmla="*/ 1576922 h 3153843"/>
              <a:gd name="connsiteX1" fmla="*/ 1576922 w 3153843"/>
              <a:gd name="connsiteY1" fmla="*/ 0 h 3153843"/>
              <a:gd name="connsiteX2" fmla="*/ 3153844 w 3153843"/>
              <a:gd name="connsiteY2" fmla="*/ 1576922 h 3153843"/>
              <a:gd name="connsiteX3" fmla="*/ 1576922 w 3153843"/>
              <a:gd name="connsiteY3" fmla="*/ 3153844 h 3153843"/>
              <a:gd name="connsiteX4" fmla="*/ 0 w 3153843"/>
              <a:gd name="connsiteY4" fmla="*/ 1576922 h 3153843"/>
              <a:gd name="connsiteX0" fmla="*/ 0 w 3207606"/>
              <a:gd name="connsiteY0" fmla="*/ 1617687 h 3194609"/>
              <a:gd name="connsiteX1" fmla="*/ 1576922 w 3207606"/>
              <a:gd name="connsiteY1" fmla="*/ 40765 h 3194609"/>
              <a:gd name="connsiteX2" fmla="*/ 2663353 w 3207606"/>
              <a:gd name="connsiteY2" fmla="*/ 562167 h 3194609"/>
              <a:gd name="connsiteX3" fmla="*/ 3153844 w 3207606"/>
              <a:gd name="connsiteY3" fmla="*/ 1617687 h 3194609"/>
              <a:gd name="connsiteX4" fmla="*/ 1576922 w 3207606"/>
              <a:gd name="connsiteY4" fmla="*/ 3194609 h 3194609"/>
              <a:gd name="connsiteX5" fmla="*/ 0 w 3207606"/>
              <a:gd name="connsiteY5" fmla="*/ 1617687 h 3194609"/>
              <a:gd name="connsiteX0" fmla="*/ 0 w 2981370"/>
              <a:gd name="connsiteY0" fmla="*/ 1617687 h 3199247"/>
              <a:gd name="connsiteX1" fmla="*/ 1576922 w 2981370"/>
              <a:gd name="connsiteY1" fmla="*/ 40765 h 3199247"/>
              <a:gd name="connsiteX2" fmla="*/ 2663353 w 2981370"/>
              <a:gd name="connsiteY2" fmla="*/ 562167 h 3199247"/>
              <a:gd name="connsiteX3" fmla="*/ 2889684 w 2981370"/>
              <a:gd name="connsiteY3" fmla="*/ 2051180 h 3199247"/>
              <a:gd name="connsiteX4" fmla="*/ 1576922 w 2981370"/>
              <a:gd name="connsiteY4" fmla="*/ 3194609 h 3199247"/>
              <a:gd name="connsiteX5" fmla="*/ 0 w 2981370"/>
              <a:gd name="connsiteY5" fmla="*/ 1617687 h 3199247"/>
              <a:gd name="connsiteX0" fmla="*/ 2007 w 2983377"/>
              <a:gd name="connsiteY0" fmla="*/ 1536728 h 3118288"/>
              <a:gd name="connsiteX1" fmla="*/ 1280902 w 2983377"/>
              <a:gd name="connsiteY1" fmla="*/ 47860 h 3118288"/>
              <a:gd name="connsiteX2" fmla="*/ 2665360 w 2983377"/>
              <a:gd name="connsiteY2" fmla="*/ 481208 h 3118288"/>
              <a:gd name="connsiteX3" fmla="*/ 2891691 w 2983377"/>
              <a:gd name="connsiteY3" fmla="*/ 1970221 h 3118288"/>
              <a:gd name="connsiteX4" fmla="*/ 1578929 w 2983377"/>
              <a:gd name="connsiteY4" fmla="*/ 3113650 h 3118288"/>
              <a:gd name="connsiteX5" fmla="*/ 2007 w 2983377"/>
              <a:gd name="connsiteY5" fmla="*/ 1536728 h 3118288"/>
              <a:gd name="connsiteX0" fmla="*/ 2084 w 2942814"/>
              <a:gd name="connsiteY0" fmla="*/ 1709547 h 3125828"/>
              <a:gd name="connsiteX1" fmla="*/ 1240339 w 2942814"/>
              <a:gd name="connsiteY1" fmla="*/ 58119 h 3125828"/>
              <a:gd name="connsiteX2" fmla="*/ 2624797 w 2942814"/>
              <a:gd name="connsiteY2" fmla="*/ 491467 h 3125828"/>
              <a:gd name="connsiteX3" fmla="*/ 2851128 w 2942814"/>
              <a:gd name="connsiteY3" fmla="*/ 1980480 h 3125828"/>
              <a:gd name="connsiteX4" fmla="*/ 1538366 w 2942814"/>
              <a:gd name="connsiteY4" fmla="*/ 3123909 h 3125828"/>
              <a:gd name="connsiteX5" fmla="*/ 2084 w 2942814"/>
              <a:gd name="connsiteY5" fmla="*/ 1709547 h 3125828"/>
              <a:gd name="connsiteX0" fmla="*/ 6378 w 2947108"/>
              <a:gd name="connsiteY0" fmla="*/ 1709547 h 3125828"/>
              <a:gd name="connsiteX1" fmla="*/ 1244633 w 2947108"/>
              <a:gd name="connsiteY1" fmla="*/ 58119 h 3125828"/>
              <a:gd name="connsiteX2" fmla="*/ 2629091 w 2947108"/>
              <a:gd name="connsiteY2" fmla="*/ 491467 h 3125828"/>
              <a:gd name="connsiteX3" fmla="*/ 2855422 w 2947108"/>
              <a:gd name="connsiteY3" fmla="*/ 1980480 h 3125828"/>
              <a:gd name="connsiteX4" fmla="*/ 1542660 w 2947108"/>
              <a:gd name="connsiteY4" fmla="*/ 3123909 h 3125828"/>
              <a:gd name="connsiteX5" fmla="*/ 6378 w 2947108"/>
              <a:gd name="connsiteY5" fmla="*/ 1709547 h 3125828"/>
              <a:gd name="connsiteX0" fmla="*/ 6378 w 2916630"/>
              <a:gd name="connsiteY0" fmla="*/ 1709547 h 3133639"/>
              <a:gd name="connsiteX1" fmla="*/ 1244633 w 2916630"/>
              <a:gd name="connsiteY1" fmla="*/ 58119 h 3133639"/>
              <a:gd name="connsiteX2" fmla="*/ 2629091 w 2916630"/>
              <a:gd name="connsiteY2" fmla="*/ 491467 h 3133639"/>
              <a:gd name="connsiteX3" fmla="*/ 2814782 w 2916630"/>
              <a:gd name="connsiteY3" fmla="*/ 2244640 h 3133639"/>
              <a:gd name="connsiteX4" fmla="*/ 1542660 w 2916630"/>
              <a:gd name="connsiteY4" fmla="*/ 3123909 h 3133639"/>
              <a:gd name="connsiteX5" fmla="*/ 6378 w 2916630"/>
              <a:gd name="connsiteY5" fmla="*/ 1709547 h 3133639"/>
              <a:gd name="connsiteX0" fmla="*/ 5313 w 2915565"/>
              <a:gd name="connsiteY0" fmla="*/ 1643876 h 3067968"/>
              <a:gd name="connsiteX1" fmla="*/ 1094555 w 2915565"/>
              <a:gd name="connsiteY1" fmla="*/ 66954 h 3067968"/>
              <a:gd name="connsiteX2" fmla="*/ 2628026 w 2915565"/>
              <a:gd name="connsiteY2" fmla="*/ 425796 h 3067968"/>
              <a:gd name="connsiteX3" fmla="*/ 2813717 w 2915565"/>
              <a:gd name="connsiteY3" fmla="*/ 2178969 h 3067968"/>
              <a:gd name="connsiteX4" fmla="*/ 1541595 w 2915565"/>
              <a:gd name="connsiteY4" fmla="*/ 3058238 h 3067968"/>
              <a:gd name="connsiteX5" fmla="*/ 5313 w 2915565"/>
              <a:gd name="connsiteY5" fmla="*/ 1643876 h 3067968"/>
              <a:gd name="connsiteX0" fmla="*/ 6134 w 2916386"/>
              <a:gd name="connsiteY0" fmla="*/ 1669190 h 3093282"/>
              <a:gd name="connsiteX1" fmla="*/ 1095376 w 2916386"/>
              <a:gd name="connsiteY1" fmla="*/ 92268 h 3093282"/>
              <a:gd name="connsiteX2" fmla="*/ 2628847 w 2916386"/>
              <a:gd name="connsiteY2" fmla="*/ 451110 h 3093282"/>
              <a:gd name="connsiteX3" fmla="*/ 2814538 w 2916386"/>
              <a:gd name="connsiteY3" fmla="*/ 2204283 h 3093282"/>
              <a:gd name="connsiteX4" fmla="*/ 1542416 w 2916386"/>
              <a:gd name="connsiteY4" fmla="*/ 3083552 h 3093282"/>
              <a:gd name="connsiteX5" fmla="*/ 6134 w 2916386"/>
              <a:gd name="connsiteY5" fmla="*/ 1669190 h 3093282"/>
              <a:gd name="connsiteX0" fmla="*/ 3430 w 2913682"/>
              <a:gd name="connsiteY0" fmla="*/ 1669190 h 3093282"/>
              <a:gd name="connsiteX1" fmla="*/ 1092672 w 2913682"/>
              <a:gd name="connsiteY1" fmla="*/ 92268 h 3093282"/>
              <a:gd name="connsiteX2" fmla="*/ 2626143 w 2913682"/>
              <a:gd name="connsiteY2" fmla="*/ 451110 h 3093282"/>
              <a:gd name="connsiteX3" fmla="*/ 2811834 w 2913682"/>
              <a:gd name="connsiteY3" fmla="*/ 2204283 h 3093282"/>
              <a:gd name="connsiteX4" fmla="*/ 1539712 w 2913682"/>
              <a:gd name="connsiteY4" fmla="*/ 3083552 h 3093282"/>
              <a:gd name="connsiteX5" fmla="*/ 3430 w 2913682"/>
              <a:gd name="connsiteY5" fmla="*/ 1669190 h 3093282"/>
              <a:gd name="connsiteX0" fmla="*/ 856 w 2911108"/>
              <a:gd name="connsiteY0" fmla="*/ 1669190 h 3059971"/>
              <a:gd name="connsiteX1" fmla="*/ 1090098 w 2911108"/>
              <a:gd name="connsiteY1" fmla="*/ 92268 h 3059971"/>
              <a:gd name="connsiteX2" fmla="*/ 2623569 w 2911108"/>
              <a:gd name="connsiteY2" fmla="*/ 451110 h 3059971"/>
              <a:gd name="connsiteX3" fmla="*/ 2809260 w 2911108"/>
              <a:gd name="connsiteY3" fmla="*/ 2204283 h 3059971"/>
              <a:gd name="connsiteX4" fmla="*/ 1245884 w 2911108"/>
              <a:gd name="connsiteY4" fmla="*/ 3049685 h 3059971"/>
              <a:gd name="connsiteX5" fmla="*/ 856 w 2911108"/>
              <a:gd name="connsiteY5" fmla="*/ 1669190 h 3059971"/>
              <a:gd name="connsiteX0" fmla="*/ 856 w 2911108"/>
              <a:gd name="connsiteY0" fmla="*/ 1669190 h 3076084"/>
              <a:gd name="connsiteX1" fmla="*/ 1090098 w 2911108"/>
              <a:gd name="connsiteY1" fmla="*/ 92268 h 3076084"/>
              <a:gd name="connsiteX2" fmla="*/ 2623569 w 2911108"/>
              <a:gd name="connsiteY2" fmla="*/ 451110 h 3076084"/>
              <a:gd name="connsiteX3" fmla="*/ 2809260 w 2911108"/>
              <a:gd name="connsiteY3" fmla="*/ 2204283 h 3076084"/>
              <a:gd name="connsiteX4" fmla="*/ 1245884 w 2911108"/>
              <a:gd name="connsiteY4" fmla="*/ 3049685 h 3076084"/>
              <a:gd name="connsiteX5" fmla="*/ 856 w 2911108"/>
              <a:gd name="connsiteY5" fmla="*/ 1669190 h 3076084"/>
              <a:gd name="connsiteX0" fmla="*/ 27222 w 2937474"/>
              <a:gd name="connsiteY0" fmla="*/ 1577456 h 2984350"/>
              <a:gd name="connsiteX1" fmla="*/ 468921 w 2937474"/>
              <a:gd name="connsiteY1" fmla="*/ 413561 h 2984350"/>
              <a:gd name="connsiteX2" fmla="*/ 1116464 w 2937474"/>
              <a:gd name="connsiteY2" fmla="*/ 534 h 2984350"/>
              <a:gd name="connsiteX3" fmla="*/ 2649935 w 2937474"/>
              <a:gd name="connsiteY3" fmla="*/ 359376 h 2984350"/>
              <a:gd name="connsiteX4" fmla="*/ 2835626 w 2937474"/>
              <a:gd name="connsiteY4" fmla="*/ 2112549 h 2984350"/>
              <a:gd name="connsiteX5" fmla="*/ 1272250 w 2937474"/>
              <a:gd name="connsiteY5" fmla="*/ 2957951 h 2984350"/>
              <a:gd name="connsiteX6" fmla="*/ 27222 w 2937474"/>
              <a:gd name="connsiteY6" fmla="*/ 1577456 h 2984350"/>
              <a:gd name="connsiteX0" fmla="*/ 27222 w 2937474"/>
              <a:gd name="connsiteY0" fmla="*/ 1624714 h 3031608"/>
              <a:gd name="connsiteX1" fmla="*/ 468921 w 2937474"/>
              <a:gd name="connsiteY1" fmla="*/ 460819 h 3031608"/>
              <a:gd name="connsiteX2" fmla="*/ 1428037 w 2937474"/>
              <a:gd name="connsiteY2" fmla="*/ 379 h 3031608"/>
              <a:gd name="connsiteX3" fmla="*/ 2649935 w 2937474"/>
              <a:gd name="connsiteY3" fmla="*/ 406634 h 3031608"/>
              <a:gd name="connsiteX4" fmla="*/ 2835626 w 2937474"/>
              <a:gd name="connsiteY4" fmla="*/ 2159807 h 3031608"/>
              <a:gd name="connsiteX5" fmla="*/ 1272250 w 2937474"/>
              <a:gd name="connsiteY5" fmla="*/ 3005209 h 3031608"/>
              <a:gd name="connsiteX6" fmla="*/ 27222 w 2937474"/>
              <a:gd name="connsiteY6" fmla="*/ 1624714 h 3031608"/>
              <a:gd name="connsiteX0" fmla="*/ 27222 w 3027730"/>
              <a:gd name="connsiteY0" fmla="*/ 1624714 h 3012474"/>
              <a:gd name="connsiteX1" fmla="*/ 468921 w 3027730"/>
              <a:gd name="connsiteY1" fmla="*/ 460819 h 3012474"/>
              <a:gd name="connsiteX2" fmla="*/ 1428037 w 3027730"/>
              <a:gd name="connsiteY2" fmla="*/ 379 h 3012474"/>
              <a:gd name="connsiteX3" fmla="*/ 2649935 w 3027730"/>
              <a:gd name="connsiteY3" fmla="*/ 406634 h 3012474"/>
              <a:gd name="connsiteX4" fmla="*/ 2950772 w 3027730"/>
              <a:gd name="connsiteY4" fmla="*/ 2092073 h 3012474"/>
              <a:gd name="connsiteX5" fmla="*/ 1272250 w 3027730"/>
              <a:gd name="connsiteY5" fmla="*/ 3005209 h 3012474"/>
              <a:gd name="connsiteX6" fmla="*/ 27222 w 3027730"/>
              <a:gd name="connsiteY6" fmla="*/ 1624714 h 3012474"/>
              <a:gd name="connsiteX0" fmla="*/ 27222 w 3027730"/>
              <a:gd name="connsiteY0" fmla="*/ 1624714 h 3018036"/>
              <a:gd name="connsiteX1" fmla="*/ 468921 w 3027730"/>
              <a:gd name="connsiteY1" fmla="*/ 460819 h 3018036"/>
              <a:gd name="connsiteX2" fmla="*/ 1428037 w 3027730"/>
              <a:gd name="connsiteY2" fmla="*/ 379 h 3018036"/>
              <a:gd name="connsiteX3" fmla="*/ 2649935 w 3027730"/>
              <a:gd name="connsiteY3" fmla="*/ 406634 h 3018036"/>
              <a:gd name="connsiteX4" fmla="*/ 2950772 w 3027730"/>
              <a:gd name="connsiteY4" fmla="*/ 2092073 h 3018036"/>
              <a:gd name="connsiteX5" fmla="*/ 1272250 w 3027730"/>
              <a:gd name="connsiteY5" fmla="*/ 3005209 h 3018036"/>
              <a:gd name="connsiteX6" fmla="*/ 27222 w 3027730"/>
              <a:gd name="connsiteY6" fmla="*/ 1624714 h 3018036"/>
              <a:gd name="connsiteX0" fmla="*/ 27222 w 3074585"/>
              <a:gd name="connsiteY0" fmla="*/ 1624714 h 3018036"/>
              <a:gd name="connsiteX1" fmla="*/ 468921 w 3074585"/>
              <a:gd name="connsiteY1" fmla="*/ 460819 h 3018036"/>
              <a:gd name="connsiteX2" fmla="*/ 1428037 w 3074585"/>
              <a:gd name="connsiteY2" fmla="*/ 379 h 3018036"/>
              <a:gd name="connsiteX3" fmla="*/ 2649935 w 3074585"/>
              <a:gd name="connsiteY3" fmla="*/ 406634 h 3018036"/>
              <a:gd name="connsiteX4" fmla="*/ 2950772 w 3074585"/>
              <a:gd name="connsiteY4" fmla="*/ 2092073 h 3018036"/>
              <a:gd name="connsiteX5" fmla="*/ 1272250 w 3074585"/>
              <a:gd name="connsiteY5" fmla="*/ 3005209 h 3018036"/>
              <a:gd name="connsiteX6" fmla="*/ 27222 w 3074585"/>
              <a:gd name="connsiteY6" fmla="*/ 1624714 h 3018036"/>
              <a:gd name="connsiteX0" fmla="*/ 11907 w 3059270"/>
              <a:gd name="connsiteY0" fmla="*/ 1624714 h 3018036"/>
              <a:gd name="connsiteX1" fmla="*/ 453606 w 3059270"/>
              <a:gd name="connsiteY1" fmla="*/ 460819 h 3018036"/>
              <a:gd name="connsiteX2" fmla="*/ 1412722 w 3059270"/>
              <a:gd name="connsiteY2" fmla="*/ 379 h 3018036"/>
              <a:gd name="connsiteX3" fmla="*/ 2634620 w 3059270"/>
              <a:gd name="connsiteY3" fmla="*/ 406634 h 3018036"/>
              <a:gd name="connsiteX4" fmla="*/ 2935457 w 3059270"/>
              <a:gd name="connsiteY4" fmla="*/ 2092073 h 3018036"/>
              <a:gd name="connsiteX5" fmla="*/ 1256935 w 3059270"/>
              <a:gd name="connsiteY5" fmla="*/ 3005209 h 3018036"/>
              <a:gd name="connsiteX6" fmla="*/ 11907 w 3059270"/>
              <a:gd name="connsiteY6" fmla="*/ 1624714 h 3018036"/>
              <a:gd name="connsiteX0" fmla="*/ 11907 w 3045014"/>
              <a:gd name="connsiteY0" fmla="*/ 1624335 h 3017657"/>
              <a:gd name="connsiteX1" fmla="*/ 453606 w 3045014"/>
              <a:gd name="connsiteY1" fmla="*/ 460440 h 3017657"/>
              <a:gd name="connsiteX2" fmla="*/ 1412722 w 3045014"/>
              <a:gd name="connsiteY2" fmla="*/ 0 h 3017657"/>
              <a:gd name="connsiteX3" fmla="*/ 2551450 w 3045014"/>
              <a:gd name="connsiteY3" fmla="*/ 461827 h 3017657"/>
              <a:gd name="connsiteX4" fmla="*/ 2935457 w 3045014"/>
              <a:gd name="connsiteY4" fmla="*/ 2091694 h 3017657"/>
              <a:gd name="connsiteX5" fmla="*/ 1256935 w 3045014"/>
              <a:gd name="connsiteY5" fmla="*/ 3004830 h 3017657"/>
              <a:gd name="connsiteX6" fmla="*/ 11907 w 3045014"/>
              <a:gd name="connsiteY6" fmla="*/ 1624335 h 3017657"/>
              <a:gd name="connsiteX0" fmla="*/ 14192 w 3047299"/>
              <a:gd name="connsiteY0" fmla="*/ 1624335 h 3017657"/>
              <a:gd name="connsiteX1" fmla="*/ 455891 w 3047299"/>
              <a:gd name="connsiteY1" fmla="*/ 460440 h 3017657"/>
              <a:gd name="connsiteX2" fmla="*/ 1415007 w 3047299"/>
              <a:gd name="connsiteY2" fmla="*/ 0 h 3017657"/>
              <a:gd name="connsiteX3" fmla="*/ 2553735 w 3047299"/>
              <a:gd name="connsiteY3" fmla="*/ 461827 h 3017657"/>
              <a:gd name="connsiteX4" fmla="*/ 2937742 w 3047299"/>
              <a:gd name="connsiteY4" fmla="*/ 2091694 h 3017657"/>
              <a:gd name="connsiteX5" fmla="*/ 1259220 w 3047299"/>
              <a:gd name="connsiteY5" fmla="*/ 3004830 h 3017657"/>
              <a:gd name="connsiteX6" fmla="*/ 14192 w 3047299"/>
              <a:gd name="connsiteY6" fmla="*/ 1624335 h 3017657"/>
              <a:gd name="connsiteX0" fmla="*/ 14192 w 2960523"/>
              <a:gd name="connsiteY0" fmla="*/ 1624335 h 3017246"/>
              <a:gd name="connsiteX1" fmla="*/ 455891 w 2960523"/>
              <a:gd name="connsiteY1" fmla="*/ 460440 h 3017246"/>
              <a:gd name="connsiteX2" fmla="*/ 1415007 w 2960523"/>
              <a:gd name="connsiteY2" fmla="*/ 0 h 3017246"/>
              <a:gd name="connsiteX3" fmla="*/ 2553735 w 2960523"/>
              <a:gd name="connsiteY3" fmla="*/ 461827 h 3017246"/>
              <a:gd name="connsiteX4" fmla="*/ 2837859 w 2960523"/>
              <a:gd name="connsiteY4" fmla="*/ 2086251 h 3017246"/>
              <a:gd name="connsiteX5" fmla="*/ 1259220 w 2960523"/>
              <a:gd name="connsiteY5" fmla="*/ 3004830 h 3017246"/>
              <a:gd name="connsiteX6" fmla="*/ 14192 w 2960523"/>
              <a:gd name="connsiteY6" fmla="*/ 1624335 h 3017246"/>
              <a:gd name="connsiteX0" fmla="*/ 14192 w 2957884"/>
              <a:gd name="connsiteY0" fmla="*/ 1626269 h 3019180"/>
              <a:gd name="connsiteX1" fmla="*/ 455891 w 2957884"/>
              <a:gd name="connsiteY1" fmla="*/ 462374 h 3019180"/>
              <a:gd name="connsiteX2" fmla="*/ 1415007 w 2957884"/>
              <a:gd name="connsiteY2" fmla="*/ 1934 h 3019180"/>
              <a:gd name="connsiteX3" fmla="*/ 2539531 w 2957884"/>
              <a:gd name="connsiteY3" fmla="*/ 618605 h 3019180"/>
              <a:gd name="connsiteX4" fmla="*/ 2837859 w 2957884"/>
              <a:gd name="connsiteY4" fmla="*/ 2088185 h 3019180"/>
              <a:gd name="connsiteX5" fmla="*/ 1259220 w 2957884"/>
              <a:gd name="connsiteY5" fmla="*/ 3006764 h 3019180"/>
              <a:gd name="connsiteX6" fmla="*/ 14192 w 2957884"/>
              <a:gd name="connsiteY6" fmla="*/ 1626269 h 3019180"/>
              <a:gd name="connsiteX0" fmla="*/ 13945 w 2955938"/>
              <a:gd name="connsiteY0" fmla="*/ 1591183 h 2984094"/>
              <a:gd name="connsiteX1" fmla="*/ 455644 w 2955938"/>
              <a:gd name="connsiteY1" fmla="*/ 427288 h 2984094"/>
              <a:gd name="connsiteX2" fmla="*/ 1478416 w 2955938"/>
              <a:gd name="connsiteY2" fmla="*/ 2429 h 2984094"/>
              <a:gd name="connsiteX3" fmla="*/ 2539284 w 2955938"/>
              <a:gd name="connsiteY3" fmla="*/ 583519 h 2984094"/>
              <a:gd name="connsiteX4" fmla="*/ 2837612 w 2955938"/>
              <a:gd name="connsiteY4" fmla="*/ 2053099 h 2984094"/>
              <a:gd name="connsiteX5" fmla="*/ 1258973 w 2955938"/>
              <a:gd name="connsiteY5" fmla="*/ 2971678 h 2984094"/>
              <a:gd name="connsiteX6" fmla="*/ 13945 w 2955938"/>
              <a:gd name="connsiteY6" fmla="*/ 1591183 h 2984094"/>
              <a:gd name="connsiteX0" fmla="*/ 14815 w 2932012"/>
              <a:gd name="connsiteY0" fmla="*/ 1604636 h 2983550"/>
              <a:gd name="connsiteX1" fmla="*/ 431718 w 2932012"/>
              <a:gd name="connsiteY1" fmla="*/ 427313 h 2983550"/>
              <a:gd name="connsiteX2" fmla="*/ 1454490 w 2932012"/>
              <a:gd name="connsiteY2" fmla="*/ 2454 h 2983550"/>
              <a:gd name="connsiteX3" fmla="*/ 2515358 w 2932012"/>
              <a:gd name="connsiteY3" fmla="*/ 583544 h 2983550"/>
              <a:gd name="connsiteX4" fmla="*/ 2813686 w 2932012"/>
              <a:gd name="connsiteY4" fmla="*/ 2053124 h 2983550"/>
              <a:gd name="connsiteX5" fmla="*/ 1235047 w 2932012"/>
              <a:gd name="connsiteY5" fmla="*/ 2971703 h 2983550"/>
              <a:gd name="connsiteX6" fmla="*/ 14815 w 2932012"/>
              <a:gd name="connsiteY6" fmla="*/ 1604636 h 2983550"/>
              <a:gd name="connsiteX0" fmla="*/ 16628 w 2890261"/>
              <a:gd name="connsiteY0" fmla="*/ 1616089 h 2983092"/>
              <a:gd name="connsiteX1" fmla="*/ 389967 w 2890261"/>
              <a:gd name="connsiteY1" fmla="*/ 427335 h 2983092"/>
              <a:gd name="connsiteX2" fmla="*/ 1412739 w 2890261"/>
              <a:gd name="connsiteY2" fmla="*/ 2476 h 2983092"/>
              <a:gd name="connsiteX3" fmla="*/ 2473607 w 2890261"/>
              <a:gd name="connsiteY3" fmla="*/ 583566 h 2983092"/>
              <a:gd name="connsiteX4" fmla="*/ 2771935 w 2890261"/>
              <a:gd name="connsiteY4" fmla="*/ 2053146 h 2983092"/>
              <a:gd name="connsiteX5" fmla="*/ 1193296 w 2890261"/>
              <a:gd name="connsiteY5" fmla="*/ 2971725 h 2983092"/>
              <a:gd name="connsiteX6" fmla="*/ 16628 w 2890261"/>
              <a:gd name="connsiteY6" fmla="*/ 1616089 h 2983092"/>
              <a:gd name="connsiteX0" fmla="*/ 28885 w 2902518"/>
              <a:gd name="connsiteY0" fmla="*/ 1614467 h 2981472"/>
              <a:gd name="connsiteX1" fmla="*/ 449105 w 2902518"/>
              <a:gd name="connsiteY1" fmla="*/ 482063 h 2981472"/>
              <a:gd name="connsiteX2" fmla="*/ 1424996 w 2902518"/>
              <a:gd name="connsiteY2" fmla="*/ 854 h 2981472"/>
              <a:gd name="connsiteX3" fmla="*/ 2485864 w 2902518"/>
              <a:gd name="connsiteY3" fmla="*/ 581944 h 2981472"/>
              <a:gd name="connsiteX4" fmla="*/ 2784192 w 2902518"/>
              <a:gd name="connsiteY4" fmla="*/ 2051524 h 2981472"/>
              <a:gd name="connsiteX5" fmla="*/ 1205553 w 2902518"/>
              <a:gd name="connsiteY5" fmla="*/ 2970103 h 2981472"/>
              <a:gd name="connsiteX6" fmla="*/ 28885 w 2902518"/>
              <a:gd name="connsiteY6" fmla="*/ 1614467 h 2981472"/>
              <a:gd name="connsiteX0" fmla="*/ 29067 w 2902700"/>
              <a:gd name="connsiteY0" fmla="*/ 1614467 h 2981470"/>
              <a:gd name="connsiteX1" fmla="*/ 449287 w 2902700"/>
              <a:gd name="connsiteY1" fmla="*/ 482063 h 2981470"/>
              <a:gd name="connsiteX2" fmla="*/ 1425178 w 2902700"/>
              <a:gd name="connsiteY2" fmla="*/ 854 h 2981470"/>
              <a:gd name="connsiteX3" fmla="*/ 2486046 w 2902700"/>
              <a:gd name="connsiteY3" fmla="*/ 581944 h 2981470"/>
              <a:gd name="connsiteX4" fmla="*/ 2784374 w 2902700"/>
              <a:gd name="connsiteY4" fmla="*/ 2051524 h 2981470"/>
              <a:gd name="connsiteX5" fmla="*/ 1205735 w 2902700"/>
              <a:gd name="connsiteY5" fmla="*/ 2970103 h 2981470"/>
              <a:gd name="connsiteX6" fmla="*/ 29067 w 2902700"/>
              <a:gd name="connsiteY6" fmla="*/ 1614467 h 2981470"/>
              <a:gd name="connsiteX0" fmla="*/ 31759 w 2861927"/>
              <a:gd name="connsiteY0" fmla="*/ 1748662 h 2976424"/>
              <a:gd name="connsiteX1" fmla="*/ 408514 w 2861927"/>
              <a:gd name="connsiteY1" fmla="*/ 482146 h 2976424"/>
              <a:gd name="connsiteX2" fmla="*/ 1384405 w 2861927"/>
              <a:gd name="connsiteY2" fmla="*/ 937 h 2976424"/>
              <a:gd name="connsiteX3" fmla="*/ 2445273 w 2861927"/>
              <a:gd name="connsiteY3" fmla="*/ 582027 h 2976424"/>
              <a:gd name="connsiteX4" fmla="*/ 2743601 w 2861927"/>
              <a:gd name="connsiteY4" fmla="*/ 2051607 h 2976424"/>
              <a:gd name="connsiteX5" fmla="*/ 1164962 w 2861927"/>
              <a:gd name="connsiteY5" fmla="*/ 2970186 h 2976424"/>
              <a:gd name="connsiteX6" fmla="*/ 31759 w 2861927"/>
              <a:gd name="connsiteY6" fmla="*/ 1748662 h 2976424"/>
              <a:gd name="connsiteX0" fmla="*/ 32411 w 2861230"/>
              <a:gd name="connsiteY0" fmla="*/ 1703227 h 2930989"/>
              <a:gd name="connsiteX1" fmla="*/ 409166 w 2861230"/>
              <a:gd name="connsiteY1" fmla="*/ 436711 h 2930989"/>
              <a:gd name="connsiteX2" fmla="*/ 1436640 w 2861230"/>
              <a:gd name="connsiteY2" fmla="*/ 1129 h 2930989"/>
              <a:gd name="connsiteX3" fmla="*/ 2445925 w 2861230"/>
              <a:gd name="connsiteY3" fmla="*/ 536592 h 2930989"/>
              <a:gd name="connsiteX4" fmla="*/ 2744253 w 2861230"/>
              <a:gd name="connsiteY4" fmla="*/ 2006172 h 2930989"/>
              <a:gd name="connsiteX5" fmla="*/ 1165614 w 2861230"/>
              <a:gd name="connsiteY5" fmla="*/ 2924751 h 2930989"/>
              <a:gd name="connsiteX6" fmla="*/ 32411 w 2861230"/>
              <a:gd name="connsiteY6" fmla="*/ 1703227 h 2930989"/>
              <a:gd name="connsiteX0" fmla="*/ 32413 w 2825621"/>
              <a:gd name="connsiteY0" fmla="*/ 1703227 h 2929700"/>
              <a:gd name="connsiteX1" fmla="*/ 409168 w 2825621"/>
              <a:gd name="connsiteY1" fmla="*/ 436711 h 2929700"/>
              <a:gd name="connsiteX2" fmla="*/ 1436642 w 2825621"/>
              <a:gd name="connsiteY2" fmla="*/ 1129 h 2929700"/>
              <a:gd name="connsiteX3" fmla="*/ 2445927 w 2825621"/>
              <a:gd name="connsiteY3" fmla="*/ 536592 h 2929700"/>
              <a:gd name="connsiteX4" fmla="*/ 2702042 w 2825621"/>
              <a:gd name="connsiteY4" fmla="*/ 1979994 h 2929700"/>
              <a:gd name="connsiteX5" fmla="*/ 1165616 w 2825621"/>
              <a:gd name="connsiteY5" fmla="*/ 2924751 h 2929700"/>
              <a:gd name="connsiteX6" fmla="*/ 32413 w 2825621"/>
              <a:gd name="connsiteY6" fmla="*/ 1703227 h 2929700"/>
              <a:gd name="connsiteX0" fmla="*/ 33345 w 2826553"/>
              <a:gd name="connsiteY0" fmla="*/ 1703227 h 2887517"/>
              <a:gd name="connsiteX1" fmla="*/ 410100 w 2826553"/>
              <a:gd name="connsiteY1" fmla="*/ 436711 h 2887517"/>
              <a:gd name="connsiteX2" fmla="*/ 1437574 w 2826553"/>
              <a:gd name="connsiteY2" fmla="*/ 1129 h 2887517"/>
              <a:gd name="connsiteX3" fmla="*/ 2446859 w 2826553"/>
              <a:gd name="connsiteY3" fmla="*/ 536592 h 2887517"/>
              <a:gd name="connsiteX4" fmla="*/ 2702974 w 2826553"/>
              <a:gd name="connsiteY4" fmla="*/ 1979994 h 2887517"/>
              <a:gd name="connsiteX5" fmla="*/ 1185353 w 2826553"/>
              <a:gd name="connsiteY5" fmla="*/ 2881864 h 2887517"/>
              <a:gd name="connsiteX6" fmla="*/ 33345 w 2826553"/>
              <a:gd name="connsiteY6" fmla="*/ 1703227 h 2887517"/>
              <a:gd name="connsiteX0" fmla="*/ 12394 w 2805602"/>
              <a:gd name="connsiteY0" fmla="*/ 1703227 h 2887517"/>
              <a:gd name="connsiteX1" fmla="*/ 389149 w 2805602"/>
              <a:gd name="connsiteY1" fmla="*/ 436711 h 2887517"/>
              <a:gd name="connsiteX2" fmla="*/ 1416623 w 2805602"/>
              <a:gd name="connsiteY2" fmla="*/ 1129 h 2887517"/>
              <a:gd name="connsiteX3" fmla="*/ 2425908 w 2805602"/>
              <a:gd name="connsiteY3" fmla="*/ 536592 h 2887517"/>
              <a:gd name="connsiteX4" fmla="*/ 2682023 w 2805602"/>
              <a:gd name="connsiteY4" fmla="*/ 1979994 h 2887517"/>
              <a:gd name="connsiteX5" fmla="*/ 1164402 w 2805602"/>
              <a:gd name="connsiteY5" fmla="*/ 2881864 h 2887517"/>
              <a:gd name="connsiteX6" fmla="*/ 12394 w 2805602"/>
              <a:gd name="connsiteY6" fmla="*/ 1703227 h 2887517"/>
              <a:gd name="connsiteX0" fmla="*/ 32809 w 2826017"/>
              <a:gd name="connsiteY0" fmla="*/ 1703227 h 2887517"/>
              <a:gd name="connsiteX1" fmla="*/ 409564 w 2826017"/>
              <a:gd name="connsiteY1" fmla="*/ 436711 h 2887517"/>
              <a:gd name="connsiteX2" fmla="*/ 1437038 w 2826017"/>
              <a:gd name="connsiteY2" fmla="*/ 1129 h 2887517"/>
              <a:gd name="connsiteX3" fmla="*/ 2446323 w 2826017"/>
              <a:gd name="connsiteY3" fmla="*/ 536592 h 2887517"/>
              <a:gd name="connsiteX4" fmla="*/ 2702438 w 2826017"/>
              <a:gd name="connsiteY4" fmla="*/ 1979994 h 2887517"/>
              <a:gd name="connsiteX5" fmla="*/ 1184817 w 2826017"/>
              <a:gd name="connsiteY5" fmla="*/ 2881864 h 2887517"/>
              <a:gd name="connsiteX6" fmla="*/ 32809 w 2826017"/>
              <a:gd name="connsiteY6" fmla="*/ 1703227 h 2887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26017" h="2887517">
                <a:moveTo>
                  <a:pt x="32809" y="1703227"/>
                </a:moveTo>
                <a:cubicBezTo>
                  <a:pt x="-94915" y="1117381"/>
                  <a:pt x="175526" y="720394"/>
                  <a:pt x="409564" y="436711"/>
                </a:cubicBezTo>
                <a:cubicBezTo>
                  <a:pt x="643602" y="153028"/>
                  <a:pt x="1097578" y="-15518"/>
                  <a:pt x="1437038" y="1129"/>
                </a:cubicBezTo>
                <a:cubicBezTo>
                  <a:pt x="1776498" y="17776"/>
                  <a:pt x="2235423" y="206781"/>
                  <a:pt x="2446323" y="536592"/>
                </a:cubicBezTo>
                <a:cubicBezTo>
                  <a:pt x="2657223" y="866403"/>
                  <a:pt x="3016718" y="1377564"/>
                  <a:pt x="2702438" y="1979994"/>
                </a:cubicBezTo>
                <a:cubicBezTo>
                  <a:pt x="2259464" y="2697570"/>
                  <a:pt x="1629755" y="2927992"/>
                  <a:pt x="1184817" y="2881864"/>
                </a:cubicBezTo>
                <a:cubicBezTo>
                  <a:pt x="739879" y="2835736"/>
                  <a:pt x="160533" y="2289073"/>
                  <a:pt x="32809" y="1703227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A02AC5-1148-4E28-7860-7D49DCF2DF4E}"/>
              </a:ext>
            </a:extLst>
          </p:cNvPr>
          <p:cNvGrpSpPr/>
          <p:nvPr/>
        </p:nvGrpSpPr>
        <p:grpSpPr>
          <a:xfrm rot="339675">
            <a:off x="10606797" y="4942265"/>
            <a:ext cx="688256" cy="306609"/>
            <a:chOff x="10096975" y="5939226"/>
            <a:chExt cx="929806" cy="41421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BA5EC45-A55E-61AB-5219-715500F31E80}"/>
                </a:ext>
              </a:extLst>
            </p:cNvPr>
            <p:cNvSpPr/>
            <p:nvPr/>
          </p:nvSpPr>
          <p:spPr>
            <a:xfrm>
              <a:off x="10655179" y="5944357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0E19869-B0BF-760A-E449-2E22E661966F}"/>
                </a:ext>
              </a:extLst>
            </p:cNvPr>
            <p:cNvSpPr/>
            <p:nvPr/>
          </p:nvSpPr>
          <p:spPr>
            <a:xfrm>
              <a:off x="10273067" y="5939226"/>
              <a:ext cx="213549" cy="76328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C8F095-9970-0014-E622-0AA61539A6A9}"/>
                </a:ext>
              </a:extLst>
            </p:cNvPr>
            <p:cNvSpPr/>
            <p:nvPr/>
          </p:nvSpPr>
          <p:spPr>
            <a:xfrm>
              <a:off x="10096975" y="6085720"/>
              <a:ext cx="929806" cy="267723"/>
            </a:xfrm>
            <a:custGeom>
              <a:avLst/>
              <a:gdLst>
                <a:gd name="connsiteX0" fmla="*/ 7177 w 337329"/>
                <a:gd name="connsiteY0" fmla="*/ 89885 h 247879"/>
                <a:gd name="connsiteX1" fmla="*/ 31377 w 337329"/>
                <a:gd name="connsiteY1" fmla="*/ 247182 h 247879"/>
                <a:gd name="connsiteX2" fmla="*/ 256088 w 337329"/>
                <a:gd name="connsiteY2" fmla="*/ 146927 h 247879"/>
                <a:gd name="connsiteX3" fmla="*/ 283744 w 337329"/>
                <a:gd name="connsiteY3" fmla="*/ 131370 h 247879"/>
                <a:gd name="connsiteX4" fmla="*/ 337329 w 337329"/>
                <a:gd name="connsiteY4" fmla="*/ 0 h 247879"/>
                <a:gd name="connsiteX0" fmla="*/ 7177 w 283744"/>
                <a:gd name="connsiteY0" fmla="*/ 0 h 157994"/>
                <a:gd name="connsiteX1" fmla="*/ 31377 w 283744"/>
                <a:gd name="connsiteY1" fmla="*/ 157297 h 157994"/>
                <a:gd name="connsiteX2" fmla="*/ 256088 w 283744"/>
                <a:gd name="connsiteY2" fmla="*/ 57042 h 157994"/>
                <a:gd name="connsiteX3" fmla="*/ 283744 w 283744"/>
                <a:gd name="connsiteY3" fmla="*/ 41485 h 157994"/>
                <a:gd name="connsiteX0" fmla="*/ 8640 w 285207"/>
                <a:gd name="connsiteY0" fmla="*/ 0 h 157643"/>
                <a:gd name="connsiteX1" fmla="*/ 32840 w 285207"/>
                <a:gd name="connsiteY1" fmla="*/ 157297 h 157643"/>
                <a:gd name="connsiteX2" fmla="*/ 285207 w 285207"/>
                <a:gd name="connsiteY2" fmla="*/ 41485 h 157643"/>
                <a:gd name="connsiteX0" fmla="*/ 8640 w 285207"/>
                <a:gd name="connsiteY0" fmla="*/ 0 h 158393"/>
                <a:gd name="connsiteX1" fmla="*/ 32840 w 285207"/>
                <a:gd name="connsiteY1" fmla="*/ 157297 h 158393"/>
                <a:gd name="connsiteX2" fmla="*/ 285207 w 285207"/>
                <a:gd name="connsiteY2" fmla="*/ 41485 h 158393"/>
                <a:gd name="connsiteX0" fmla="*/ 1000 w 277567"/>
                <a:gd name="connsiteY0" fmla="*/ 0 h 165132"/>
                <a:gd name="connsiteX1" fmla="*/ 87428 w 277567"/>
                <a:gd name="connsiteY1" fmla="*/ 164212 h 165132"/>
                <a:gd name="connsiteX2" fmla="*/ 277567 w 277567"/>
                <a:gd name="connsiteY2" fmla="*/ 41485 h 165132"/>
                <a:gd name="connsiteX0" fmla="*/ 1000 w 277604"/>
                <a:gd name="connsiteY0" fmla="*/ 0 h 165033"/>
                <a:gd name="connsiteX1" fmla="*/ 87428 w 277604"/>
                <a:gd name="connsiteY1" fmla="*/ 164212 h 165033"/>
                <a:gd name="connsiteX2" fmla="*/ 277567 w 277604"/>
                <a:gd name="connsiteY2" fmla="*/ 41485 h 165033"/>
                <a:gd name="connsiteX0" fmla="*/ 515 w 277141"/>
                <a:gd name="connsiteY0" fmla="*/ 0 h 158261"/>
                <a:gd name="connsiteX1" fmla="*/ 140528 w 277141"/>
                <a:gd name="connsiteY1" fmla="*/ 157298 h 158261"/>
                <a:gd name="connsiteX2" fmla="*/ 277082 w 277141"/>
                <a:gd name="connsiteY2" fmla="*/ 41485 h 158261"/>
                <a:gd name="connsiteX0" fmla="*/ 916 w 277522"/>
                <a:gd name="connsiteY0" fmla="*/ 0 h 117784"/>
                <a:gd name="connsiteX1" fmla="*/ 92530 w 277522"/>
                <a:gd name="connsiteY1" fmla="*/ 112355 h 117784"/>
                <a:gd name="connsiteX2" fmla="*/ 277483 w 277522"/>
                <a:gd name="connsiteY2" fmla="*/ 41485 h 117784"/>
                <a:gd name="connsiteX0" fmla="*/ 817 w 230766"/>
                <a:gd name="connsiteY0" fmla="*/ 0 h 112925"/>
                <a:gd name="connsiteX1" fmla="*/ 92431 w 230766"/>
                <a:gd name="connsiteY1" fmla="*/ 112355 h 112925"/>
                <a:gd name="connsiteX2" fmla="*/ 230713 w 230766"/>
                <a:gd name="connsiteY2" fmla="*/ 17286 h 112925"/>
                <a:gd name="connsiteX0" fmla="*/ 750 w 192694"/>
                <a:gd name="connsiteY0" fmla="*/ 0 h 112462"/>
                <a:gd name="connsiteX1" fmla="*/ 92364 w 192694"/>
                <a:gd name="connsiteY1" fmla="*/ 112355 h 112462"/>
                <a:gd name="connsiteX2" fmla="*/ 192618 w 192694"/>
                <a:gd name="connsiteY2" fmla="*/ 8643 h 112462"/>
                <a:gd name="connsiteX0" fmla="*/ 717 w 192665"/>
                <a:gd name="connsiteY0" fmla="*/ 0 h 97264"/>
                <a:gd name="connsiteX1" fmla="*/ 95788 w 192665"/>
                <a:gd name="connsiteY1" fmla="*/ 96799 h 97264"/>
                <a:gd name="connsiteX2" fmla="*/ 192585 w 192665"/>
                <a:gd name="connsiteY2" fmla="*/ 8643 h 97264"/>
                <a:gd name="connsiteX0" fmla="*/ 717 w 192665"/>
                <a:gd name="connsiteY0" fmla="*/ 0 h 112462"/>
                <a:gd name="connsiteX1" fmla="*/ 95788 w 192665"/>
                <a:gd name="connsiteY1" fmla="*/ 112355 h 112462"/>
                <a:gd name="connsiteX2" fmla="*/ 192585 w 192665"/>
                <a:gd name="connsiteY2" fmla="*/ 8643 h 112462"/>
                <a:gd name="connsiteX0" fmla="*/ 0 w 191948"/>
                <a:gd name="connsiteY0" fmla="*/ 0 h 112462"/>
                <a:gd name="connsiteX1" fmla="*/ 95071 w 191948"/>
                <a:gd name="connsiteY1" fmla="*/ 112355 h 112462"/>
                <a:gd name="connsiteX2" fmla="*/ 191868 w 191948"/>
                <a:gd name="connsiteY2" fmla="*/ 8643 h 112462"/>
                <a:gd name="connsiteX0" fmla="*/ 0 w 202321"/>
                <a:gd name="connsiteY0" fmla="*/ 6914 h 103741"/>
                <a:gd name="connsiteX1" fmla="*/ 105442 w 202321"/>
                <a:gd name="connsiteY1" fmla="*/ 103712 h 103741"/>
                <a:gd name="connsiteX2" fmla="*/ 202239 w 202321"/>
                <a:gd name="connsiteY2" fmla="*/ 0 h 103741"/>
                <a:gd name="connsiteX0" fmla="*/ 0 w 202321"/>
                <a:gd name="connsiteY0" fmla="*/ 6914 h 103732"/>
                <a:gd name="connsiteX1" fmla="*/ 105442 w 202321"/>
                <a:gd name="connsiteY1" fmla="*/ 103712 h 103732"/>
                <a:gd name="connsiteX2" fmla="*/ 202239 w 202321"/>
                <a:gd name="connsiteY2" fmla="*/ 0 h 103732"/>
                <a:gd name="connsiteX0" fmla="*/ 0 w 202321"/>
                <a:gd name="connsiteY0" fmla="*/ 6914 h 103734"/>
                <a:gd name="connsiteX1" fmla="*/ 105442 w 202321"/>
                <a:gd name="connsiteY1" fmla="*/ 103712 h 103734"/>
                <a:gd name="connsiteX2" fmla="*/ 202239 w 202321"/>
                <a:gd name="connsiteY2" fmla="*/ 0 h 103734"/>
                <a:gd name="connsiteX0" fmla="*/ 0 w 202239"/>
                <a:gd name="connsiteY0" fmla="*/ 6914 h 103734"/>
                <a:gd name="connsiteX1" fmla="*/ 105442 w 202239"/>
                <a:gd name="connsiteY1" fmla="*/ 103712 h 103734"/>
                <a:gd name="connsiteX2" fmla="*/ 202239 w 202239"/>
                <a:gd name="connsiteY2" fmla="*/ 0 h 103734"/>
                <a:gd name="connsiteX0" fmla="*/ 0 w 202239"/>
                <a:gd name="connsiteY0" fmla="*/ 6914 h 91643"/>
                <a:gd name="connsiteX1" fmla="*/ 107170 w 202239"/>
                <a:gd name="connsiteY1" fmla="*/ 91612 h 91643"/>
                <a:gd name="connsiteX2" fmla="*/ 202239 w 202239"/>
                <a:gd name="connsiteY2" fmla="*/ 0 h 91643"/>
                <a:gd name="connsiteX0" fmla="*/ 0 w 202239"/>
                <a:gd name="connsiteY0" fmla="*/ 6914 h 91665"/>
                <a:gd name="connsiteX1" fmla="*/ 107170 w 202239"/>
                <a:gd name="connsiteY1" fmla="*/ 91612 h 91665"/>
                <a:gd name="connsiteX2" fmla="*/ 202239 w 202239"/>
                <a:gd name="connsiteY2" fmla="*/ 0 h 91665"/>
                <a:gd name="connsiteX0" fmla="*/ 0 w 202403"/>
                <a:gd name="connsiteY0" fmla="*/ 6914 h 91665"/>
                <a:gd name="connsiteX1" fmla="*/ 107170 w 202403"/>
                <a:gd name="connsiteY1" fmla="*/ 91612 h 91665"/>
                <a:gd name="connsiteX2" fmla="*/ 202239 w 202403"/>
                <a:gd name="connsiteY2" fmla="*/ 0 h 91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2403" h="91665">
                  <a:moveTo>
                    <a:pt x="0" y="6914"/>
                  </a:moveTo>
                  <a:cubicBezTo>
                    <a:pt x="4431" y="75571"/>
                    <a:pt x="73464" y="92764"/>
                    <a:pt x="107170" y="91612"/>
                  </a:cubicBezTo>
                  <a:cubicBezTo>
                    <a:pt x="140876" y="90460"/>
                    <a:pt x="206106" y="71366"/>
                    <a:pt x="202239" y="0"/>
                  </a:cubicBezTo>
                </a:path>
              </a:pathLst>
            </a:custGeom>
            <a:noFill/>
            <a:ln w="53975" cap="rnd">
              <a:solidFill>
                <a:srgbClr val="2C343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EDDFDFA-2DF8-D0C2-9106-5421D499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90" y="1535974"/>
            <a:ext cx="6096249" cy="1446597"/>
          </a:xfrm>
        </p:spPr>
        <p:txBody>
          <a:bodyPr>
            <a:normAutofit/>
          </a:bodyPr>
          <a:lstStyle>
            <a:lvl1pPr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1920A-34CD-8BFF-A1E3-2242E93A75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791" y="2993457"/>
            <a:ext cx="8894912" cy="2155664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F150A-C65A-58AC-B7EA-1790E9BD9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7FF30-D460-5A9F-A019-EBEC4EB7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87577" y="6356350"/>
            <a:ext cx="1801089" cy="3651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3CCD1-A115-BB35-3A8F-1E5E2EAF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2454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with Image">
    <p:bg>
      <p:bgPr>
        <a:solidFill>
          <a:srgbClr val="5A676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BC0A96-8A0E-18FA-331A-0ACB51C47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4289" y="731520"/>
            <a:ext cx="5029200" cy="3291840"/>
          </a:xfrm>
        </p:spPr>
        <p:txBody>
          <a:bodyPr anchor="b"/>
          <a:lstStyle>
            <a:lvl1pPr>
              <a:defRPr sz="48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Content placeholder 47" descr="Click icon to add picture">
            <a:extLst>
              <a:ext uri="{FF2B5EF4-FFF2-40B4-BE49-F238E27FC236}">
                <a16:creationId xmlns:a16="http://schemas.microsoft.com/office/drawing/2014/main" id="{FCE5CA28-8B82-C2A7-AF4C-305BA5F816B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260893" y="4172087"/>
            <a:ext cx="4912595" cy="9144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Content placeholder 47">
            <a:extLst>
              <a:ext uri="{FF2B5EF4-FFF2-40B4-BE49-F238E27FC236}">
                <a16:creationId xmlns:a16="http://schemas.microsoft.com/office/drawing/2014/main" id="{65149D55-BCA0-768C-32DD-DCD198C368D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742557" y="821835"/>
            <a:ext cx="4405506" cy="5066342"/>
          </a:xfrm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picture≈≈</a:t>
            </a:r>
          </a:p>
        </p:txBody>
      </p:sp>
    </p:spTree>
    <p:extLst>
      <p:ext uri="{BB962C8B-B14F-4D97-AF65-F5344CB8AC3E}">
        <p14:creationId xmlns:p14="http://schemas.microsoft.com/office/powerpoint/2010/main" val="3651766049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057DBA2-9A0C-DE52-5141-D537730B04EE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5852160" y="731520"/>
            <a:ext cx="5486400" cy="1737360"/>
          </a:xfrm>
        </p:spPr>
        <p:txBody>
          <a:bodyPr/>
          <a:lstStyle>
            <a:lvl1pPr>
              <a:defRPr sz="1800"/>
            </a:lvl1pPr>
            <a:lvl2pPr>
              <a:defRPr/>
            </a:lvl2pPr>
            <a:lvl3pPr>
              <a:defRPr sz="1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0527E-F484-6327-A5D9-C8E659FF59DE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914400" y="2743200"/>
            <a:ext cx="8348471" cy="3374136"/>
          </a:xfrm>
        </p:spPr>
        <p:txBody>
          <a:bodyPr/>
          <a:lstStyle>
            <a:lvl1pPr>
              <a:defRPr sz="1800"/>
            </a:lvl1pPr>
            <a:lvl2pPr>
              <a:defRPr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8CDFED3-A7A3-D6B5-000C-83D81D3C49C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DAB088A4-CDFB-03FD-39D0-2B723A1E9F4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96ED46A-4A34-4DBC-86DD-7BA37AB9A10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792352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BE43C74-F92F-BEB2-D602-67FD9DAE4861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3BD1843-7C8E-9F47-1306-079649B9B36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3A939FF-E037-4A47-BD3F-761D26EAA3BE}" type="datetime1">
              <a:rPr lang="en-US"/>
              <a:pPr lvl="0"/>
              <a:t>10/20/2026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CB58828-D834-7BCC-833A-56366DF91D9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65B3923-6DF7-6A44-CC19-190671537F8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9F8AC8A-EE3C-4E39-9B8D-82FAD7864A1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39288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62CE0CC-C15D-84A7-B4E4-9770AE539746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914400" y="3108960"/>
            <a:ext cx="3931920" cy="2651760"/>
          </a:xfrm>
        </p:spPr>
        <p:txBody>
          <a:bodyPr/>
          <a:lstStyle>
            <a:lvl1pPr>
              <a:defRPr sz="1800"/>
            </a:lvl1pPr>
            <a:lvl2pPr>
              <a:defRPr/>
            </a:lvl2pPr>
            <a:lvl3pPr>
              <a:defRPr sz="1800"/>
            </a:lvl3pPr>
            <a:lvl4pPr>
              <a:defRPr sz="18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5736C6A-E0A7-FF8A-6055-6E6CD3280D19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5745001" y="0"/>
            <a:ext cx="6446995" cy="6858000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7723845-7BF3-7888-5C6F-74B1CCB3549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3C1B57FC-F859-E1FC-43DB-F58972BA589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E04C0F9-E2D7-4489-BFB0-C56BCA4EC8A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20096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FE669F9C-1203-D250-9C3F-93F11F61DE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7" name="Content Placeholder 47" descr="Click icon to add picture">
            <a:extLst>
              <a:ext uri="{FF2B5EF4-FFF2-40B4-BE49-F238E27FC236}">
                <a16:creationId xmlns:a16="http://schemas.microsoft.com/office/drawing/2014/main" id="{17CBA727-C667-3277-41FC-96A393F878C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035040" y="3108960"/>
            <a:ext cx="5394960" cy="1879786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800">
                <a:solidFill>
                  <a:srgbClr val="FFFFFF"/>
                </a:solidFill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345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8C07B-BF75-81A5-A183-2170E2514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660" y="505522"/>
            <a:ext cx="10515600" cy="981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CD7312-3B1E-2D55-95D5-86AEEB808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9660" y="1514531"/>
            <a:ext cx="10515600" cy="4597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E07BB-F589-3F14-3732-996A8053C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9660" y="6356350"/>
            <a:ext cx="31726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09335-1F87-70E4-0838-F95C2FA5C4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6713" y="6356350"/>
            <a:ext cx="20665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pPr lvl="0"/>
            <a:fld id="{A167C858-9ACB-46AE-AD3E-C5552C2BA3FC}" type="datetime1">
              <a:rPr lang="en-US" smtClean="0"/>
              <a:pPr lvl="0"/>
              <a:t>10/20/2026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FAB93-4483-398A-C3CE-C11E1460D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5104" y="6356350"/>
            <a:ext cx="49183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all" spc="150" baseline="0">
                <a:solidFill>
                  <a:schemeClr val="tx2"/>
                </a:solidFill>
              </a:defRPr>
            </a:lvl1pPr>
          </a:lstStyle>
          <a:p>
            <a:pPr lvl="0"/>
            <a:fld id="{CF914A85-C5E6-49ED-BF47-3C0FD12302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8235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  <p:sldLayoutId id="2147483693" r:id="rId21"/>
    <p:sldLayoutId id="2147483694" r:id="rId22"/>
    <p:sldLayoutId id="2147483695" r:id="rId23"/>
    <p:sldLayoutId id="2147483696" r:id="rId24"/>
    <p:sldLayoutId id="2147483697" r:id="rId25"/>
    <p:sldLayoutId id="2147483698" r:id="rId26"/>
    <p:sldLayoutId id="2147483699" r:id="rId27"/>
    <p:sldLayoutId id="2147483700" r:id="rId28"/>
    <p:sldLayoutId id="2147483701" r:id="rId29"/>
    <p:sldLayoutId id="2147483702" r:id="rId30"/>
    <p:sldLayoutId id="2147483703" r:id="rId31"/>
    <p:sldLayoutId id="2147483704" r:id="rId32"/>
  </p:sldLayoutIdLst>
  <p:txStyles>
    <p:titleStyle>
      <a:lvl1pPr algn="l" defTabSz="914400" rtl="0" eaLnBrk="1" latinLnBrk="0" hangingPunct="1">
        <a:lnSpc>
          <a:spcPct val="55000"/>
        </a:lnSpc>
        <a:spcBef>
          <a:spcPct val="0"/>
        </a:spcBef>
        <a:buNone/>
        <a:defRPr sz="4400" b="1" kern="1200" spc="-3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624">
          <p15:clr>
            <a:srgbClr val="F26B43"/>
          </p15:clr>
        </p15:guide>
        <p15:guide id="3" pos="32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48284FA2-A71F-C671-022B-28B7D07F6E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2608" y="731520"/>
            <a:ext cx="6217920" cy="1874520"/>
          </a:xfrm>
        </p:spPr>
        <p:txBody>
          <a:bodyPr lIns="0"/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rPr lang="en-IN" dirty="0"/>
              <a:t>Online Quiz System (</a:t>
            </a:r>
            <a:r>
              <a:rPr lang="en-IN" dirty="0" err="1"/>
              <a:t>QuizSphere</a:t>
            </a:r>
            <a:r>
              <a:rPr lang="en-IN" dirty="0"/>
              <a:t> Pro)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35B7BB7-5DEC-9798-B693-389405E1A44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260893" y="4172087"/>
            <a:ext cx="4912595" cy="914400"/>
          </a:xfrm>
        </p:spPr>
        <p:txBody>
          <a:bodyPr>
            <a:normAutofit/>
          </a:bodyPr>
          <a:lstStyle/>
          <a:p>
            <a:pPr marL="0" lvl="0" indent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</a:rPr>
              <a:t>Vanshika Malik</a:t>
            </a:r>
          </a:p>
        </p:txBody>
      </p:sp>
      <p:pic>
        <p:nvPicPr>
          <p:cNvPr id="4" name="Picture Placeholder 19" descr="Two people looking at a laptop at a table">
            <a:extLst>
              <a:ext uri="{FF2B5EF4-FFF2-40B4-BE49-F238E27FC236}">
                <a16:creationId xmlns:a16="http://schemas.microsoft.com/office/drawing/2014/main" id="{3A0DB86C-15D2-0451-ABD1-401953ECE8C9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3"/>
          <a:srcRect l="23" r="23"/>
          <a:stretch>
            <a:fillRect/>
          </a:stretch>
        </p:blipFill>
        <p:spPr>
          <a:xfrm>
            <a:off x="6742557" y="821835"/>
            <a:ext cx="4405506" cy="5066342"/>
          </a:xfr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6065-AC85-E6FC-3AF9-14D2E75E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0B51A703-BBA9-FE9D-F72E-B80667863902}"/>
              </a:ext>
            </a:extLst>
          </p:cNvPr>
          <p:cNvGrpSpPr/>
          <p:nvPr/>
        </p:nvGrpSpPr>
        <p:grpSpPr>
          <a:xfrm>
            <a:off x="916887" y="1691638"/>
            <a:ext cx="9260385" cy="4206239"/>
            <a:chOff x="916887" y="2868187"/>
            <a:chExt cx="6487819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7397399-A64A-8F56-2C0E-455196D74D16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31F0BD4-4411-07AC-C651-B5BC0AE7A68F}"/>
                </a:ext>
              </a:extLst>
            </p:cNvPr>
            <p:cNvSpPr/>
            <p:nvPr/>
          </p:nvSpPr>
          <p:spPr>
            <a:xfrm>
              <a:off x="916887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  <a:defRPr sz="1200" b="1">
                  <a:solidFill>
                    <a:srgbClr val="EF4444"/>
                  </a:solidFill>
                </a:defRPr>
              </a:pPr>
              <a:endPara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tabLst/>
                <a:defRPr sz="1200" b="1">
                  <a:solidFill>
                    <a:srgbClr val="EF4444"/>
                  </a:solidFill>
                </a:defRPr>
              </a:pPr>
              <a:r>
                <a:rPr kumimoji="0" lang="en-I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TRADITIONAL SYSTEM PAIN </a:t>
              </a:r>
              <a:r>
                <a:rPr kumimoji="0" lang="en-IN" sz="20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POINTS</a:t>
              </a:r>
              <a:r>
                <a:rPr kumimoji="0" lang="en-IN" sz="16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bmiss</a:t>
              </a:r>
              <a:endPara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>
                  <a:solidFill>
                    <a:srgbClr val="CBD5E1"/>
                  </a:solidFill>
                </a:defRPr>
              </a:pPr>
              <a:r>
                <a:rPr kumimoji="0" lang="en-IN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Network lag causes timeouts; student answers are lost unrecorded.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100" b="1">
                  <a:solidFill>
                    <a:srgbClr val="FFFFFF"/>
                  </a:solidFill>
                </a:defRPr>
              </a:pPr>
              <a:r>
                <a:rPr kumimoji="0" lang="en-IN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• Academic Dishonesty: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>
                  <a:solidFill>
                    <a:srgbClr val="CBD5E1"/>
                  </a:solidFill>
                </a:defRPr>
              </a:pPr>
              <a:r>
                <a:rPr kumimoji="0" lang="en-IN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No active focus monitoring; students easily switch tabs to cheat.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100" b="1">
                  <a:solidFill>
                    <a:srgbClr val="FFFFFF"/>
                  </a:solidFill>
                </a:defRPr>
              </a:pPr>
              <a:r>
                <a:rPr kumimoji="0" lang="en-IN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• Manual Teacher Burden: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>
                  <a:solidFill>
                    <a:srgbClr val="CBD5E1"/>
                  </a:solidFill>
                </a:defRPr>
              </a:pPr>
              <a:r>
                <a:rPr kumimoji="0" lang="en-IN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Hours wasted formatting question sheets, scoring, and tabulating.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100" b="1">
                  <a:solidFill>
                    <a:srgbClr val="FFFFFF"/>
                  </a:solidFill>
                </a:defRPr>
              </a:pPr>
              <a:r>
                <a:rPr kumimoji="0" lang="en-IN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• Single Point of Failure: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000">
                  <a:solidFill>
                    <a:srgbClr val="CBD5E1"/>
                  </a:solidFill>
                </a:defRPr>
              </a:pPr>
              <a:r>
                <a:rPr kumimoji="0" lang="en-IN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5000"/>
                      <a:lumOff val="5000"/>
                    </a:scheme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 No automated local database snapshotting; server crashes cause fatal exam loss.</a:t>
              </a:r>
            </a:p>
            <a:p>
              <a:pPr marL="0" marR="0" lvl="0" indent="0" algn="ctr" defTabSz="8001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 dirty="0">
                <a:solidFill>
                  <a:srgbClr val="000000"/>
                </a:solidFill>
                <a:uFillTx/>
                <a:latin typeface="Avenir Next LT Pro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EE4F59D-CD47-2464-0D1E-666FCE294BED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1000"/>
                </a:spcAft>
                <a:defRPr sz="1200" b="1">
                  <a:solidFill>
                    <a:srgbClr val="10B981"/>
                  </a:solidFill>
                </a:defRPr>
              </a:pPr>
              <a:r>
                <a:rPr lang="en-IN" sz="2000" dirty="0"/>
                <a:t>QUIZSPHERE PRO ARCHITECTURAL SOLUTION</a:t>
              </a:r>
              <a:endParaRPr lang="en-IN" sz="1100" dirty="0"/>
            </a:p>
            <a:p>
              <a:pPr>
                <a:spcAft>
                  <a:spcPts val="1000"/>
                </a:spcAft>
                <a:defRPr sz="1200" b="1">
                  <a:solidFill>
                    <a:srgbClr val="10B981"/>
                  </a:solidFill>
                </a:defRPr>
              </a:pPr>
              <a:r>
                <a:rPr lang="en-IN" sz="1600" dirty="0"/>
                <a:t>✔ Sub-250ms Instant Evaluation:</a:t>
              </a:r>
            </a:p>
            <a:p>
              <a:pPr>
                <a:defRPr sz="1000">
                  <a:solidFill>
                    <a:srgbClr val="CBD5E1"/>
                  </a:solidFill>
                </a:defRPr>
              </a:pPr>
              <a:r>
                <a:rPr lang="en-IN" sz="1200" dirty="0"/>
                <a:t>  </a:t>
              </a:r>
              <a:r>
                <a:rPr lang="en-IN" sz="12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In-memory deterministic scoring grades tests in 15-35 milliseconds.</a:t>
              </a:r>
            </a:p>
            <a:p>
              <a:pPr>
                <a:spcBef>
                  <a:spcPts val="400"/>
                </a:spcBef>
                <a:defRPr sz="1100" b="1">
                  <a:solidFill>
                    <a:srgbClr val="10B981"/>
                  </a:solidFill>
                </a:defRPr>
              </a:pPr>
              <a:r>
                <a:rPr lang="en-IN" sz="1600" dirty="0"/>
                <a:t>✔ Anti-Cheat Proctoring Hub:</a:t>
              </a:r>
            </a:p>
            <a:p>
              <a:pPr>
                <a:defRPr sz="1000">
                  <a:solidFill>
                    <a:srgbClr val="CBD5E1"/>
                  </a:solidFill>
                </a:defRPr>
              </a:pPr>
              <a:r>
                <a:rPr lang="en-IN" sz="1200" dirty="0"/>
                <a:t>  </a:t>
              </a:r>
              <a:r>
                <a:rPr lang="en-IN" sz="12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Continuous window focus loss and tab-switch telemetry logged in real time.</a:t>
              </a:r>
            </a:p>
            <a:p>
              <a:pPr>
                <a:spcBef>
                  <a:spcPts val="400"/>
                </a:spcBef>
                <a:defRPr sz="1100" b="1">
                  <a:solidFill>
                    <a:srgbClr val="10B981"/>
                  </a:solidFill>
                </a:defRPr>
              </a:pPr>
              <a:r>
                <a:rPr lang="en-IN" sz="1600" dirty="0"/>
                <a:t>✔ AI Curriculum Generation:</a:t>
              </a:r>
            </a:p>
            <a:p>
              <a:pPr>
                <a:defRPr sz="1000">
                  <a:solidFill>
                    <a:srgbClr val="CBD5E1"/>
                  </a:solidFill>
                </a:defRPr>
              </a:pPr>
              <a:r>
                <a:rPr lang="en-IN" sz="1200" dirty="0"/>
                <a:t>  </a:t>
              </a:r>
              <a:r>
                <a:rPr lang="en-IN" sz="12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Faculty input syllabus topic keywords; 5-20 MCQs synthesized in seconds.</a:t>
              </a:r>
            </a:p>
            <a:p>
              <a:pPr>
                <a:spcBef>
                  <a:spcPts val="400"/>
                </a:spcBef>
                <a:defRPr sz="1100" b="1">
                  <a:solidFill>
                    <a:srgbClr val="10B981"/>
                  </a:solidFill>
                </a:defRPr>
              </a:pPr>
              <a:r>
                <a:rPr lang="en-IN" sz="1600" dirty="0"/>
                <a:t>✔ Dual Platform Deployment:</a:t>
              </a:r>
            </a:p>
            <a:p>
              <a:pPr>
                <a:defRPr sz="1000">
                  <a:solidFill>
                    <a:srgbClr val="CBD5E1"/>
                  </a:solidFill>
                </a:defRPr>
              </a:pPr>
              <a:r>
                <a:rPr lang="en-IN" sz="1200" dirty="0"/>
                <a:t>  </a:t>
              </a:r>
              <a:r>
                <a:rPr lang="en-IN" sz="12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Simultaneous access via responsive Web SPA and standalone Windows Desktop App.</a:t>
              </a: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95775518-CCFB-596D-41C2-6BA7E10A0D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2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BA438E14-4C9C-8DCB-8425-22A85FAA65E5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2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15F8511E-3DAD-B04B-AC0F-5CFA2C4DE84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731838"/>
            <a:ext cx="10140950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r>
              <a:rPr lang="en-IN" sz="3600" dirty="0"/>
              <a:t>Problem Statement &amp; Baseline Understanding</a:t>
            </a:r>
            <a:br>
              <a:rPr lang="en-IN" sz="3600" dirty="0"/>
            </a:b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66964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12DAA-14D1-5F7F-9D18-D65A40425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C7C4E-1E5B-074C-F1D1-7010DCD88D3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620C9253-6B6E-4199-B0AA-299CD7A9BE9B}" type="slidenum">
              <a:rPr lang="en-US"/>
              <a:t>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F74A4-72BE-6250-E236-EFF7F5874EA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393700"/>
            <a:ext cx="9634538" cy="132556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r>
              <a:rPr lang="en-IN" b="1" dirty="0"/>
              <a:t>Vision, Mission &amp; Measurable Quality</a:t>
            </a:r>
            <a:endParaRPr lang="en-IN" dirty="0">
              <a:effectLst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04AA27F-990B-7196-FF46-3EF5982A19AD}"/>
              </a:ext>
            </a:extLst>
          </p:cNvPr>
          <p:cNvSpPr/>
          <p:nvPr/>
        </p:nvSpPr>
        <p:spPr>
          <a:xfrm>
            <a:off x="292608" y="1673352"/>
            <a:ext cx="10698480" cy="128016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D091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C91177-BEB1-0A2E-05CD-9646808E45C5}"/>
              </a:ext>
            </a:extLst>
          </p:cNvPr>
          <p:cNvSpPr/>
          <p:nvPr/>
        </p:nvSpPr>
        <p:spPr>
          <a:xfrm>
            <a:off x="292608" y="1673352"/>
            <a:ext cx="1069848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BDF834-B4FC-BB47-DEA1-041A54F903B6}"/>
              </a:ext>
            </a:extLst>
          </p:cNvPr>
          <p:cNvSpPr txBox="1"/>
          <p:nvPr/>
        </p:nvSpPr>
        <p:spPr>
          <a:xfrm>
            <a:off x="475488" y="1764792"/>
            <a:ext cx="1033272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 sz="1600" dirty="0"/>
              <a:t>VISION: An examination environment where zero unrecorded answers, zero grading latency, and zero undetected infractions occur.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rPr sz="1400" dirty="0"/>
              <a:t>MISSION: Build a dual-platform assessment system that records stock attempts, blocks cheating via active proctoring, auto-grades in &lt;250ms, and shows who did what.</a:t>
            </a: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AC9508B8-194B-036D-0F1D-9A8C2C99E695}"/>
              </a:ext>
            </a:extLst>
          </p:cNvPr>
          <p:cNvSpPr/>
          <p:nvPr/>
        </p:nvSpPr>
        <p:spPr>
          <a:xfrm>
            <a:off x="292608" y="3136392"/>
            <a:ext cx="100584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D3A3EE-3040-B8D1-2546-B5B146162EDD}"/>
              </a:ext>
            </a:extLst>
          </p:cNvPr>
          <p:cNvSpPr/>
          <p:nvPr/>
        </p:nvSpPr>
        <p:spPr>
          <a:xfrm>
            <a:off x="292608" y="3136392"/>
            <a:ext cx="1005840" cy="73152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BF5B49-1191-4D2F-C6DD-7C297869A6E6}"/>
              </a:ext>
            </a:extLst>
          </p:cNvPr>
          <p:cNvSpPr txBox="1"/>
          <p:nvPr/>
        </p:nvSpPr>
        <p:spPr>
          <a:xfrm>
            <a:off x="292608" y="3209544"/>
            <a:ext cx="1005840" cy="27699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B82F6"/>
                </a:solidFill>
              </a:defRPr>
            </a:pPr>
            <a:r>
              <a:t>O1</a:t>
            </a:r>
          </a:p>
        </p:txBody>
      </p:sp>
      <p:sp>
        <p:nvSpPr>
          <p:cNvPr id="18" name="Rounded Rectangle 11">
            <a:extLst>
              <a:ext uri="{FF2B5EF4-FFF2-40B4-BE49-F238E27FC236}">
                <a16:creationId xmlns:a16="http://schemas.microsoft.com/office/drawing/2014/main" id="{051EAF79-8299-4963-9456-2083CD1DA804}"/>
              </a:ext>
            </a:extLst>
          </p:cNvPr>
          <p:cNvSpPr/>
          <p:nvPr/>
        </p:nvSpPr>
        <p:spPr>
          <a:xfrm>
            <a:off x="1481328" y="3136392"/>
            <a:ext cx="950976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223910-F182-4527-0F2A-4F1A6BE209F3}"/>
              </a:ext>
            </a:extLst>
          </p:cNvPr>
          <p:cNvSpPr txBox="1"/>
          <p:nvPr/>
        </p:nvSpPr>
        <p:spPr>
          <a:xfrm>
            <a:off x="1664208" y="3209544"/>
            <a:ext cx="9144000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400"/>
              <a:t>Zero lost submissions on any student attempt under peak concurrency.</a:t>
            </a:r>
          </a:p>
        </p:txBody>
      </p:sp>
      <p:sp>
        <p:nvSpPr>
          <p:cNvPr id="22" name="Rounded Rectangle 13">
            <a:extLst>
              <a:ext uri="{FF2B5EF4-FFF2-40B4-BE49-F238E27FC236}">
                <a16:creationId xmlns:a16="http://schemas.microsoft.com/office/drawing/2014/main" id="{4EA161CD-D780-8187-21AC-1FBFD0C8AF55}"/>
              </a:ext>
            </a:extLst>
          </p:cNvPr>
          <p:cNvSpPr/>
          <p:nvPr/>
        </p:nvSpPr>
        <p:spPr>
          <a:xfrm>
            <a:off x="292608" y="3730752"/>
            <a:ext cx="100584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DE044F-AED2-A777-1686-D3A5A3101369}"/>
              </a:ext>
            </a:extLst>
          </p:cNvPr>
          <p:cNvSpPr/>
          <p:nvPr/>
        </p:nvSpPr>
        <p:spPr>
          <a:xfrm>
            <a:off x="292608" y="3730752"/>
            <a:ext cx="1005840" cy="73152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DB60E1-EABE-55DE-13DC-E92F82131EE6}"/>
              </a:ext>
            </a:extLst>
          </p:cNvPr>
          <p:cNvSpPr txBox="1"/>
          <p:nvPr/>
        </p:nvSpPr>
        <p:spPr>
          <a:xfrm>
            <a:off x="292608" y="3803904"/>
            <a:ext cx="1005840" cy="27699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O2</a:t>
            </a: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3CA84898-D960-BAA0-ABDE-DF295487670C}"/>
              </a:ext>
            </a:extLst>
          </p:cNvPr>
          <p:cNvSpPr/>
          <p:nvPr/>
        </p:nvSpPr>
        <p:spPr>
          <a:xfrm>
            <a:off x="1481328" y="3730752"/>
            <a:ext cx="950976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20C1B2-65BA-04F1-2AF7-CE1A051A309B}"/>
              </a:ext>
            </a:extLst>
          </p:cNvPr>
          <p:cNvSpPr txBox="1"/>
          <p:nvPr/>
        </p:nvSpPr>
        <p:spPr>
          <a:xfrm>
            <a:off x="1664208" y="3803904"/>
            <a:ext cx="9144000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400"/>
              <a:t>Every test submission either saves fully (ACID atomicity) or not at all.</a:t>
            </a:r>
          </a:p>
        </p:txBody>
      </p:sp>
      <p:sp>
        <p:nvSpPr>
          <p:cNvPr id="32" name="Rounded Rectangle 18">
            <a:extLst>
              <a:ext uri="{FF2B5EF4-FFF2-40B4-BE49-F238E27FC236}">
                <a16:creationId xmlns:a16="http://schemas.microsoft.com/office/drawing/2014/main" id="{357AA39E-85E9-1664-E09E-E50DA1192DC5}"/>
              </a:ext>
            </a:extLst>
          </p:cNvPr>
          <p:cNvSpPr/>
          <p:nvPr/>
        </p:nvSpPr>
        <p:spPr>
          <a:xfrm>
            <a:off x="292608" y="4325112"/>
            <a:ext cx="100584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2557884-9EEA-C76B-EF4F-0236BCCFFDC2}"/>
              </a:ext>
            </a:extLst>
          </p:cNvPr>
          <p:cNvSpPr/>
          <p:nvPr/>
        </p:nvSpPr>
        <p:spPr>
          <a:xfrm>
            <a:off x="292608" y="4325112"/>
            <a:ext cx="1005840" cy="73152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48F7BE-5CD0-8B75-7227-C43FAD97260B}"/>
              </a:ext>
            </a:extLst>
          </p:cNvPr>
          <p:cNvSpPr txBox="1"/>
          <p:nvPr/>
        </p:nvSpPr>
        <p:spPr>
          <a:xfrm>
            <a:off x="292608" y="4398264"/>
            <a:ext cx="1005840" cy="27699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O3</a:t>
            </a:r>
          </a:p>
        </p:txBody>
      </p: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0DFCD7B5-B190-EB78-8036-2F087626141B}"/>
              </a:ext>
            </a:extLst>
          </p:cNvPr>
          <p:cNvSpPr/>
          <p:nvPr/>
        </p:nvSpPr>
        <p:spPr>
          <a:xfrm>
            <a:off x="1481328" y="4325112"/>
            <a:ext cx="950976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E5AEFB-1CC7-0691-0DD1-840734CBD3E7}"/>
              </a:ext>
            </a:extLst>
          </p:cNvPr>
          <p:cNvSpPr txBox="1"/>
          <p:nvPr/>
        </p:nvSpPr>
        <p:spPr>
          <a:xfrm>
            <a:off x="1664208" y="4398264"/>
            <a:ext cx="9144000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400"/>
              <a:t>Every user action and proctoring violation is captured in audit logs.</a:t>
            </a:r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FAB7E861-BFBB-7978-1C3D-FB67AC606CB6}"/>
              </a:ext>
            </a:extLst>
          </p:cNvPr>
          <p:cNvSpPr/>
          <p:nvPr/>
        </p:nvSpPr>
        <p:spPr>
          <a:xfrm>
            <a:off x="292608" y="4919472"/>
            <a:ext cx="100584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1FF858E-C08B-EED5-C6E9-32D2CA5889BE}"/>
              </a:ext>
            </a:extLst>
          </p:cNvPr>
          <p:cNvSpPr/>
          <p:nvPr/>
        </p:nvSpPr>
        <p:spPr>
          <a:xfrm>
            <a:off x="292608" y="4919472"/>
            <a:ext cx="1005840" cy="73152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18CC40-D5B3-15ED-7443-A65186BADCE8}"/>
              </a:ext>
            </a:extLst>
          </p:cNvPr>
          <p:cNvSpPr txBox="1"/>
          <p:nvPr/>
        </p:nvSpPr>
        <p:spPr>
          <a:xfrm>
            <a:off x="292608" y="4992624"/>
            <a:ext cx="1005840" cy="27699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B5CF6"/>
                </a:solidFill>
              </a:defRPr>
            </a:pPr>
            <a:r>
              <a:t>O4</a:t>
            </a:r>
          </a:p>
        </p:txBody>
      </p:sp>
      <p:sp>
        <p:nvSpPr>
          <p:cNvPr id="48" name="Rounded Rectangle 26">
            <a:extLst>
              <a:ext uri="{FF2B5EF4-FFF2-40B4-BE49-F238E27FC236}">
                <a16:creationId xmlns:a16="http://schemas.microsoft.com/office/drawing/2014/main" id="{B7756EE7-82D8-22BB-15CB-EC922EA1461E}"/>
              </a:ext>
            </a:extLst>
          </p:cNvPr>
          <p:cNvSpPr/>
          <p:nvPr/>
        </p:nvSpPr>
        <p:spPr>
          <a:xfrm>
            <a:off x="1481328" y="4919472"/>
            <a:ext cx="950976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936A2BC-98E8-CFFD-7D25-56D88FDC80AA}"/>
              </a:ext>
            </a:extLst>
          </p:cNvPr>
          <p:cNvSpPr txBox="1"/>
          <p:nvPr/>
        </p:nvSpPr>
        <p:spPr>
          <a:xfrm>
            <a:off x="1664208" y="4992624"/>
            <a:ext cx="9144000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400"/>
              <a:t>Automated database backup file created at least once a day in backups/.</a:t>
            </a:r>
          </a:p>
        </p:txBody>
      </p:sp>
      <p:sp>
        <p:nvSpPr>
          <p:cNvPr id="52" name="Rounded Rectangle 28">
            <a:extLst>
              <a:ext uri="{FF2B5EF4-FFF2-40B4-BE49-F238E27FC236}">
                <a16:creationId xmlns:a16="http://schemas.microsoft.com/office/drawing/2014/main" id="{9E23F532-6D54-CDF5-F11B-987E64049FB5}"/>
              </a:ext>
            </a:extLst>
          </p:cNvPr>
          <p:cNvSpPr/>
          <p:nvPr/>
        </p:nvSpPr>
        <p:spPr>
          <a:xfrm>
            <a:off x="292608" y="5513832"/>
            <a:ext cx="100584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E22A82-BFB4-D625-212D-6A3818AE8207}"/>
              </a:ext>
            </a:extLst>
          </p:cNvPr>
          <p:cNvSpPr/>
          <p:nvPr/>
        </p:nvSpPr>
        <p:spPr>
          <a:xfrm>
            <a:off x="292608" y="5513832"/>
            <a:ext cx="1005840" cy="73152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3DA5ACF-082F-8D97-CCCD-8BABE666B748}"/>
              </a:ext>
            </a:extLst>
          </p:cNvPr>
          <p:cNvSpPr txBox="1"/>
          <p:nvPr/>
        </p:nvSpPr>
        <p:spPr>
          <a:xfrm>
            <a:off x="292608" y="5586984"/>
            <a:ext cx="1005840" cy="27699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EA5E9"/>
                </a:solidFill>
              </a:defRPr>
            </a:pPr>
            <a:r>
              <a:t>O5</a:t>
            </a:r>
          </a:p>
        </p:txBody>
      </p:sp>
      <p:sp>
        <p:nvSpPr>
          <p:cNvPr id="58" name="Rounded Rectangle 31">
            <a:extLst>
              <a:ext uri="{FF2B5EF4-FFF2-40B4-BE49-F238E27FC236}">
                <a16:creationId xmlns:a16="http://schemas.microsoft.com/office/drawing/2014/main" id="{EBB09305-E8DE-C17C-EA95-BE209D0BD8EB}"/>
              </a:ext>
            </a:extLst>
          </p:cNvPr>
          <p:cNvSpPr/>
          <p:nvPr/>
        </p:nvSpPr>
        <p:spPr>
          <a:xfrm>
            <a:off x="1481328" y="5513832"/>
            <a:ext cx="9509760" cy="50292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45A0D3-1570-F478-09C5-DEA10EE58460}"/>
              </a:ext>
            </a:extLst>
          </p:cNvPr>
          <p:cNvSpPr txBox="1"/>
          <p:nvPr/>
        </p:nvSpPr>
        <p:spPr>
          <a:xfrm>
            <a:off x="1664208" y="5586984"/>
            <a:ext cx="9144000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sz="1400"/>
              <a:t>Login and code validation fail safely. App does not crash.</a:t>
            </a:r>
          </a:p>
        </p:txBody>
      </p:sp>
    </p:spTree>
    <p:extLst>
      <p:ext uri="{BB962C8B-B14F-4D97-AF65-F5344CB8AC3E}">
        <p14:creationId xmlns:p14="http://schemas.microsoft.com/office/powerpoint/2010/main" val="3430632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11" descr="Three people having a discussion at a table">
            <a:extLst>
              <a:ext uri="{FF2B5EF4-FFF2-40B4-BE49-F238E27FC236}">
                <a16:creationId xmlns:a16="http://schemas.microsoft.com/office/drawing/2014/main" id="{CDC6F399-9B57-E384-E2E4-790EED90B384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3"/>
          <a:srcRect l="18665" r="18665"/>
          <a:stretch>
            <a:fillRect/>
          </a:stretch>
        </p:blipFill>
        <p:spPr>
          <a:xfrm>
            <a:off x="5745001" y="0"/>
            <a:ext cx="6446995" cy="6858000"/>
          </a:xfrm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94CAB2A1-4073-8F8C-0BA7-BC89577BCF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C3B328B2-C0F5-4230-A79E-9931B19B75D8}" type="slidenum">
              <a:rPr lang="en-US"/>
              <a:t>4</a:t>
            </a:fld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494EFEA-9AC4-D26A-11CE-DDFD9ABF644B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9AC7C56-37A3-471F-9A7B-4A47E078BFC1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4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4">
            <a:extLst>
              <a:ext uri="{FF2B5EF4-FFF2-40B4-BE49-F238E27FC236}">
                <a16:creationId xmlns:a16="http://schemas.microsoft.com/office/drawing/2014/main" id="{38EEF52B-23CC-DE1F-54FC-427D928C2D0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11125"/>
            <a:ext cx="5595938" cy="18002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Three Quality Ideas &amp; Feature-to-Quality Mapping</a:t>
            </a:r>
          </a:p>
        </p:txBody>
      </p:sp>
      <p:grpSp>
        <p:nvGrpSpPr>
          <p:cNvPr id="7" name="Table Placeholder 6" descr="A timeline of the product launch">
            <a:extLst>
              <a:ext uri="{FF2B5EF4-FFF2-40B4-BE49-F238E27FC236}">
                <a16:creationId xmlns:a16="http://schemas.microsoft.com/office/drawing/2014/main" id="{E400B56E-E56C-56CD-E22A-8CC1CF7E76B5}"/>
              </a:ext>
            </a:extLst>
          </p:cNvPr>
          <p:cNvGrpSpPr/>
          <p:nvPr/>
        </p:nvGrpSpPr>
        <p:grpSpPr>
          <a:xfrm>
            <a:off x="91440" y="2021455"/>
            <a:ext cx="5504688" cy="4726185"/>
            <a:chOff x="658894" y="2425942"/>
            <a:chExt cx="3920643" cy="3471937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06CA4D5-3A9F-ECAB-6A53-3E42F8FB5C9D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540FAB-18F1-B97E-48EE-B72D20B01153}"/>
                </a:ext>
              </a:extLst>
            </p:cNvPr>
            <p:cNvSpPr/>
            <p:nvPr/>
          </p:nvSpPr>
          <p:spPr>
            <a:xfrm>
              <a:off x="658894" y="4158552"/>
              <a:ext cx="3920643" cy="173932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10B981"/>
                  </a:solidFill>
                </a:defRPr>
              </a:pPr>
              <a:endParaRPr lang="en-IN" sz="1400" dirty="0"/>
            </a:p>
            <a:p>
              <a:pPr marL="0" marR="0" lvl="0" indent="0" algn="ctr" defTabSz="8001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 dirty="0">
                <a:solidFill>
                  <a:srgbClr val="000000"/>
                </a:solidFill>
                <a:uFillTx/>
                <a:latin typeface="Avenir Next LT Pro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D9D4642-B432-E76F-7D38-680929BD57B5}"/>
                </a:ext>
              </a:extLst>
            </p:cNvPr>
            <p:cNvSpPr/>
            <p:nvPr/>
          </p:nvSpPr>
          <p:spPr>
            <a:xfrm>
              <a:off x="658894" y="2425942"/>
              <a:ext cx="3920643" cy="159580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endParaRPr lang="en-IN" sz="1400" dirty="0"/>
            </a:p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r>
                <a:rPr lang="en-IN" sz="1400" dirty="0"/>
                <a:t>THREE QUALITY IDEAS BEHIND THE SYSTEM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1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1. Error Prevention at Source (Poka-Yoke):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Blank prompts, missing radio choices, out-of-bounds duration limits, and duplicate Join Codes are hard-blocked.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1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2. Process Control (One Path for Work):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Teacher Creates → Code Issued → Candidate Enters → Proctored Exam → Instant Auto-Grade. UI cannot skip rules.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1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3. Monitoring (See &amp; Trace):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Real-time dashboard KPI alerts, proctor violation logs, and error telemetry directly feeding FMEA.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Aft>
                  <a:spcPts val="800"/>
                </a:spcAft>
                <a:defRPr sz="1150" b="1">
                  <a:solidFill>
                    <a:srgbClr val="10B981"/>
                  </a:solidFill>
                </a:defRPr>
              </a:pPr>
              <a:r>
                <a:rPr lang="en-IN" sz="1400" dirty="0"/>
                <a:t>FEATURE → TQM QUALITY IDEA MAPPING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100" dirty="0"/>
                <a:t>▪ Input Validation: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→ Error prevention at source (Poka-yoke)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100" dirty="0"/>
                <a:t>▪ User Roles (RBAC):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→ Process control + accountability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100" dirty="0"/>
                <a:t>▪ Audit Log &amp; Violation Tracker: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→ Monitoring + traceability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100" dirty="0"/>
                <a:t>▪ Error Recovery (ACID):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→ Reliability. No half-submitted tests.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100" dirty="0"/>
                <a:t>▪ Auto Backup Engine: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US" sz="105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→ Reliability. Data is never lost.</a:t>
              </a: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endParaRPr lang="en-IN" sz="1100" dirty="0"/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50">
                  <a:solidFill>
                    <a:srgbClr val="CBD5E1"/>
                  </a:solidFill>
                </a:defRPr>
              </a:pPr>
              <a:endParaRPr lang="en-IN" sz="105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Aft>
                  <a:spcPts val="800"/>
                </a:spcAft>
                <a:defRPr sz="1150" b="1">
                  <a:solidFill>
                    <a:srgbClr val="10B981"/>
                  </a:solidFill>
                </a:defRPr>
              </a:pP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0175D-50AF-2859-BCC3-2DCA9CCDE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3A116-7A27-07A5-B423-0A5C1BC3C65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620C9253-6B6E-4199-B0AA-299CD7A9BE9B}" type="slidenum">
              <a:rPr lang="en-US"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C4D6FD-D245-D73B-BE76-93A1598F0DA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546100"/>
            <a:ext cx="9632950" cy="12430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200" dirty="0">
                <a:solidFill>
                  <a:schemeClr val="tx1"/>
                </a:solidFill>
              </a:rPr>
              <a:t>Process Map, Sitting Controls &amp; SIPOC Matrix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AC487D3-2ADA-ECA2-7BE4-2A0643E9ADCD}"/>
              </a:ext>
            </a:extLst>
          </p:cNvPr>
          <p:cNvSpPr/>
          <p:nvPr/>
        </p:nvSpPr>
        <p:spPr>
          <a:xfrm>
            <a:off x="384048" y="4298483"/>
            <a:ext cx="10698480" cy="1540877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D091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9F4F87-66BA-771D-411F-38B1C27753E3}"/>
              </a:ext>
            </a:extLst>
          </p:cNvPr>
          <p:cNvSpPr/>
          <p:nvPr/>
        </p:nvSpPr>
        <p:spPr>
          <a:xfrm>
            <a:off x="356615" y="4244275"/>
            <a:ext cx="1069848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32E79E-F1D7-50A6-8A5A-B6F4E9A16BA7}"/>
              </a:ext>
            </a:extLst>
          </p:cNvPr>
          <p:cNvSpPr txBox="1"/>
          <p:nvPr/>
        </p:nvSpPr>
        <p:spPr>
          <a:xfrm>
            <a:off x="566928" y="4389924"/>
            <a:ext cx="10332720" cy="1467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</a:defRPr>
            </a:pPr>
            <a:r>
              <a:rPr lang="en-IN" sz="1600" dirty="0"/>
              <a:t>SIPOC MODEL OF THE ASSESSMENT PROCESS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/>
              <a:t>Suppliers (S):   Faculty / Teachers, Curriculum SMEs, AI Question Synthesis Model, Primary SQLite DB.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/>
              <a:t>Inputs (I):      Syllabus topic keywords, question prompts, deterministic answer keys, student credentials, Join Codes.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/>
              <a:t>Process (P):     Validate Input → Issue Join Code → Launch Timed Proctored Exam → Track Focus → Auto-Grade (&lt;25ms).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/>
              <a:t>Outputs (O):     Instant Student Scorecards, Class Submission Gradebook, Proctor Violation Audit Trails, DB Backups.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/>
              <a:t>Customers (C):   Enrolled Students (instant feedback), Course Teachers (zero manual grading), Institutional Auditors.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B3F939-8F58-3F39-CFF9-660278EF32CD}"/>
              </a:ext>
            </a:extLst>
          </p:cNvPr>
          <p:cNvSpPr/>
          <p:nvPr/>
        </p:nvSpPr>
        <p:spPr>
          <a:xfrm>
            <a:off x="411480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 dirty="0"/>
              <a:t>Teacher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C705CA-291B-CEF9-925C-7B034AEEFA85}"/>
              </a:ext>
            </a:extLst>
          </p:cNvPr>
          <p:cNvSpPr/>
          <p:nvPr/>
        </p:nvSpPr>
        <p:spPr>
          <a:xfrm>
            <a:off x="2194560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/>
              <a:t>Quiz Creation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BBC797-90E6-6808-9D71-BE0E6330ACE6}"/>
              </a:ext>
            </a:extLst>
          </p:cNvPr>
          <p:cNvSpPr/>
          <p:nvPr/>
        </p:nvSpPr>
        <p:spPr>
          <a:xfrm>
            <a:off x="3977640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/>
              <a:t>Join Code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31540D1-8994-7E02-3848-ABA156AC8D60}"/>
              </a:ext>
            </a:extLst>
          </p:cNvPr>
          <p:cNvSpPr/>
          <p:nvPr/>
        </p:nvSpPr>
        <p:spPr>
          <a:xfrm>
            <a:off x="5760719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/>
              <a:t>Student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1E2D09-1FAC-305E-B661-D3C7C45AE849}"/>
              </a:ext>
            </a:extLst>
          </p:cNvPr>
          <p:cNvSpPr/>
          <p:nvPr/>
        </p:nvSpPr>
        <p:spPr>
          <a:xfrm>
            <a:off x="7543800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/>
              <a:t>Exam Execution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3F54BF-A89C-17CA-41EC-09E95552A2D7}"/>
              </a:ext>
            </a:extLst>
          </p:cNvPr>
          <p:cNvSpPr/>
          <p:nvPr/>
        </p:nvSpPr>
        <p:spPr>
          <a:xfrm>
            <a:off x="9326880" y="1631334"/>
            <a:ext cx="1645920" cy="502920"/>
          </a:xfrm>
          <a:prstGeom prst="rect">
            <a:avLst/>
          </a:prstGeom>
          <a:solidFill>
            <a:srgbClr val="5A6768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600"/>
              <a:t>Report</a:t>
            </a:r>
          </a:p>
        </p:txBody>
      </p:sp>
      <p:sp>
        <p:nvSpPr>
          <p:cNvPr id="29" name="Rounded Rectangle 11">
            <a:extLst>
              <a:ext uri="{FF2B5EF4-FFF2-40B4-BE49-F238E27FC236}">
                <a16:creationId xmlns:a16="http://schemas.microsoft.com/office/drawing/2014/main" id="{78726A02-F51E-6EB5-3503-6EC6FDC914BF}"/>
              </a:ext>
            </a:extLst>
          </p:cNvPr>
          <p:cNvSpPr/>
          <p:nvPr/>
        </p:nvSpPr>
        <p:spPr>
          <a:xfrm>
            <a:off x="411480" y="2370578"/>
            <a:ext cx="2596896" cy="128016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0085424-D1F1-F314-DD3B-E75183BA0C72}"/>
              </a:ext>
            </a:extLst>
          </p:cNvPr>
          <p:cNvSpPr/>
          <p:nvPr/>
        </p:nvSpPr>
        <p:spPr>
          <a:xfrm>
            <a:off x="429768" y="2311416"/>
            <a:ext cx="25603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4CE6EC-E5D7-73B8-90E2-D434B3EB684E}"/>
              </a:ext>
            </a:extLst>
          </p:cNvPr>
          <p:cNvSpPr txBox="1"/>
          <p:nvPr/>
        </p:nvSpPr>
        <p:spPr>
          <a:xfrm>
            <a:off x="502920" y="2462018"/>
            <a:ext cx="2386584" cy="807913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3B82F6"/>
                </a:solidFill>
              </a:defRPr>
            </a:pPr>
            <a:r>
              <a:rPr sz="1400" dirty="0"/>
              <a:t>On Quiz Creation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rPr sz="1400" dirty="0"/>
              <a:t>Title, 4 options, radio key, duration 1-180m validated.</a:t>
            </a:r>
          </a:p>
        </p:txBody>
      </p:sp>
      <p:sp>
        <p:nvSpPr>
          <p:cNvPr id="41" name="Rounded Rectangle 14">
            <a:extLst>
              <a:ext uri="{FF2B5EF4-FFF2-40B4-BE49-F238E27FC236}">
                <a16:creationId xmlns:a16="http://schemas.microsoft.com/office/drawing/2014/main" id="{3EFBB5FD-5EC2-F903-3D2F-CB1AB9B9A5CF}"/>
              </a:ext>
            </a:extLst>
          </p:cNvPr>
          <p:cNvSpPr/>
          <p:nvPr/>
        </p:nvSpPr>
        <p:spPr>
          <a:xfrm>
            <a:off x="3108960" y="2370578"/>
            <a:ext cx="2560320" cy="128016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00C0609-0405-0CB0-4336-945F24C46AA9}"/>
              </a:ext>
            </a:extLst>
          </p:cNvPr>
          <p:cNvSpPr/>
          <p:nvPr/>
        </p:nvSpPr>
        <p:spPr>
          <a:xfrm>
            <a:off x="3145535" y="2328761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19477A-4E8B-7DDC-DB14-3B3D86C3D9F3}"/>
              </a:ext>
            </a:extLst>
          </p:cNvPr>
          <p:cNvSpPr txBox="1"/>
          <p:nvPr/>
        </p:nvSpPr>
        <p:spPr>
          <a:xfrm>
            <a:off x="3200400" y="2462018"/>
            <a:ext cx="2386584" cy="102335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10B981"/>
                </a:solidFill>
              </a:defRPr>
            </a:pPr>
            <a:r>
              <a:rPr sz="1400" dirty="0"/>
              <a:t>On Join Code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rPr sz="1400" dirty="0"/>
              <a:t>Normalized to uppercase, SQL uniqueness check, sub-25ms resolution.</a:t>
            </a:r>
          </a:p>
        </p:txBody>
      </p:sp>
      <p:sp>
        <p:nvSpPr>
          <p:cNvPr id="53" name="Rounded Rectangle 17">
            <a:extLst>
              <a:ext uri="{FF2B5EF4-FFF2-40B4-BE49-F238E27FC236}">
                <a16:creationId xmlns:a16="http://schemas.microsoft.com/office/drawing/2014/main" id="{E2AB63D4-7778-C42B-5DAC-FDEF41818F93}"/>
              </a:ext>
            </a:extLst>
          </p:cNvPr>
          <p:cNvSpPr/>
          <p:nvPr/>
        </p:nvSpPr>
        <p:spPr>
          <a:xfrm>
            <a:off x="5806440" y="2370578"/>
            <a:ext cx="2560320" cy="128016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68BAF80-551B-4CFF-BDDD-6ABEC827EF61}"/>
              </a:ext>
            </a:extLst>
          </p:cNvPr>
          <p:cNvSpPr/>
          <p:nvPr/>
        </p:nvSpPr>
        <p:spPr>
          <a:xfrm>
            <a:off x="5843015" y="2328761"/>
            <a:ext cx="256032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F7AB0A-CA55-1314-80BA-0BEECABB50E7}"/>
              </a:ext>
            </a:extLst>
          </p:cNvPr>
          <p:cNvSpPr txBox="1"/>
          <p:nvPr/>
        </p:nvSpPr>
        <p:spPr>
          <a:xfrm>
            <a:off x="5897880" y="2462018"/>
            <a:ext cx="2386584" cy="992579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EF4444"/>
                </a:solidFill>
              </a:defRPr>
            </a:pPr>
            <a:r>
              <a:rPr sz="1400" dirty="0"/>
              <a:t>On Exam Execution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rPr sz="1400" dirty="0"/>
              <a:t>Authoritative server timer + active window focus loss proctoring.</a:t>
            </a:r>
          </a:p>
        </p:txBody>
      </p:sp>
      <p:sp>
        <p:nvSpPr>
          <p:cNvPr id="63" name="Rounded Rectangle 20">
            <a:extLst>
              <a:ext uri="{FF2B5EF4-FFF2-40B4-BE49-F238E27FC236}">
                <a16:creationId xmlns:a16="http://schemas.microsoft.com/office/drawing/2014/main" id="{33D91355-C9F8-8C23-12CE-7DE74CA6AAEB}"/>
              </a:ext>
            </a:extLst>
          </p:cNvPr>
          <p:cNvSpPr/>
          <p:nvPr/>
        </p:nvSpPr>
        <p:spPr>
          <a:xfrm>
            <a:off x="8503920" y="2370578"/>
            <a:ext cx="2560320" cy="1280160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1CDF37C-E341-3C3A-E3A2-B9AE96BB723A}"/>
              </a:ext>
            </a:extLst>
          </p:cNvPr>
          <p:cNvSpPr/>
          <p:nvPr/>
        </p:nvSpPr>
        <p:spPr>
          <a:xfrm>
            <a:off x="8540495" y="2328761"/>
            <a:ext cx="256032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76D7EF-FF58-2BB3-C513-6CA0E65C4501}"/>
              </a:ext>
            </a:extLst>
          </p:cNvPr>
          <p:cNvSpPr txBox="1"/>
          <p:nvPr/>
        </p:nvSpPr>
        <p:spPr>
          <a:xfrm>
            <a:off x="8595360" y="2462018"/>
            <a:ext cx="2386584" cy="102335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8B5CF6"/>
                </a:solidFill>
              </a:defRPr>
            </a:pPr>
            <a:r>
              <a:rPr sz="1400" dirty="0"/>
              <a:t>On Report / Submission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rPr sz="1400" dirty="0"/>
              <a:t>Instant &lt;250ms grading, atomic commit, and proctor flag logs.</a:t>
            </a:r>
          </a:p>
        </p:txBody>
      </p:sp>
    </p:spTree>
    <p:extLst>
      <p:ext uri="{BB962C8B-B14F-4D97-AF65-F5344CB8AC3E}">
        <p14:creationId xmlns:p14="http://schemas.microsoft.com/office/powerpoint/2010/main" val="2422818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74EA8-695A-4FE1-FC30-200A4E507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0D0B2710-7992-A019-7952-F0B6560AC3C5}"/>
              </a:ext>
            </a:extLst>
          </p:cNvPr>
          <p:cNvGrpSpPr/>
          <p:nvPr/>
        </p:nvGrpSpPr>
        <p:grpSpPr>
          <a:xfrm>
            <a:off x="438913" y="1728214"/>
            <a:ext cx="6995160" cy="4206239"/>
            <a:chOff x="915145" y="2868187"/>
            <a:chExt cx="6489561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3F378345-C2EC-4BCE-9D0D-B9532A6BFA20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C5ED06C-D701-3EE3-B822-25CB12705AB5}"/>
                </a:ext>
              </a:extLst>
            </p:cNvPr>
            <p:cNvSpPr/>
            <p:nvPr/>
          </p:nvSpPr>
          <p:spPr>
            <a:xfrm>
              <a:off x="915145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defRPr sz="1300" b="1">
                  <a:solidFill>
                    <a:srgbClr val="3B82F6"/>
                  </a:solidFill>
                </a:defRPr>
              </a:pPr>
              <a:r>
                <a:rPr lang="en-IN" sz="2000" dirty="0"/>
                <a:t>STUDENT / CANDIDATE</a:t>
              </a:r>
            </a:p>
            <a:p>
              <a:pPr>
                <a:spcAft>
                  <a:spcPts val="1000"/>
                </a:spcAft>
                <a:defRPr sz="1050" b="1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Portal: Candidate Arena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Join assessments via 6-character code (e.g. QZ-1001)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Authoritative countdown timer with zero client drift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Active Anti-Cheat window focus &amp; blur detection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Instant scorecards with question-by-question explanations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Restricted: Examiner Studio &amp; Admin Panel completely hidden</a:t>
              </a:r>
            </a:p>
            <a:p>
              <a:pPr lvl="0" defTabSz="457200">
                <a:defRPr sz="950">
                  <a:solidFill>
                    <a:srgbClr val="CBD5E1"/>
                  </a:solidFill>
                </a:defRPr>
              </a:pPr>
              <a:endParaRPr lang="en-IN" sz="1400" dirty="0">
                <a:solidFill>
                  <a:schemeClr val="bg2">
                    <a:lumMod val="25000"/>
                  </a:schemeClr>
                </a:solidFill>
                <a:latin typeface="Calibri"/>
              </a:endParaRPr>
            </a:p>
            <a:p>
              <a:pPr marL="0" marR="0" lvl="0" indent="0" algn="ctr" defTabSz="800100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1800" b="0" i="0" u="none" strike="noStrike" kern="1200" cap="none" spc="0" baseline="0" dirty="0">
                <a:solidFill>
                  <a:srgbClr val="000000"/>
                </a:solidFill>
                <a:uFillTx/>
                <a:latin typeface="Avenir Next LT Pro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D7DACB-441B-AD4E-DCE8-5B595603BAEC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defRPr sz="1300" b="1">
                  <a:solidFill>
                    <a:srgbClr val="10B981"/>
                  </a:solidFill>
                </a:defRPr>
              </a:pPr>
              <a:r>
                <a:rPr lang="en-IN" sz="2000" dirty="0"/>
                <a:t>FACULTY / EXAMINER</a:t>
              </a:r>
            </a:p>
            <a:p>
              <a:pPr>
                <a:spcAft>
                  <a:spcPts val="1000"/>
                </a:spcAft>
                <a:defRPr sz="1050" b="1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Portal: Examiner Studio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Manual quiz authoring with custom time limits &amp; passing marks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AI-assisted curriculum generation based on topic &amp; difficulty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Instant Join Code generation for fast student distribution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Live Class Gradebook with student scores &amp; violation tallies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Restricted: Admin governance panel hidden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45C2F050-FDDC-5AC1-2F47-5D01F05185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6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F31E0095-1F46-6D8D-A672-D6136C465E0D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6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D8CA6CC-58D5-DFEA-B478-434BE2A90F9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731838"/>
            <a:ext cx="10140950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IN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Scope &amp; Role-Based Access Control (RBAC)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135C58B-403C-8119-9322-49BCF6243123}"/>
              </a:ext>
            </a:extLst>
          </p:cNvPr>
          <p:cNvSpPr/>
          <p:nvPr/>
        </p:nvSpPr>
        <p:spPr>
          <a:xfrm>
            <a:off x="7632499" y="1708418"/>
            <a:ext cx="3282390" cy="420623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rPr lang="en-IN" sz="2000" dirty="0"/>
              <a:t>ADMINISTRATOR</a:t>
            </a:r>
            <a:endParaRPr lang="en-IN" sz="2800" dirty="0"/>
          </a:p>
          <a:p>
            <a:pPr>
              <a:spcAft>
                <a:spcPts val="1000"/>
              </a:spcAft>
              <a:defRPr sz="1050" b="1">
                <a:solidFill>
                  <a:srgbClr val="FFFFFF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Portal: Platform Admin Console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Platform telemetry (total users, active faculty, attempt counts)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User governance roster with search &amp; role filters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Candidate Performance Scorecard drill-down modal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Instant CSV exports for rosters and complete audit logs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Database integrity monitoring and backup snapshot triggers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endParaRPr lang="en-I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</a:defRPr>
            </a:pPr>
            <a:endParaRPr lang="en-IN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3272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AA522-156C-6B7F-5143-700F77EE9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A431D24E-77DF-1BF5-61B9-D216EA2A6B3F}"/>
              </a:ext>
            </a:extLst>
          </p:cNvPr>
          <p:cNvGrpSpPr/>
          <p:nvPr/>
        </p:nvGrpSpPr>
        <p:grpSpPr>
          <a:xfrm>
            <a:off x="916887" y="1371600"/>
            <a:ext cx="9260385" cy="5209190"/>
            <a:chOff x="916887" y="2868187"/>
            <a:chExt cx="6487819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E9D79E9-4646-394A-4668-399C5DE892DD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B020C21-592F-6B00-7635-A47F6942B602}"/>
                </a:ext>
              </a:extLst>
            </p:cNvPr>
            <p:cNvSpPr/>
            <p:nvPr/>
          </p:nvSpPr>
          <p:spPr>
            <a:xfrm>
              <a:off x="916887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r>
                <a:rPr lang="en-IN" sz="2000" dirty="0"/>
                <a:t>FORMAL SRS SPECIFICATION (IEEE 830)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Standard Compliance: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Structured per IEEE 830 in docs/SRS_Document.md.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System Boundaries: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Covers Student examinees, Faculty authors, and System Admins.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Multi-Tier Isolation: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Presentation SPA / GUI,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FastAPI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Service Layer, SQLite Persistence.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Poka-Yoke Validation: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Pydantic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v2 schemas reject out-of-bounds input at the API boundary.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Zero-Defect Quality Goal: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Meets Q20 overall quality mandate with 22/22 unit tests passing.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7FE0CC2-B339-BDF8-E551-A9F7BC312F09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10B981"/>
                  </a:solidFill>
                </a:defRPr>
              </a:pPr>
              <a:r>
                <a:rPr lang="en-IN" sz="2000" dirty="0"/>
                <a:t>MEASURABLE REQUIREMENTS (VIVA FORMULA)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Zero Lost Submissions: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Lost submissions count = 0 (100% captured)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Zero Grading Latency: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Turnaround time &lt; 250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ms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(achieved ~25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ms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)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100% Grading Accuracy: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Calculated score vs key = 100.0% match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Anti-Cheat Tracking: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Focus loss / tab switches logged = 100%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Fast Join Code Lookup: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Resolution time &lt; 25 milliseconds</a:t>
              </a:r>
            </a:p>
            <a:p>
              <a:pPr>
                <a:spcBef>
                  <a:spcPts val="3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✔ Data Protection (RPO):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Target: Automated DB snapshot frequency &lt;= 1 hour</a:t>
              </a:r>
            </a:p>
            <a:p>
              <a:pPr>
                <a:defRPr sz="950">
                  <a:solidFill>
                    <a:srgbClr val="FFFFFF"/>
                  </a:solidFill>
                </a:defRPr>
              </a:pP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14C45A89-AC98-082F-E982-6C127CF2886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7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E36919D8-AA84-613C-4650-5AD25BB930B2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7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BF84B49-CB85-C572-8480-0E0F8102F23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549275"/>
            <a:ext cx="10644188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SRS &amp; Measurable Requirements (Need → Number We Can Count)</a:t>
            </a:r>
          </a:p>
        </p:txBody>
      </p:sp>
    </p:spTree>
    <p:extLst>
      <p:ext uri="{BB962C8B-B14F-4D97-AF65-F5344CB8AC3E}">
        <p14:creationId xmlns:p14="http://schemas.microsoft.com/office/powerpoint/2010/main" val="3188351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89861-7715-760D-72CF-71D89154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22EAF40D-7A13-6FDB-A71E-96F508566662}"/>
              </a:ext>
            </a:extLst>
          </p:cNvPr>
          <p:cNvGrpSpPr/>
          <p:nvPr/>
        </p:nvGrpSpPr>
        <p:grpSpPr>
          <a:xfrm>
            <a:off x="533952" y="2176273"/>
            <a:ext cx="6995160" cy="4206239"/>
            <a:chOff x="915145" y="2868187"/>
            <a:chExt cx="6489561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07BF39A-316E-C247-2578-6515B1319572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2F6B624-0E07-5155-57EA-9A687FE183BE}"/>
                </a:ext>
              </a:extLst>
            </p:cNvPr>
            <p:cNvSpPr/>
            <p:nvPr/>
          </p:nvSpPr>
          <p:spPr>
            <a:xfrm>
              <a:off x="915145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600"/>
                </a:spcAft>
                <a:defRPr sz="1100" b="1">
                  <a:solidFill>
                    <a:srgbClr val="3B82F6"/>
                  </a:solidFill>
                </a:defRPr>
              </a:pPr>
              <a:r>
                <a:rPr lang="en-IN" sz="2000" dirty="0"/>
                <a:t>CORE &amp; DATABASE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server.py: Starts app, </a:t>
              </a:r>
              <a:r>
                <a:rPr lang="en-IN" sz="16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FastAPI</a:t>
              </a: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lifespan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desktop_app.py: Standalone Windows GUI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database/db.py: Opens SQLite &amp; commits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database/schema.py: Table definitions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database/migrations.py: Safe schema upgrades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D399CC2-4BE7-42C3-4B32-1930D6E788F1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600"/>
                </a:spcAft>
                <a:defRPr sz="1100" b="1">
                  <a:solidFill>
                    <a:srgbClr val="10B981"/>
                  </a:solidFill>
                </a:defRPr>
              </a:pPr>
              <a:endParaRPr lang="en-IN" sz="1600" dirty="0"/>
            </a:p>
            <a:p>
              <a:pPr>
                <a:spcAft>
                  <a:spcPts val="600"/>
                </a:spcAft>
                <a:defRPr sz="1100" b="1">
                  <a:solidFill>
                    <a:srgbClr val="10B981"/>
                  </a:solidFill>
                </a:defRPr>
              </a:pPr>
              <a:endParaRPr lang="en-IN" sz="1600" dirty="0"/>
            </a:p>
            <a:p>
              <a:pPr>
                <a:spcAft>
                  <a:spcPts val="600"/>
                </a:spcAft>
                <a:defRPr sz="1100" b="1">
                  <a:solidFill>
                    <a:srgbClr val="10B981"/>
                  </a:solidFill>
                </a:defRPr>
              </a:pPr>
              <a:r>
                <a:rPr lang="en-IN" sz="1600" dirty="0"/>
                <a:t>SERVICES &amp; MODELS</a:t>
              </a: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services/auth_service.py: Login &amp; RBAC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services/quiz_service.py: Create &amp; Join Code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services/grading_service.py: Sub-250ms score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services/proctor_service.py: Violation tracker</a:t>
              </a:r>
            </a:p>
            <a:p>
              <a:pPr>
                <a:spcBef>
                  <a:spcPts val="3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• models/ (user.py, quiz.py, attempt.py)</a:t>
              </a: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spcBef>
                  <a:spcPts val="400"/>
                </a:spcBef>
                <a:defRPr sz="950">
                  <a:solidFill>
                    <a:srgbClr val="CBD5E1"/>
                  </a:solidFill>
                </a:defRPr>
              </a:pP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908CAEF9-5E08-0E76-CB43-5F63B5C0B13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8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59A6E5CE-DEA9-74A5-4D39-9C05A34A8627}"/>
              </a:ext>
            </a:extLst>
          </p:cNvPr>
          <p:cNvSpPr txBox="1"/>
          <p:nvPr/>
        </p:nvSpPr>
        <p:spPr>
          <a:xfrm>
            <a:off x="11316087" y="5937717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8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40D696C6-5FCC-8EDF-32AF-FFD334A38AF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96850"/>
            <a:ext cx="10140950" cy="8239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Modular Folder Architecture &amp; The Golden Rule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5F9BDA1-C11A-04C1-73E8-4E56D5430577}"/>
              </a:ext>
            </a:extLst>
          </p:cNvPr>
          <p:cNvSpPr/>
          <p:nvPr/>
        </p:nvSpPr>
        <p:spPr>
          <a:xfrm>
            <a:off x="7727538" y="2156477"/>
            <a:ext cx="3282390" cy="420623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rPr lang="en-IN" sz="2000" dirty="0"/>
              <a:t>UI, UTILS &amp; REPORTS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ui</a:t>
            </a: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 (Login, Candidate Arena, Examiner Studio)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reports/ (Class Gradebook, CSV Exporters)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utils/validators.py: Poka-yoke error prevention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utils/logger.py: Telemetry &amp;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error_logs</a:t>
            </a:r>
            <a:endParaRPr lang="en-IN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tests/ (22 automated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Pytest</a:t>
            </a: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unit tests)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E0CDEA9-3739-5D08-90DC-D9D13515DFEE}"/>
              </a:ext>
            </a:extLst>
          </p:cNvPr>
          <p:cNvSpPr/>
          <p:nvPr/>
        </p:nvSpPr>
        <p:spPr>
          <a:xfrm>
            <a:off x="610850" y="903752"/>
            <a:ext cx="10277158" cy="97584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rPr lang="en-US" sz="2000" dirty="0"/>
              <a:t>THE ONE RULE TO REMEMBER: The screen must not talk to the database.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UI  →  Service  →  Model / Database  (No raw SQL queries inside UI button callbacks or templates)</a:t>
            </a:r>
          </a:p>
        </p:txBody>
      </p:sp>
    </p:spTree>
    <p:extLst>
      <p:ext uri="{BB962C8B-B14F-4D97-AF65-F5344CB8AC3E}">
        <p14:creationId xmlns:p14="http://schemas.microsoft.com/office/powerpoint/2010/main" val="3356088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70300-5CFA-098F-05D3-5BA7DEB39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A656B2F1-37C2-ABCE-4B53-BB6A9BBD026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0883730" y="5609587"/>
            <a:ext cx="414785" cy="365129"/>
          </a:xfrm>
        </p:spPr>
        <p:txBody>
          <a:bodyPr/>
          <a:lstStyle/>
          <a:p>
            <a:pPr lvl="0"/>
            <a:fld id="{D759B57E-2F90-42DB-BA4F-30A56E17DA85}" type="slidenum">
              <a:rPr lang="en-US" sz="2000"/>
              <a:t>9</a:t>
            </a:fld>
            <a:endParaRPr lang="en-US" sz="20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3C6B9EA-4C10-77F3-501B-F4F0405C7CCE}"/>
              </a:ext>
            </a:extLst>
          </p:cNvPr>
          <p:cNvSpPr/>
          <p:nvPr/>
        </p:nvSpPr>
        <p:spPr>
          <a:xfrm>
            <a:off x="193040" y="1474542"/>
            <a:ext cx="3254618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3B82F6"/>
                </a:solidFill>
              </a:defRPr>
            </a:pPr>
            <a:r>
              <a:rPr lang="en-US" sz="1600" dirty="0"/>
              <a:t>M1: Identity &amp; Authentication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Secure login/signup for Student, Faculty, Admin. Dynamic navigation tab visibility based on authenticated role </a:t>
            </a:r>
            <a:endParaRPr lang="en-US" sz="4000" b="0" i="0" u="none" strike="noStrike" kern="1200" cap="none" spc="0" baseline="0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Avenir Next LT Pro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8BA12585-16AE-38C2-5F5E-897DE89A572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247650"/>
            <a:ext cx="8991600" cy="17383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r>
              <a:rPr lang="en-IN" sz="4400" dirty="0"/>
              <a:t>Core Modules &amp; Feature Breakdown</a:t>
            </a:r>
            <a:br>
              <a:rPr lang="en-IN" sz="4400" dirty="0"/>
            </a:br>
            <a:endParaRPr lang="en-US" sz="4400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0DF727F-7BF2-86B9-11A8-17C7CBB9D181}"/>
              </a:ext>
            </a:extLst>
          </p:cNvPr>
          <p:cNvSpPr/>
          <p:nvPr/>
        </p:nvSpPr>
        <p:spPr>
          <a:xfrm>
            <a:off x="4014772" y="1471222"/>
            <a:ext cx="3254618" cy="173735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endParaRPr lang="en-IN" sz="1600" dirty="0"/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rPr lang="en-IN" sz="1600" dirty="0"/>
              <a:t>M2: Examiner Studio &amp; AI Wizard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Manual quiz authoring or AI syllabus synthesis. Configures time limits, passing mark, and unique 6-character Join Code.</a:t>
            </a:r>
          </a:p>
          <a:p>
            <a:pPr marL="0" marR="0" lvl="0" indent="0" defTabSz="800100" rtl="0" fontAlgn="auto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4000" b="0" i="0" u="none" strike="noStrike" kern="1200" cap="none" spc="0" baseline="0" dirty="0">
              <a:solidFill>
                <a:srgbClr val="000000"/>
              </a:solidFill>
              <a:uFillTx/>
              <a:latin typeface="Avenir Next LT Pro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0242680-4960-06B6-F257-55E01FC4B567}"/>
              </a:ext>
            </a:extLst>
          </p:cNvPr>
          <p:cNvSpPr/>
          <p:nvPr/>
        </p:nvSpPr>
        <p:spPr>
          <a:xfrm>
            <a:off x="7935270" y="1471220"/>
            <a:ext cx="3155852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</a:defRPr>
            </a:pPr>
            <a:r>
              <a:rPr lang="en-IN" sz="1600" dirty="0"/>
              <a:t>M3: Candidate Assessment Arena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Quick test join via code. Delivers questions with interactive palette, authoritative server countdown timer, and auto-submit.</a:t>
            </a: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EE377FE-338F-053D-22FE-1E734B4B8FEB}"/>
              </a:ext>
            </a:extLst>
          </p:cNvPr>
          <p:cNvSpPr/>
          <p:nvPr/>
        </p:nvSpPr>
        <p:spPr>
          <a:xfrm>
            <a:off x="7935270" y="3887940"/>
            <a:ext cx="3254618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</a:defRPr>
            </a:pPr>
            <a:r>
              <a:rPr lang="en-IN" sz="1600" dirty="0"/>
              <a:t>M6: Admin Governance &amp; Telemetry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Platform telemetry KPIs, filterable user roster, candidate performance scorecard drill-down modal, and CSV exports.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EA9CB3E8-4C72-C6B9-66E6-0DB53641A134}"/>
              </a:ext>
            </a:extLst>
          </p:cNvPr>
          <p:cNvSpPr/>
          <p:nvPr/>
        </p:nvSpPr>
        <p:spPr>
          <a:xfrm>
            <a:off x="4014772" y="3887940"/>
            <a:ext cx="3254618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8B5CF6"/>
                </a:solidFill>
              </a:defRPr>
            </a:pPr>
            <a:r>
              <a:rPr lang="en-US" sz="1600" dirty="0"/>
              <a:t>M5: Zero-Latency Auto-Grading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In-memory evaluation compares answers against key in ~25ms. Displays immediate scorecard with detailed explanations.</a:t>
            </a: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E36E898-7934-13BC-CEC6-8C173CE78791}"/>
              </a:ext>
            </a:extLst>
          </p:cNvPr>
          <p:cNvSpPr/>
          <p:nvPr/>
        </p:nvSpPr>
        <p:spPr>
          <a:xfrm>
            <a:off x="193039" y="3868760"/>
            <a:ext cx="3254618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EF4444"/>
                </a:solidFill>
              </a:defRPr>
            </a:pPr>
            <a:r>
              <a:rPr lang="en-US" sz="1600" dirty="0"/>
              <a:t>M4: Anti-Cheat Proctoring Hub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Continuous window focus tracking monitors tab switches and window blur events, incrementing violation tallies in real time.</a:t>
            </a:r>
          </a:p>
        </p:txBody>
      </p:sp>
    </p:spTree>
    <p:extLst>
      <p:ext uri="{BB962C8B-B14F-4D97-AF65-F5344CB8AC3E}">
        <p14:creationId xmlns:p14="http://schemas.microsoft.com/office/powerpoint/2010/main" val="3011902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002CE-7014-2BA2-636F-9521744A6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DF01CD75-CD1B-2859-6783-3DC3F577C479}"/>
              </a:ext>
            </a:extLst>
          </p:cNvPr>
          <p:cNvSpPr txBox="1"/>
          <p:nvPr/>
        </p:nvSpPr>
        <p:spPr>
          <a:xfrm>
            <a:off x="11316087" y="5937717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10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BA59D926-79F9-4C38-3B2C-E5FBFB67CE4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10</a:t>
            </a:fld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A0673D-2FD6-2F02-59C5-A0B2FBA08B80}"/>
              </a:ext>
            </a:extLst>
          </p:cNvPr>
          <p:cNvSpPr/>
          <p:nvPr/>
        </p:nvSpPr>
        <p:spPr>
          <a:xfrm>
            <a:off x="7632499" y="1564152"/>
            <a:ext cx="3282390" cy="4738694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59E0B"/>
                </a:solidFill>
              </a:defRPr>
            </a:pPr>
            <a:r>
              <a:rPr lang="en-IN" sz="2000" dirty="0"/>
              <a:t>INTEGRITY &amp; MIGRATION HIGHLIGHTS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ACID Transactions: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All test submissions execute in atomic write transactions; zero partial attempts.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Indexed Lookups: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Uppercase indexed Join Codes ensure &lt;25ms question retrieval.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Immutable Snapshots: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Questions serialized as self-contained JSON strings inside quizzes to prevent drift.</a:t>
            </a:r>
          </a:p>
          <a:p>
            <a:pPr>
              <a:spcBef>
                <a:spcPts val="400"/>
              </a:spcBef>
              <a:defRPr sz="1000" b="1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Why migrations.py matters: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Adds new columns (e.g. </a:t>
            </a:r>
            <a:r>
              <a:rPr lang="en-IN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join_code</a:t>
            </a: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IN" sz="1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cheat_violations</a:t>
            </a:r>
            <a:r>
              <a:rPr lang="en-I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to live files without wiping student test records.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47B0CC0-E36A-EB4F-B930-599D315E6C2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96850"/>
            <a:ext cx="10140950" cy="8239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IN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Database &amp; System Design (ACID SQLite Persistence)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5C74375-AB7D-FFC6-AE81-F47EE0EEB06A}"/>
              </a:ext>
            </a:extLst>
          </p:cNvPr>
          <p:cNvSpPr/>
          <p:nvPr/>
        </p:nvSpPr>
        <p:spPr>
          <a:xfrm>
            <a:off x="82530" y="1564152"/>
            <a:ext cx="7338849" cy="130096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rPr lang="en-US" sz="2000" dirty="0"/>
              <a:t>TABLE: users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 (PK), username (UNIQUE),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password_hash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role,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full_name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department,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created_at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D362AB0-16F3-7C8D-7938-C657CA2ED61A}"/>
              </a:ext>
            </a:extLst>
          </p:cNvPr>
          <p:cNvSpPr/>
          <p:nvPr/>
        </p:nvSpPr>
        <p:spPr>
          <a:xfrm>
            <a:off x="107214" y="3283015"/>
            <a:ext cx="7338849" cy="1300967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rPr lang="en-IN" sz="2000" dirty="0"/>
              <a:t>TABLE: quizzes</a:t>
            </a:r>
            <a:endParaRPr lang="en-IN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 (PK),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join_code</a:t>
            </a: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(UNIQUE),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teacher_name</a:t>
            </a: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title, category, duration,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passing_score</a:t>
            </a: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questions_json</a:t>
            </a:r>
            <a:endParaRPr lang="en-IN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D144B15-460C-4AF5-5956-BA0A41A4EDDF}"/>
              </a:ext>
            </a:extLst>
          </p:cNvPr>
          <p:cNvSpPr/>
          <p:nvPr/>
        </p:nvSpPr>
        <p:spPr>
          <a:xfrm>
            <a:off x="107215" y="5001878"/>
            <a:ext cx="7338849" cy="130096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5CF6"/>
                </a:solidFill>
              </a:defRPr>
            </a:pPr>
            <a:r>
              <a:rPr lang="en-US" sz="2000" dirty="0"/>
              <a:t>TABLE: attempts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 (PK),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quiz_id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(FK),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join_code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student_name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score, percentage, passed,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cheat_violations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submitted_at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20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E3F52-24E4-2DF0-F7A3-BFE770DD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F5E5269-B32C-9DF8-4BB5-49F46FD69F8A}"/>
              </a:ext>
            </a:extLst>
          </p:cNvPr>
          <p:cNvSpPr/>
          <p:nvPr/>
        </p:nvSpPr>
        <p:spPr>
          <a:xfrm>
            <a:off x="203200" y="1687902"/>
            <a:ext cx="4805680" cy="21119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rPr lang="en-IN" sz="1600" dirty="0"/>
              <a:t>USER MANAGEMENT</a:t>
            </a:r>
            <a:endParaRPr lang="en-IN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CREATE: Register accounts via 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/auth/register or Desktop UI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READ: Authenticate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/auth/login), Roster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/admin/users)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UPDATE: Department assignment, accommodation time buffers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DELETE: Soft-deactivate accounts and revoke active permissions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9CF2B75C-99B0-844E-F9A7-14A561A26F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247650"/>
            <a:ext cx="10895013" cy="17383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CRUD Operations Aligned with Quality Goals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4EF54EC-A056-429F-C848-476A862F4D91}"/>
              </a:ext>
            </a:extLst>
          </p:cNvPr>
          <p:cNvSpPr/>
          <p:nvPr/>
        </p:nvSpPr>
        <p:spPr>
          <a:xfrm>
            <a:off x="5689600" y="1687903"/>
            <a:ext cx="4805680" cy="2111937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rPr lang="en-IN" sz="1600" dirty="0"/>
              <a:t>ASSESSMENT MANAGEMENT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CREATE: Manual authoring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/quizzes) or AI Wizard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/ai-generate)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READ: Code resolver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/quizzes/code/{code}), Public test list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UPDATE: Modify time duration, passing mark, or question sets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DELETE: Archive assessment and withdraw public Join Code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8419E77-0AF1-2636-CD8C-09CEF815D0D3}"/>
              </a:ext>
            </a:extLst>
          </p:cNvPr>
          <p:cNvSpPr/>
          <p:nvPr/>
        </p:nvSpPr>
        <p:spPr>
          <a:xfrm>
            <a:off x="5689600" y="4057320"/>
            <a:ext cx="4805680" cy="211193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5CF6"/>
                </a:solidFill>
              </a:defRPr>
            </a:pPr>
            <a:r>
              <a:rPr lang="en-IN" sz="1600" dirty="0"/>
              <a:t>BACKUPS &amp; REPORTS</a:t>
            </a:r>
            <a:endParaRPr lang="en-IN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CREATE: Automated timestamped snapshots in backups/ directory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READ: Stream CSV reports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/admin/export/users.csv &amp; submissions.csv)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UPDATE: Validate snapshot integrity against active database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DELETE: Rolling backup policy purging snapshots older than 30 days</a:t>
            </a: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97C389F-5121-23BC-05D4-19BFAC072F13}"/>
              </a:ext>
            </a:extLst>
          </p:cNvPr>
          <p:cNvSpPr/>
          <p:nvPr/>
        </p:nvSpPr>
        <p:spPr>
          <a:xfrm>
            <a:off x="203199" y="4082120"/>
            <a:ext cx="4805680" cy="208713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rPr lang="en-IN" sz="1600" dirty="0"/>
              <a:t>SUBMISSIONS &amp; AUDIT</a:t>
            </a:r>
            <a:endParaRPr lang="en-IN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CREATE: Atomic test submission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/quizzes/{id}/submit)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READ: Teacher Gradebook (/</a:t>
            </a:r>
            <a:r>
              <a:rPr lang="en-IN" sz="12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api</a:t>
            </a: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/teacher/reports), Candidate Scorecards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UPDATE: Durable autosave progress during active exam sessions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DELETE: Controlled audit retention purge</a:t>
            </a:r>
          </a:p>
        </p:txBody>
      </p:sp>
    </p:spTree>
    <p:extLst>
      <p:ext uri="{BB962C8B-B14F-4D97-AF65-F5344CB8AC3E}">
        <p14:creationId xmlns:p14="http://schemas.microsoft.com/office/powerpoint/2010/main" val="472272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04759-65B6-F2DE-F4B1-D6D93935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27C80-D2CC-D659-DC46-7C374A8591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11457916" y="6382512"/>
            <a:ext cx="500999" cy="312757"/>
          </a:xfrm>
        </p:spPr>
        <p:txBody>
          <a:bodyPr/>
          <a:lstStyle/>
          <a:p>
            <a:pPr lvl="0"/>
            <a:fld id="{620C9253-6B6E-4199-B0AA-299CD7A9BE9B}" type="slidenum">
              <a:rPr lang="en-US"/>
              <a:t>12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47DAB3-32AE-B163-D5D7-297B5619095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119063"/>
            <a:ext cx="11215688" cy="132556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r>
              <a:rPr lang="en-US" dirty="0"/>
              <a:t>Initial UI &amp; System Workflow (How a Click Travels)</a:t>
            </a:r>
            <a:br>
              <a:rPr lang="en-US" dirty="0"/>
            </a:br>
            <a:endParaRPr lang="en-IN" dirty="0">
              <a:effectLst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FA3FF9D9-50FB-CE4A-A9D9-1D4E5369B879}"/>
              </a:ext>
            </a:extLst>
          </p:cNvPr>
          <p:cNvSpPr/>
          <p:nvPr/>
        </p:nvSpPr>
        <p:spPr>
          <a:xfrm>
            <a:off x="57652" y="3151632"/>
            <a:ext cx="1314964" cy="37232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E96B72-DE4A-2404-4B57-7C81A020395D}"/>
              </a:ext>
            </a:extLst>
          </p:cNvPr>
          <p:cNvSpPr txBox="1"/>
          <p:nvPr/>
        </p:nvSpPr>
        <p:spPr>
          <a:xfrm>
            <a:off x="71120" y="3188208"/>
            <a:ext cx="1301496" cy="43088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 lang="en-IN" sz="1100" dirty="0"/>
              <a:t>3. EXTRA SERVICE</a:t>
            </a:r>
          </a:p>
        </p:txBody>
      </p:sp>
      <p:sp>
        <p:nvSpPr>
          <p:cNvPr id="18" name="Rounded Rectangle 11">
            <a:extLst>
              <a:ext uri="{FF2B5EF4-FFF2-40B4-BE49-F238E27FC236}">
                <a16:creationId xmlns:a16="http://schemas.microsoft.com/office/drawing/2014/main" id="{3BBB8436-2DBF-B962-9C09-153640EB26E8}"/>
              </a:ext>
            </a:extLst>
          </p:cNvPr>
          <p:cNvSpPr/>
          <p:nvPr/>
        </p:nvSpPr>
        <p:spPr>
          <a:xfrm>
            <a:off x="1481328" y="313639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9DA934-9874-F7E4-9C65-986230DB44A9}"/>
              </a:ext>
            </a:extLst>
          </p:cNvPr>
          <p:cNvSpPr txBox="1"/>
          <p:nvPr/>
        </p:nvSpPr>
        <p:spPr>
          <a:xfrm>
            <a:off x="1664208" y="320954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IN" sz="1600" dirty="0" err="1"/>
              <a:t>proctor_service</a:t>
            </a:r>
            <a:r>
              <a:rPr lang="en-IN" sz="1600" dirty="0"/>
              <a:t> attaches violation counts and infraction timestamps.</a:t>
            </a:r>
          </a:p>
        </p:txBody>
      </p:sp>
      <p:sp>
        <p:nvSpPr>
          <p:cNvPr id="22" name="Rounded Rectangle 13">
            <a:extLst>
              <a:ext uri="{FF2B5EF4-FFF2-40B4-BE49-F238E27FC236}">
                <a16:creationId xmlns:a16="http://schemas.microsoft.com/office/drawing/2014/main" id="{35216A7D-2F64-BAA7-1307-76D3BF95FB33}"/>
              </a:ext>
            </a:extLst>
          </p:cNvPr>
          <p:cNvSpPr/>
          <p:nvPr/>
        </p:nvSpPr>
        <p:spPr>
          <a:xfrm>
            <a:off x="68828" y="3730752"/>
            <a:ext cx="1314964" cy="37232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1204E0-6B76-2BCB-F399-915A6F985E67}"/>
              </a:ext>
            </a:extLst>
          </p:cNvPr>
          <p:cNvSpPr/>
          <p:nvPr/>
        </p:nvSpPr>
        <p:spPr>
          <a:xfrm>
            <a:off x="68828" y="3730752"/>
            <a:ext cx="1314964" cy="54155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06396-F5E2-9C2B-10F0-09F1A7004009}"/>
              </a:ext>
            </a:extLst>
          </p:cNvPr>
          <p:cNvSpPr txBox="1"/>
          <p:nvPr/>
        </p:nvSpPr>
        <p:spPr>
          <a:xfrm>
            <a:off x="68828" y="3803904"/>
            <a:ext cx="1314964" cy="261610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8B5CF6"/>
                </a:solidFill>
              </a:defRPr>
            </a:pPr>
            <a:r>
              <a:rPr lang="en-IN" sz="1100" dirty="0"/>
              <a:t>4. UTILS</a:t>
            </a:r>
          </a:p>
        </p:txBody>
      </p:sp>
      <p:sp>
        <p:nvSpPr>
          <p:cNvPr id="28" name="Rounded Rectangle 16">
            <a:extLst>
              <a:ext uri="{FF2B5EF4-FFF2-40B4-BE49-F238E27FC236}">
                <a16:creationId xmlns:a16="http://schemas.microsoft.com/office/drawing/2014/main" id="{12524F46-0166-3FF8-8D87-7131417F5D72}"/>
              </a:ext>
            </a:extLst>
          </p:cNvPr>
          <p:cNvSpPr/>
          <p:nvPr/>
        </p:nvSpPr>
        <p:spPr>
          <a:xfrm>
            <a:off x="1481328" y="373075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D41F0C-F75E-E4F7-77D8-481EB8D8BB96}"/>
              </a:ext>
            </a:extLst>
          </p:cNvPr>
          <p:cNvSpPr txBox="1"/>
          <p:nvPr/>
        </p:nvSpPr>
        <p:spPr>
          <a:xfrm>
            <a:off x="1664208" y="380390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/>
              <a:t>validators.py enforces schema bounds and rejects malformed payloads.</a:t>
            </a:r>
          </a:p>
        </p:txBody>
      </p:sp>
      <p:sp>
        <p:nvSpPr>
          <p:cNvPr id="32" name="Rounded Rectangle 18">
            <a:extLst>
              <a:ext uri="{FF2B5EF4-FFF2-40B4-BE49-F238E27FC236}">
                <a16:creationId xmlns:a16="http://schemas.microsoft.com/office/drawing/2014/main" id="{32E3C843-E8B9-7587-260C-9BE0DA9FEBB4}"/>
              </a:ext>
            </a:extLst>
          </p:cNvPr>
          <p:cNvSpPr/>
          <p:nvPr/>
        </p:nvSpPr>
        <p:spPr>
          <a:xfrm>
            <a:off x="68828" y="4325112"/>
            <a:ext cx="1314964" cy="37232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74273D8-6F5B-E6E5-5175-58AEC9B64A0A}"/>
              </a:ext>
            </a:extLst>
          </p:cNvPr>
          <p:cNvSpPr/>
          <p:nvPr/>
        </p:nvSpPr>
        <p:spPr>
          <a:xfrm>
            <a:off x="68828" y="4325112"/>
            <a:ext cx="1314964" cy="54155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0003F303-B88C-A708-C89C-E5A178034CC7}"/>
              </a:ext>
            </a:extLst>
          </p:cNvPr>
          <p:cNvSpPr/>
          <p:nvPr/>
        </p:nvSpPr>
        <p:spPr>
          <a:xfrm>
            <a:off x="1481328" y="432511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61261D-F6DB-1053-20A5-390DEA7350C8}"/>
              </a:ext>
            </a:extLst>
          </p:cNvPr>
          <p:cNvSpPr txBox="1"/>
          <p:nvPr/>
        </p:nvSpPr>
        <p:spPr>
          <a:xfrm>
            <a:off x="1664208" y="439826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/>
              <a:t>db.py executes atomic transaction saving attempt and violations in SQLite.</a:t>
            </a:r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DD706FE1-C768-1298-912B-2AC278AB32C0}"/>
              </a:ext>
            </a:extLst>
          </p:cNvPr>
          <p:cNvSpPr/>
          <p:nvPr/>
        </p:nvSpPr>
        <p:spPr>
          <a:xfrm>
            <a:off x="68828" y="4946771"/>
            <a:ext cx="1314964" cy="37232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5717E04-0FA5-B041-8F19-A1363D8439D0}"/>
              </a:ext>
            </a:extLst>
          </p:cNvPr>
          <p:cNvSpPr/>
          <p:nvPr/>
        </p:nvSpPr>
        <p:spPr>
          <a:xfrm>
            <a:off x="68828" y="4919472"/>
            <a:ext cx="1314964" cy="54155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8" name="Rounded Rectangle 26">
            <a:extLst>
              <a:ext uri="{FF2B5EF4-FFF2-40B4-BE49-F238E27FC236}">
                <a16:creationId xmlns:a16="http://schemas.microsoft.com/office/drawing/2014/main" id="{5240D21F-4851-B6AE-F854-1775E4AF4834}"/>
              </a:ext>
            </a:extLst>
          </p:cNvPr>
          <p:cNvSpPr/>
          <p:nvPr/>
        </p:nvSpPr>
        <p:spPr>
          <a:xfrm>
            <a:off x="1481328" y="491947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918A6C-9426-DC1A-9A78-3EDE67463501}"/>
              </a:ext>
            </a:extLst>
          </p:cNvPr>
          <p:cNvSpPr txBox="1"/>
          <p:nvPr/>
        </p:nvSpPr>
        <p:spPr>
          <a:xfrm>
            <a:off x="1664208" y="499262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 err="1"/>
              <a:t>audit_logs</a:t>
            </a:r>
            <a:r>
              <a:rPr lang="en-US" sz="1600" dirty="0"/>
              <a:t> and attempts get a permanent row; Scorecard delivered in &lt;25ms.</a:t>
            </a:r>
          </a:p>
        </p:txBody>
      </p:sp>
      <p:sp>
        <p:nvSpPr>
          <p:cNvPr id="52" name="Rounded Rectangle 28">
            <a:extLst>
              <a:ext uri="{FF2B5EF4-FFF2-40B4-BE49-F238E27FC236}">
                <a16:creationId xmlns:a16="http://schemas.microsoft.com/office/drawing/2014/main" id="{F124B96D-38E8-F095-F57C-31EC7880DD33}"/>
              </a:ext>
            </a:extLst>
          </p:cNvPr>
          <p:cNvSpPr/>
          <p:nvPr/>
        </p:nvSpPr>
        <p:spPr>
          <a:xfrm>
            <a:off x="68828" y="5513832"/>
            <a:ext cx="1314964" cy="380929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7FE5BB-9B82-3EA7-35B0-190C76CDE5A4}"/>
              </a:ext>
            </a:extLst>
          </p:cNvPr>
          <p:cNvSpPr/>
          <p:nvPr/>
        </p:nvSpPr>
        <p:spPr>
          <a:xfrm>
            <a:off x="68828" y="5513832"/>
            <a:ext cx="1314964" cy="54155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35A9D4F-A125-AAC5-E5B9-201067819EC9}"/>
              </a:ext>
            </a:extLst>
          </p:cNvPr>
          <p:cNvSpPr txBox="1"/>
          <p:nvPr/>
        </p:nvSpPr>
        <p:spPr>
          <a:xfrm>
            <a:off x="68828" y="5586984"/>
            <a:ext cx="1314964" cy="261610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 lang="en-IN" sz="1100" dirty="0"/>
              <a:t>7. LATER</a:t>
            </a:r>
          </a:p>
        </p:txBody>
      </p:sp>
      <p:sp>
        <p:nvSpPr>
          <p:cNvPr id="58" name="Rounded Rectangle 31">
            <a:extLst>
              <a:ext uri="{FF2B5EF4-FFF2-40B4-BE49-F238E27FC236}">
                <a16:creationId xmlns:a16="http://schemas.microsoft.com/office/drawing/2014/main" id="{2AED4132-DE45-E1FB-32F2-A4A13EF3BB92}"/>
              </a:ext>
            </a:extLst>
          </p:cNvPr>
          <p:cNvSpPr/>
          <p:nvPr/>
        </p:nvSpPr>
        <p:spPr>
          <a:xfrm>
            <a:off x="1481328" y="551383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9A297A-0B6C-3438-3D63-38087C0599F9}"/>
              </a:ext>
            </a:extLst>
          </p:cNvPr>
          <p:cNvSpPr txBox="1"/>
          <p:nvPr/>
        </p:nvSpPr>
        <p:spPr>
          <a:xfrm>
            <a:off x="1664208" y="558698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 err="1"/>
              <a:t>tqm_report</a:t>
            </a:r>
            <a:r>
              <a:rPr lang="en-US" sz="1600" dirty="0"/>
              <a:t>, Pareto chart, and FMEA matrix read logs for continuous improvement.</a:t>
            </a:r>
          </a:p>
        </p:txBody>
      </p:sp>
      <p:sp>
        <p:nvSpPr>
          <p:cNvPr id="5" name="Rounded Rectangle 8">
            <a:extLst>
              <a:ext uri="{FF2B5EF4-FFF2-40B4-BE49-F238E27FC236}">
                <a16:creationId xmlns:a16="http://schemas.microsoft.com/office/drawing/2014/main" id="{72FF7187-C6F8-7DAA-9391-D71B1F23C604}"/>
              </a:ext>
            </a:extLst>
          </p:cNvPr>
          <p:cNvSpPr/>
          <p:nvPr/>
        </p:nvSpPr>
        <p:spPr>
          <a:xfrm>
            <a:off x="57652" y="2549651"/>
            <a:ext cx="1314964" cy="39518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3FC29C-6B2E-F90D-0694-B41F8A151D18}"/>
              </a:ext>
            </a:extLst>
          </p:cNvPr>
          <p:cNvSpPr txBox="1"/>
          <p:nvPr/>
        </p:nvSpPr>
        <p:spPr>
          <a:xfrm>
            <a:off x="57652" y="2607713"/>
            <a:ext cx="1314964" cy="261610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</a:defRPr>
            </a:pPr>
            <a:r>
              <a:rPr lang="en-IN" sz="1100" dirty="0"/>
              <a:t>2. SERVICE</a:t>
            </a:r>
          </a:p>
        </p:txBody>
      </p:sp>
      <p:sp>
        <p:nvSpPr>
          <p:cNvPr id="17" name="Rounded Rectangle 11">
            <a:extLst>
              <a:ext uri="{FF2B5EF4-FFF2-40B4-BE49-F238E27FC236}">
                <a16:creationId xmlns:a16="http://schemas.microsoft.com/office/drawing/2014/main" id="{A99885BB-2013-0C94-1057-99855349E94E}"/>
              </a:ext>
            </a:extLst>
          </p:cNvPr>
          <p:cNvSpPr/>
          <p:nvPr/>
        </p:nvSpPr>
        <p:spPr>
          <a:xfrm>
            <a:off x="1470152" y="254965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5D5A67-721B-7F06-1073-73758B4F691F}"/>
              </a:ext>
            </a:extLst>
          </p:cNvPr>
          <p:cNvSpPr txBox="1"/>
          <p:nvPr/>
        </p:nvSpPr>
        <p:spPr>
          <a:xfrm>
            <a:off x="1653032" y="2611155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 err="1"/>
              <a:t>grading_service</a:t>
            </a:r>
            <a:r>
              <a:rPr lang="en-US" sz="1600" dirty="0"/>
              <a:t> receives payload and matches answers against the key.</a:t>
            </a:r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17150A2A-426B-5BA5-028C-D756788EADA6}"/>
              </a:ext>
            </a:extLst>
          </p:cNvPr>
          <p:cNvSpPr/>
          <p:nvPr/>
        </p:nvSpPr>
        <p:spPr>
          <a:xfrm>
            <a:off x="57652" y="1962912"/>
            <a:ext cx="1314964" cy="372321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73B6C2D-9AD4-1C3E-7274-331F19EABC75}"/>
              </a:ext>
            </a:extLst>
          </p:cNvPr>
          <p:cNvSpPr/>
          <p:nvPr/>
        </p:nvSpPr>
        <p:spPr>
          <a:xfrm>
            <a:off x="57652" y="1962912"/>
            <a:ext cx="1314964" cy="54155"/>
          </a:xfrm>
          <a:prstGeom prst="rect">
            <a:avLst/>
          </a:prstGeom>
          <a:solidFill>
            <a:srgbClr val="5A67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6BFE10-8D8B-F7ED-A2DB-9D6ED3B392B8}"/>
              </a:ext>
            </a:extLst>
          </p:cNvPr>
          <p:cNvSpPr txBox="1"/>
          <p:nvPr/>
        </p:nvSpPr>
        <p:spPr>
          <a:xfrm>
            <a:off x="57652" y="2036065"/>
            <a:ext cx="1314964" cy="307777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B82F6"/>
                </a:solidFill>
              </a:defRPr>
            </a:pPr>
            <a:r>
              <a:rPr lang="en-IN" sz="1400" dirty="0"/>
              <a:t>1. SCREEN</a:t>
            </a:r>
          </a:p>
        </p:txBody>
      </p:sp>
      <p:sp>
        <p:nvSpPr>
          <p:cNvPr id="37" name="Rounded Rectangle 11">
            <a:extLst>
              <a:ext uri="{FF2B5EF4-FFF2-40B4-BE49-F238E27FC236}">
                <a16:creationId xmlns:a16="http://schemas.microsoft.com/office/drawing/2014/main" id="{8978F5F1-CF50-E9CC-893C-10552DCC0DFB}"/>
              </a:ext>
            </a:extLst>
          </p:cNvPr>
          <p:cNvSpPr/>
          <p:nvPr/>
        </p:nvSpPr>
        <p:spPr>
          <a:xfrm>
            <a:off x="1470152" y="1962912"/>
            <a:ext cx="9509760" cy="430784"/>
          </a:xfrm>
          <a:prstGeom prst="roundRect">
            <a:avLst/>
          </a:prstGeom>
          <a:solidFill>
            <a:srgbClr val="5A6768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C4FE40-A9EC-EE97-6AB2-6DA6FDF37793}"/>
              </a:ext>
            </a:extLst>
          </p:cNvPr>
          <p:cNvSpPr txBox="1"/>
          <p:nvPr/>
        </p:nvSpPr>
        <p:spPr>
          <a:xfrm>
            <a:off x="1653032" y="2036064"/>
            <a:ext cx="9144000" cy="338554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FFFFF"/>
                </a:solidFill>
              </a:defRPr>
            </a:pPr>
            <a:r>
              <a:rPr lang="en-US" sz="1600" dirty="0"/>
              <a:t>Candidate enters answers and clicks 'Submit Quiz' in Candidate Arena.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9CDDF72-24A7-8C9D-BAAB-7C4ABC31AF54}"/>
              </a:ext>
            </a:extLst>
          </p:cNvPr>
          <p:cNvSpPr txBox="1"/>
          <p:nvPr/>
        </p:nvSpPr>
        <p:spPr>
          <a:xfrm>
            <a:off x="68828" y="4972546"/>
            <a:ext cx="1314964" cy="261610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5CF6"/>
                </a:solidFill>
              </a:defRPr>
            </a:pPr>
            <a:r>
              <a:rPr lang="en-IN" sz="1100" dirty="0"/>
              <a:t>6. PROOF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25ECD5-3C9D-1810-18AD-15F364D46DAC}"/>
              </a:ext>
            </a:extLst>
          </p:cNvPr>
          <p:cNvSpPr txBox="1"/>
          <p:nvPr/>
        </p:nvSpPr>
        <p:spPr>
          <a:xfrm>
            <a:off x="68828" y="4398264"/>
            <a:ext cx="1314964" cy="261610"/>
          </a:xfrm>
          <a:prstGeom prst="rect">
            <a:avLst/>
          </a:prstGeom>
          <a:solidFill>
            <a:srgbClr val="5A6768"/>
          </a:solidFill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rPr lang="en-IN" sz="1100" dirty="0"/>
              <a:t>5. DATABASE</a:t>
            </a:r>
          </a:p>
        </p:txBody>
      </p:sp>
    </p:spTree>
    <p:extLst>
      <p:ext uri="{BB962C8B-B14F-4D97-AF65-F5344CB8AC3E}">
        <p14:creationId xmlns:p14="http://schemas.microsoft.com/office/powerpoint/2010/main" val="3851348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1D272-4E45-D0F1-B7FC-2C901014F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6A25682D-FCD6-DC95-893D-4CB51D3E4DEA}"/>
              </a:ext>
            </a:extLst>
          </p:cNvPr>
          <p:cNvGrpSpPr/>
          <p:nvPr/>
        </p:nvGrpSpPr>
        <p:grpSpPr>
          <a:xfrm>
            <a:off x="185062" y="1423422"/>
            <a:ext cx="10848638" cy="5157368"/>
            <a:chOff x="926759" y="2756448"/>
            <a:chExt cx="7028059" cy="345383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4CF5309-4046-63B9-3FF9-975639666F7E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7DD04F6-27FB-7720-CAE5-784E06235262}"/>
                </a:ext>
              </a:extLst>
            </p:cNvPr>
            <p:cNvSpPr/>
            <p:nvPr/>
          </p:nvSpPr>
          <p:spPr>
            <a:xfrm>
              <a:off x="926759" y="2756448"/>
              <a:ext cx="6455469" cy="149976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600"/>
                </a:spcAft>
                <a:defRPr sz="1100" b="1">
                  <a:solidFill>
                    <a:srgbClr val="EF4444"/>
                  </a:solidFill>
                </a:defRPr>
              </a:pPr>
              <a:r>
                <a:rPr lang="en-IN" sz="2400" dirty="0"/>
                <a:t>FMEA RISK MITIGATION (RPN = S x O x D)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F59E0B"/>
                  </a:solidFill>
                </a:defRPr>
              </a:pPr>
              <a:r>
                <a:rPr lang="en-IN" sz="1600" dirty="0"/>
                <a:t>FAILURE MODE                       INIT   REV    MITIGATION ACTION</a:t>
              </a:r>
            </a:p>
            <a:p>
              <a:pPr>
                <a:spcBef>
                  <a:spcPts val="200"/>
                </a:spcBef>
                <a:defRPr sz="8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Tab switch cheating              336     48        </a:t>
              </a:r>
              <a:r>
                <a:rPr lang="en-IN" sz="16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FocusOut</a:t>
              </a: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listener + alert log (-85.7%)</a:t>
              </a:r>
            </a:p>
            <a:p>
              <a:pPr>
                <a:spcBef>
                  <a:spcPts val="200"/>
                </a:spcBef>
                <a:defRPr sz="8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Lost answer on crash            270     36        Local cache &amp; SQLite auto-save (-86.7%)</a:t>
              </a:r>
            </a:p>
            <a:p>
              <a:pPr>
                <a:spcBef>
                  <a:spcPts val="200"/>
                </a:spcBef>
                <a:defRPr sz="8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Malformed question entry   175      21        Poka-yoke dialog validation (-88.0%)</a:t>
              </a:r>
            </a:p>
            <a:p>
              <a:pPr>
                <a:spcBef>
                  <a:spcPts val="200"/>
                </a:spcBef>
                <a:defRPr sz="8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Database corruption             150      30        Auto timestamped snapshots in backups/ (-80.0%)</a:t>
              </a:r>
            </a:p>
            <a:p>
              <a:pPr>
                <a:spcBef>
                  <a:spcPts val="200"/>
                </a:spcBef>
                <a:defRPr sz="85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Invalid Join Code                   144      16        Auto-uppercase &amp; instant pre-flight (-88.9%)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3668943-D797-5975-2C68-EB9E06E121A2}"/>
                </a:ext>
              </a:extLst>
            </p:cNvPr>
            <p:cNvSpPr/>
            <p:nvPr/>
          </p:nvSpPr>
          <p:spPr>
            <a:xfrm>
              <a:off x="1772442" y="4476748"/>
              <a:ext cx="6182376" cy="1733536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600"/>
                </a:spcAft>
                <a:defRPr sz="1100" b="1">
                  <a:solidFill>
                    <a:srgbClr val="10B981"/>
                  </a:solidFill>
                </a:defRPr>
              </a:pPr>
              <a:r>
                <a:rPr lang="en-IN" sz="2400" dirty="0"/>
                <a:t>PDCA CONTINUOUS QUALITY CYCLE</a:t>
              </a:r>
            </a:p>
            <a:p>
              <a:pPr>
                <a:spcBef>
                  <a:spcPts val="400"/>
                </a:spcBef>
                <a:defRPr sz="1000" b="1">
                  <a:solidFill>
                    <a:srgbClr val="F59E0B"/>
                  </a:solidFill>
                </a:defRPr>
              </a:pPr>
              <a:r>
                <a:rPr lang="en-IN" sz="1600" dirty="0"/>
                <a:t>• PLAN:</a:t>
              </a: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0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Identify submission lag and unmonitored cheating. Target &lt;250ms and 100% violation detection.</a:t>
              </a:r>
            </a:p>
            <a:p>
              <a:pPr>
                <a:spcBef>
                  <a:spcPts val="400"/>
                </a:spcBef>
                <a:defRPr sz="1000" b="1">
                  <a:solidFill>
                    <a:srgbClr val="F59E0B"/>
                  </a:solidFill>
                </a:defRPr>
              </a:pPr>
              <a:r>
                <a:rPr lang="en-IN" sz="1600" dirty="0"/>
                <a:t>• DO:</a:t>
              </a: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0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Implement </a:t>
              </a:r>
              <a:r>
                <a:rPr lang="en-IN" sz="16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CustomTkinter</a:t>
              </a: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desktop GUI, </a:t>
              </a:r>
              <a:r>
                <a:rPr lang="en-IN" sz="16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FastAPI</a:t>
              </a: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backend, and window-blur proctor listeners.</a:t>
              </a:r>
            </a:p>
            <a:p>
              <a:pPr>
                <a:spcBef>
                  <a:spcPts val="400"/>
                </a:spcBef>
                <a:defRPr sz="1000" b="1">
                  <a:solidFill>
                    <a:srgbClr val="F59E0B"/>
                  </a:solidFill>
                </a:defRPr>
              </a:pPr>
              <a:r>
                <a:rPr lang="en-IN" sz="1600" dirty="0"/>
                <a:t>• CHECK:</a:t>
              </a:r>
              <a:endPara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  <a:p>
              <a:pPr>
                <a:defRPr sz="90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Audit logs; run Pareto 80/20 analysis; verify RPN dropped from 336 to 48.</a:t>
              </a:r>
            </a:p>
            <a:p>
              <a:pPr>
                <a:spcBef>
                  <a:spcPts val="400"/>
                </a:spcBef>
                <a:defRPr sz="1000" b="1">
                  <a:solidFill>
                    <a:srgbClr val="F59E0B"/>
                  </a:solidFill>
                </a:defRPr>
              </a:pPr>
              <a:r>
                <a:rPr lang="en-IN" sz="1600" dirty="0"/>
                <a:t>• ACT:</a:t>
              </a:r>
            </a:p>
            <a:p>
              <a:pPr>
                <a:defRPr sz="900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Standardize anti-cheat proctoring and automated daily database backups across all releases.</a:t>
              </a: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5258A094-FED6-A511-B71C-367BC3BE4C7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13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13AC68E3-0FD3-DD93-728A-A2ED36217331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13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620C741F-1BCB-17A6-7463-4E70F246B8D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549275"/>
            <a:ext cx="10644188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TQM Quality Tools — FMEA Risk Analysis &amp; PDCA Cycle</a:t>
            </a:r>
            <a:b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6582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62CA-810E-A4CE-6C27-BC0D884DB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0471E53-1CB6-30EA-58B8-0B3024D147D4}"/>
              </a:ext>
            </a:extLst>
          </p:cNvPr>
          <p:cNvSpPr/>
          <p:nvPr/>
        </p:nvSpPr>
        <p:spPr>
          <a:xfrm>
            <a:off x="193039" y="1545662"/>
            <a:ext cx="2063538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000">
                <a:solidFill>
                  <a:srgbClr val="CBD5E1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Grading Accuracy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lang="en-IN" sz="4000" dirty="0"/>
              <a:t>100.0%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8CD36B-45B5-6002-C6F7-6A9AA27FE439}"/>
              </a:ext>
            </a:extLst>
          </p:cNvPr>
          <p:cNvSpPr/>
          <p:nvPr/>
        </p:nvSpPr>
        <p:spPr>
          <a:xfrm>
            <a:off x="3074146" y="1542340"/>
            <a:ext cx="2063538" cy="173735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000">
                <a:solidFill>
                  <a:srgbClr val="CBD5E1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Grading Accuracy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lang="en-IN" sz="4000" dirty="0"/>
              <a:t>100.0%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CCB6A78-3717-F4D8-5EED-A9C838EA40A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247650"/>
            <a:ext cx="10996613" cy="173831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TQM Quality Tools — Quality Dashboard, Pareto &amp; Fishbone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ECD1790-8F19-1748-833C-189EAACFFD88}"/>
              </a:ext>
            </a:extLst>
          </p:cNvPr>
          <p:cNvSpPr/>
          <p:nvPr/>
        </p:nvSpPr>
        <p:spPr>
          <a:xfrm>
            <a:off x="5955252" y="1542339"/>
            <a:ext cx="2063537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000">
                <a:solidFill>
                  <a:srgbClr val="CBD5E1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Proctor Violation Rate</a:t>
            </a:r>
          </a:p>
          <a:p>
            <a:pPr>
              <a:defRPr sz="2000" b="1">
                <a:solidFill>
                  <a:srgbClr val="F59E0B"/>
                </a:solidFill>
              </a:defRPr>
            </a:pPr>
            <a:r>
              <a:rPr lang="en-IN" sz="4000" dirty="0"/>
              <a:t>0.4%</a:t>
            </a: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18105C64-F00B-BD05-7803-E5D63B5BA92A}"/>
              </a:ext>
            </a:extLst>
          </p:cNvPr>
          <p:cNvSpPr/>
          <p:nvPr/>
        </p:nvSpPr>
        <p:spPr>
          <a:xfrm>
            <a:off x="5955252" y="3899367"/>
            <a:ext cx="4801036" cy="2710638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8B5CF6"/>
                </a:solidFill>
              </a:defRPr>
            </a:pPr>
            <a:r>
              <a:rPr lang="en-IN" sz="2000" dirty="0"/>
              <a:t>ISHIKAWA FISHBONE ROOT CAUSES</a:t>
            </a:r>
            <a:endParaRPr lang="en-IN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People: Rushed student, exam anxiety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Process: No pre-flight join code check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Software: Synchronous thread locks, missing Poka-yoke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Data: Malformed question JSON, duplicate codes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• Machine: Slow client PC, browser sleep timer</a:t>
            </a: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75FFBC9-A690-157E-543D-C38B29962E7D}"/>
              </a:ext>
            </a:extLst>
          </p:cNvPr>
          <p:cNvSpPr/>
          <p:nvPr/>
        </p:nvSpPr>
        <p:spPr>
          <a:xfrm>
            <a:off x="91438" y="3828246"/>
            <a:ext cx="4944645" cy="2710637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3B82F6"/>
                </a:solidFill>
              </a:defRPr>
            </a:pPr>
            <a:r>
              <a:rPr lang="en-US" sz="2000" dirty="0"/>
              <a:t>PARETO ANALYSIS (80/20 ROOT CAUSES)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▪ Tab switch / Window blur   68% of defects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▪ Join code typo / casing    18% of defects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▪ Network disconnect         8% of defects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▪ Exam countdown timeout     4% of defects</a:t>
            </a:r>
          </a:p>
          <a:p>
            <a:pPr>
              <a:spcBef>
                <a:spcPts val="2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▪ Other </a:t>
            </a:r>
            <a:r>
              <a:rPr lang="en-US" sz="1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misc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errors          2% of defects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4A9E7A0-8DC1-C384-AF58-31A7B412AD54}"/>
              </a:ext>
            </a:extLst>
          </p:cNvPr>
          <p:cNvSpPr/>
          <p:nvPr/>
        </p:nvSpPr>
        <p:spPr>
          <a:xfrm>
            <a:off x="8692752" y="1542339"/>
            <a:ext cx="2063536" cy="173736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defRPr sz="1000">
                <a:solidFill>
                  <a:srgbClr val="CBD5E1"/>
                </a:solidFill>
              </a:defRPr>
            </a:pPr>
            <a:r>
              <a:rPr lang="en-IN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Defect Rate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rPr lang="en-IN" sz="4000" dirty="0"/>
              <a:t>0.0%</a:t>
            </a:r>
          </a:p>
        </p:txBody>
      </p:sp>
    </p:spTree>
    <p:extLst>
      <p:ext uri="{BB962C8B-B14F-4D97-AF65-F5344CB8AC3E}">
        <p14:creationId xmlns:p14="http://schemas.microsoft.com/office/powerpoint/2010/main" val="898003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3F958-1E34-4FAF-D63E-74341915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46D62559-F221-A03F-F82B-AEF7D80B1E1D}"/>
              </a:ext>
            </a:extLst>
          </p:cNvPr>
          <p:cNvGrpSpPr/>
          <p:nvPr/>
        </p:nvGrpSpPr>
        <p:grpSpPr>
          <a:xfrm>
            <a:off x="916887" y="1691638"/>
            <a:ext cx="9260385" cy="4524023"/>
            <a:chOff x="916887" y="2868187"/>
            <a:chExt cx="6487819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3600CFD5-077B-5A53-0C42-58A50C97B368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AEC15B4-3DD1-48D0-A9C7-FD28C799E946}"/>
                </a:ext>
              </a:extLst>
            </p:cNvPr>
            <p:cNvSpPr/>
            <p:nvPr/>
          </p:nvSpPr>
          <p:spPr>
            <a:xfrm>
              <a:off x="916887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3B82F6"/>
                  </a:solidFill>
                </a:defRPr>
              </a:pPr>
              <a:r>
                <a:rPr lang="en-IN" sz="2000" dirty="0"/>
                <a:t>EXECUTION &amp; VERIFICATION COMMANDS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▶ 1. Launch Web Server: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python server.py</a:t>
              </a:r>
              <a:b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</a:b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Starts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FastAPI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at http://localhost:8000 with lifespan initialization.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▶ 2. Launch Desktop GUI: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python desktop_app.py</a:t>
              </a:r>
              <a:b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</a:b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Native Windows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CustomTkinter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app with strict 44px grid table alignment.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FFFFF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▶ 3. Run Verification Tests:</a:t>
              </a:r>
            </a:p>
            <a:p>
              <a:pPr>
                <a:defRPr sz="950">
                  <a:solidFill>
                    <a:srgbClr val="CBD5E1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python -m </a:t>
              </a:r>
              <a:r>
                <a:rPr lang="en-IN" sz="1400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pytest</a:t>
              </a: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tests/ -v</a:t>
              </a:r>
              <a:b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</a:b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Runs all 22 automated tests with zero deprecation warnings.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AD89B5E-A078-5718-E309-A403643B24CE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50" b="1">
                  <a:solidFill>
                    <a:srgbClr val="10B981"/>
                  </a:solidFill>
                </a:defRPr>
              </a:pPr>
              <a:r>
                <a:rPr lang="en-IN" sz="2000" dirty="0"/>
                <a:t>READY-TO-USE TEST ACCOUNTS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👤 STUDENT ROLE:</a:t>
              </a:r>
            </a:p>
            <a:p>
              <a:pPr>
                <a:defRPr sz="1000" b="1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Username: student  |  Password: student123</a:t>
              </a:r>
            </a:p>
            <a:p>
              <a:pPr>
                <a:defRPr sz="900">
                  <a:solidFill>
                    <a:srgbClr val="CBD5E1"/>
                  </a:solidFill>
                </a:defRPr>
              </a:pPr>
              <a:r>
                <a:rPr lang="en-IN" sz="12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Purpose: Candidate Arena: Join 'QZ-1001', test anti-cheat, instant scorecard.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👤 FACULTY ROLE:</a:t>
              </a:r>
            </a:p>
            <a:p>
              <a:pPr>
                <a:defRPr sz="1000" b="1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Username: faculty  |  Password: faculty123</a:t>
              </a:r>
            </a:p>
            <a:p>
              <a:pPr>
                <a:defRPr sz="900">
                  <a:solidFill>
                    <a:srgbClr val="CBD5E1"/>
                  </a:solidFill>
                </a:defRPr>
              </a:pPr>
              <a:r>
                <a:rPr lang="en-IN" sz="12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Purpose: Examiner Studio: Manual &amp; AI quiz generator, class gradebook.</a:t>
              </a:r>
            </a:p>
            <a:p>
              <a:pPr>
                <a:spcBef>
                  <a:spcPts val="400"/>
                </a:spcBef>
                <a:defRPr sz="1050" b="1">
                  <a:solidFill>
                    <a:srgbClr val="F59E0B"/>
                  </a:solidFill>
                </a:defRPr>
              </a:pPr>
              <a:r>
                <a:rPr lang="en-IN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👤 ADMIN ROLE:</a:t>
              </a:r>
            </a:p>
            <a:p>
              <a:pPr>
                <a:defRPr sz="1000" b="1">
                  <a:solidFill>
                    <a:srgbClr val="FFFFFF"/>
                  </a:solidFill>
                </a:defRPr>
              </a:pPr>
              <a:r>
                <a:rPr lang="en-IN" sz="1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Username: admin  |  Password: admin123</a:t>
              </a:r>
            </a:p>
            <a:p>
              <a:pPr>
                <a:defRPr sz="900">
                  <a:solidFill>
                    <a:srgbClr val="CBD5E1"/>
                  </a:solidFill>
                </a:defRPr>
              </a:pPr>
              <a:r>
                <a:rPr lang="en-IN" sz="12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  Purpose: Platform Admin: Global telemetry KPIs, candidate history modal, CSV exports.</a:t>
              </a: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84FDEE19-2645-4E8F-4920-7A36764EDD4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15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AA527CFB-2C9E-B187-B405-0882E962D197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15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2B249EF3-BEAC-2A50-E656-474660B1FAE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549275"/>
            <a:ext cx="10644188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Working Application Demo Guide — Setup &amp; Test Credentials</a:t>
            </a:r>
          </a:p>
        </p:txBody>
      </p:sp>
    </p:spTree>
    <p:extLst>
      <p:ext uri="{BB962C8B-B14F-4D97-AF65-F5344CB8AC3E}">
        <p14:creationId xmlns:p14="http://schemas.microsoft.com/office/powerpoint/2010/main" val="2191414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2DB14-3E0F-D1DA-4558-F64363FFA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able Placeholder 6" descr="A timeline of the product launch">
            <a:extLst>
              <a:ext uri="{FF2B5EF4-FFF2-40B4-BE49-F238E27FC236}">
                <a16:creationId xmlns:a16="http://schemas.microsoft.com/office/drawing/2014/main" id="{815E1E3D-6AF8-8964-6EFF-E60DCFE1E3A0}"/>
              </a:ext>
            </a:extLst>
          </p:cNvPr>
          <p:cNvGrpSpPr/>
          <p:nvPr/>
        </p:nvGrpSpPr>
        <p:grpSpPr>
          <a:xfrm>
            <a:off x="438913" y="1728214"/>
            <a:ext cx="6995160" cy="4206239"/>
            <a:chOff x="915145" y="2868187"/>
            <a:chExt cx="6489561" cy="302969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30ECD74F-359C-3056-08A3-25B283B16B00}"/>
                </a:ext>
              </a:extLst>
            </p:cNvPr>
            <p:cNvSpPr/>
            <p:nvPr/>
          </p:nvSpPr>
          <p:spPr>
            <a:xfrm>
              <a:off x="1099593" y="4368774"/>
              <a:ext cx="2679722" cy="426585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679725"/>
                <a:gd name="f7" fmla="val 426583"/>
                <a:gd name="f8" fmla="+- 0 0 -90"/>
                <a:gd name="f9" fmla="*/ f3 1 2679725"/>
                <a:gd name="f10" fmla="*/ f4 1 426583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2679725"/>
                <a:gd name="f19" fmla="*/ f15 1 426583"/>
                <a:gd name="f20" fmla="*/ 0 f16 1"/>
                <a:gd name="f21" fmla="*/ 0 f15 1"/>
                <a:gd name="f22" fmla="*/ 2679725 f16 1"/>
                <a:gd name="f23" fmla="*/ 426583 f15 1"/>
                <a:gd name="f24" fmla="+- f17 0 f1"/>
                <a:gd name="f25" fmla="*/ f20 1 2679725"/>
                <a:gd name="f26" fmla="*/ f21 1 426583"/>
                <a:gd name="f27" fmla="*/ f22 1 2679725"/>
                <a:gd name="f28" fmla="*/ f23 1 426583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2679725" h="426583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0" tIns="0" rIns="0" bIns="0" anchor="t" anchorCtr="1" compatLnSpc="1">
              <a:noAutofit/>
            </a:bodyPr>
            <a:lstStyle/>
            <a:p>
              <a:pPr marL="0" marR="0" lvl="0" indent="0" algn="ctr" defTabSz="88899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800"/>
                </a:spcAft>
                <a:buNone/>
                <a:tabLst/>
                <a:defRPr sz="1800" b="1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US" sz="2000" b="1" i="0" u="none" strike="noStrike" kern="1200" cap="none" spc="0" baseline="0" dirty="0">
                <a:solidFill>
                  <a:srgbClr val="E3BDB4"/>
                </a:solidFill>
                <a:uFillTx/>
                <a:latin typeface="Avenir Next LT Pro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CAE04A1-61FF-AD1F-EC34-C16B28ED8A9C}"/>
                </a:ext>
              </a:extLst>
            </p:cNvPr>
            <p:cNvSpPr/>
            <p:nvPr/>
          </p:nvSpPr>
          <p:spPr>
            <a:xfrm>
              <a:off x="915145" y="2868187"/>
              <a:ext cx="3188585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00" b="1">
                  <a:solidFill>
                    <a:srgbClr val="3B82F6"/>
                  </a:solidFill>
                </a:defRPr>
              </a:pPr>
              <a:r>
                <a:rPr lang="en-US" sz="2000" dirty="0"/>
                <a:t>STUDENT EXAM FLOW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1. Sign in as student / student123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2. Navigation restricts to Candidate Arena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3. Enter active Join Code 'QZ-1001'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4. Take test while countdown runs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5. Switch tabs to trigger Anti-Cheat alert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6. Submit: Scorecard delivered in ~25ms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A4FA01-C440-61CB-633A-E730ED356D86}"/>
                </a:ext>
              </a:extLst>
            </p:cNvPr>
            <p:cNvSpPr/>
            <p:nvPr/>
          </p:nvSpPr>
          <p:spPr>
            <a:xfrm>
              <a:off x="4359562" y="2868187"/>
              <a:ext cx="3045144" cy="3029691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3045142"/>
                <a:gd name="f7" fmla="val 643650"/>
                <a:gd name="f8" fmla="val 107277"/>
                <a:gd name="f9" fmla="val 48030"/>
                <a:gd name="f10" fmla="val 2937865"/>
                <a:gd name="f11" fmla="val 2997112"/>
                <a:gd name="f12" fmla="val 536373"/>
                <a:gd name="f13" fmla="val 595620"/>
                <a:gd name="f14" fmla="+- 0 0 -90"/>
                <a:gd name="f15" fmla="*/ f3 1 3045142"/>
                <a:gd name="f16" fmla="*/ f4 1 643650"/>
                <a:gd name="f17" fmla="val f5"/>
                <a:gd name="f18" fmla="val f6"/>
                <a:gd name="f19" fmla="val f7"/>
                <a:gd name="f20" fmla="*/ f14 f0 1"/>
                <a:gd name="f21" fmla="+- f19 0 f17"/>
                <a:gd name="f22" fmla="+- f18 0 f17"/>
                <a:gd name="f23" fmla="*/ f20 1 f2"/>
                <a:gd name="f24" fmla="*/ f22 1 3045142"/>
                <a:gd name="f25" fmla="*/ f21 1 643650"/>
                <a:gd name="f26" fmla="*/ 0 f22 1"/>
                <a:gd name="f27" fmla="*/ 107277 f21 1"/>
                <a:gd name="f28" fmla="*/ 107277 f22 1"/>
                <a:gd name="f29" fmla="*/ 0 f21 1"/>
                <a:gd name="f30" fmla="*/ 2937865 f22 1"/>
                <a:gd name="f31" fmla="*/ 3045142 f22 1"/>
                <a:gd name="f32" fmla="*/ 536373 f21 1"/>
                <a:gd name="f33" fmla="*/ 643650 f21 1"/>
                <a:gd name="f34" fmla="+- f23 0 f1"/>
                <a:gd name="f35" fmla="*/ f26 1 3045142"/>
                <a:gd name="f36" fmla="*/ f27 1 643650"/>
                <a:gd name="f37" fmla="*/ f28 1 3045142"/>
                <a:gd name="f38" fmla="*/ f29 1 643650"/>
                <a:gd name="f39" fmla="*/ f30 1 3045142"/>
                <a:gd name="f40" fmla="*/ f31 1 3045142"/>
                <a:gd name="f41" fmla="*/ f32 1 643650"/>
                <a:gd name="f42" fmla="*/ f33 1 643650"/>
                <a:gd name="f43" fmla="*/ f17 1 f24"/>
                <a:gd name="f44" fmla="*/ f18 1 f24"/>
                <a:gd name="f45" fmla="*/ f17 1 f25"/>
                <a:gd name="f46" fmla="*/ f19 1 f25"/>
                <a:gd name="f47" fmla="*/ f35 1 f24"/>
                <a:gd name="f48" fmla="*/ f36 1 f25"/>
                <a:gd name="f49" fmla="*/ f37 1 f24"/>
                <a:gd name="f50" fmla="*/ f38 1 f25"/>
                <a:gd name="f51" fmla="*/ f39 1 f24"/>
                <a:gd name="f52" fmla="*/ f40 1 f24"/>
                <a:gd name="f53" fmla="*/ f41 1 f25"/>
                <a:gd name="f54" fmla="*/ f42 1 f25"/>
                <a:gd name="f55" fmla="*/ f43 f15 1"/>
                <a:gd name="f56" fmla="*/ f44 f15 1"/>
                <a:gd name="f57" fmla="*/ f46 f16 1"/>
                <a:gd name="f58" fmla="*/ f45 f16 1"/>
                <a:gd name="f59" fmla="*/ f47 f15 1"/>
                <a:gd name="f60" fmla="*/ f48 f16 1"/>
                <a:gd name="f61" fmla="*/ f49 f15 1"/>
                <a:gd name="f62" fmla="*/ f50 f16 1"/>
                <a:gd name="f63" fmla="*/ f51 f15 1"/>
                <a:gd name="f64" fmla="*/ f52 f15 1"/>
                <a:gd name="f65" fmla="*/ f53 f16 1"/>
                <a:gd name="f66" fmla="*/ f54 f1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34">
                  <a:pos x="f59" y="f60"/>
                </a:cxn>
                <a:cxn ang="f34">
                  <a:pos x="f61" y="f62"/>
                </a:cxn>
                <a:cxn ang="f34">
                  <a:pos x="f63" y="f62"/>
                </a:cxn>
                <a:cxn ang="f34">
                  <a:pos x="f64" y="f60"/>
                </a:cxn>
                <a:cxn ang="f34">
                  <a:pos x="f64" y="f65"/>
                </a:cxn>
                <a:cxn ang="f34">
                  <a:pos x="f63" y="f66"/>
                </a:cxn>
                <a:cxn ang="f34">
                  <a:pos x="f61" y="f66"/>
                </a:cxn>
                <a:cxn ang="f34">
                  <a:pos x="f59" y="f65"/>
                </a:cxn>
                <a:cxn ang="f34">
                  <a:pos x="f59" y="f60"/>
                </a:cxn>
              </a:cxnLst>
              <a:rect l="f55" t="f58" r="f56" b="f57"/>
              <a:pathLst>
                <a:path w="3045142" h="643650">
                  <a:moveTo>
                    <a:pt x="f5" y="f8"/>
                  </a:moveTo>
                  <a:cubicBezTo>
                    <a:pt x="f5" y="f9"/>
                    <a:pt x="f9" y="f5"/>
                    <a:pt x="f8" y="f5"/>
                  </a:cubicBezTo>
                  <a:lnTo>
                    <a:pt x="f10" y="f5"/>
                  </a:lnTo>
                  <a:cubicBezTo>
                    <a:pt x="f11" y="f5"/>
                    <a:pt x="f6" y="f9"/>
                    <a:pt x="f6" y="f8"/>
                  </a:cubicBezTo>
                  <a:lnTo>
                    <a:pt x="f6" y="f12"/>
                  </a:lnTo>
                  <a:cubicBezTo>
                    <a:pt x="f6" y="f13"/>
                    <a:pt x="f11" y="f7"/>
                    <a:pt x="f10" y="f7"/>
                  </a:cubicBezTo>
                  <a:lnTo>
                    <a:pt x="f8" y="f7"/>
                  </a:lnTo>
                  <a:cubicBezTo>
                    <a:pt x="f9" y="f7"/>
                    <a:pt x="f5" y="f13"/>
                    <a:pt x="f5" y="f12"/>
                  </a:cubicBezTo>
                  <a:lnTo>
                    <a:pt x="f5" y="f8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12701" cap="flat">
              <a:solidFill>
                <a:srgbClr val="D09182"/>
              </a:solidFill>
              <a:prstDash val="solid"/>
              <a:miter/>
            </a:ln>
          </p:spPr>
          <p:txBody>
            <a:bodyPr vert="horz" wrap="square" lIns="191438" tIns="191438" rIns="191438" bIns="191438" anchor="ctr" anchorCtr="1" compatLnSpc="1">
              <a:noAutofit/>
            </a:bodyPr>
            <a:lstStyle/>
            <a:p>
              <a:pPr>
                <a:spcAft>
                  <a:spcPts val="800"/>
                </a:spcAft>
                <a:defRPr sz="1100" b="1">
                  <a:solidFill>
                    <a:srgbClr val="10B981"/>
                  </a:solidFill>
                </a:defRPr>
              </a:pPr>
              <a:r>
                <a:rPr lang="en-US" sz="2000" dirty="0"/>
                <a:t>FACULTY STUDIO FLOW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1. Sign in as faculty / faculty123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2. Navigation displays Examiner Studio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3. Use AI Wizard: Topic 'Data Structures'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4. Publish test with Join Code (e.g. QZ-3942)</a:t>
              </a:r>
            </a:p>
            <a:p>
              <a:pPr>
                <a:spcBef>
                  <a:spcPts val="500"/>
                </a:spcBef>
                <a:defRPr sz="950">
                  <a:solidFill>
                    <a:srgbClr val="FFFFFF"/>
                  </a:solidFill>
                </a:defRPr>
              </a:pPr>
              <a:r>
                <a:rPr 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5. Open Class Gradebook to inspect submissions and cheat violation flags</a:t>
              </a:r>
            </a:p>
          </p:txBody>
        </p:sp>
      </p:grp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E7BE5402-BECB-3AD0-7880-5E77D9F1419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/>
          <a:p>
            <a:pPr lvl="0"/>
            <a:fld id="{D759B57E-2F90-42DB-BA4F-30A56E17DA85}" type="slidenum">
              <a:rPr lang="en-US"/>
              <a:t>16</a:t>
            </a:fld>
            <a:endParaRPr lang="en-US"/>
          </a:p>
        </p:txBody>
      </p:sp>
      <p:sp>
        <p:nvSpPr>
          <p:cNvPr id="23" name="Slide Number Placeholder 13">
            <a:extLst>
              <a:ext uri="{FF2B5EF4-FFF2-40B4-BE49-F238E27FC236}">
                <a16:creationId xmlns:a16="http://schemas.microsoft.com/office/drawing/2014/main" id="{862F3B9B-706F-31D5-64F9-223EEABC2661}"/>
              </a:ext>
            </a:extLst>
          </p:cNvPr>
          <p:cNvSpPr txBox="1"/>
          <p:nvPr/>
        </p:nvSpPr>
        <p:spPr>
          <a:xfrm>
            <a:off x="11194167" y="6215661"/>
            <a:ext cx="458589" cy="36512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ABF944D0-5A6E-494F-B35D-DBF267C1FFFE}" type="slidenum">
              <a:rPr lang="en-US" sz="1200" b="0" i="0" u="none" strike="noStrike" kern="1200" cap="none" spc="0" baseline="0">
                <a:solidFill>
                  <a:srgbClr val="FFFFFF"/>
                </a:solidFill>
                <a:uFillTx/>
                <a:latin typeface="Abadi" pitchFamily="34"/>
              </a:rPr>
              <a:t>16</a:t>
            </a:fld>
            <a:endParaRPr lang="en-US" sz="1200" b="0" i="0" u="none" strike="noStrike" kern="1200" cap="none" spc="0" baseline="0">
              <a:solidFill>
                <a:srgbClr val="FFFFFF"/>
              </a:solidFill>
              <a:uFillTx/>
              <a:latin typeface="Abadi" pitchFamily="34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1241250-A173-6274-6555-8465C77776C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74904" y="397256"/>
            <a:ext cx="10140950" cy="822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Live Demonstration Walkthroughs (Student, Faculty, Admin)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BEFC027-DC65-CDEB-0BAF-CD2E9A8A01F4}"/>
              </a:ext>
            </a:extLst>
          </p:cNvPr>
          <p:cNvSpPr/>
          <p:nvPr/>
        </p:nvSpPr>
        <p:spPr>
          <a:xfrm>
            <a:off x="7632499" y="1708418"/>
            <a:ext cx="3282390" cy="4206239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045142"/>
              <a:gd name="f7" fmla="val 643650"/>
              <a:gd name="f8" fmla="val 107277"/>
              <a:gd name="f9" fmla="val 48030"/>
              <a:gd name="f10" fmla="val 2937865"/>
              <a:gd name="f11" fmla="val 2997112"/>
              <a:gd name="f12" fmla="val 536373"/>
              <a:gd name="f13" fmla="val 595620"/>
              <a:gd name="f14" fmla="+- 0 0 -90"/>
              <a:gd name="f15" fmla="*/ f3 1 3045142"/>
              <a:gd name="f16" fmla="*/ f4 1 643650"/>
              <a:gd name="f17" fmla="val f5"/>
              <a:gd name="f18" fmla="val f6"/>
              <a:gd name="f19" fmla="val f7"/>
              <a:gd name="f20" fmla="*/ f14 f0 1"/>
              <a:gd name="f21" fmla="+- f19 0 f17"/>
              <a:gd name="f22" fmla="+- f18 0 f17"/>
              <a:gd name="f23" fmla="*/ f20 1 f2"/>
              <a:gd name="f24" fmla="*/ f22 1 3045142"/>
              <a:gd name="f25" fmla="*/ f21 1 643650"/>
              <a:gd name="f26" fmla="*/ 0 f22 1"/>
              <a:gd name="f27" fmla="*/ 107277 f21 1"/>
              <a:gd name="f28" fmla="*/ 107277 f22 1"/>
              <a:gd name="f29" fmla="*/ 0 f21 1"/>
              <a:gd name="f30" fmla="*/ 2937865 f22 1"/>
              <a:gd name="f31" fmla="*/ 3045142 f22 1"/>
              <a:gd name="f32" fmla="*/ 536373 f21 1"/>
              <a:gd name="f33" fmla="*/ 643650 f21 1"/>
              <a:gd name="f34" fmla="+- f23 0 f1"/>
              <a:gd name="f35" fmla="*/ f26 1 3045142"/>
              <a:gd name="f36" fmla="*/ f27 1 643650"/>
              <a:gd name="f37" fmla="*/ f28 1 3045142"/>
              <a:gd name="f38" fmla="*/ f29 1 643650"/>
              <a:gd name="f39" fmla="*/ f30 1 3045142"/>
              <a:gd name="f40" fmla="*/ f31 1 3045142"/>
              <a:gd name="f41" fmla="*/ f32 1 643650"/>
              <a:gd name="f42" fmla="*/ f33 1 643650"/>
              <a:gd name="f43" fmla="*/ f17 1 f24"/>
              <a:gd name="f44" fmla="*/ f18 1 f24"/>
              <a:gd name="f45" fmla="*/ f17 1 f25"/>
              <a:gd name="f46" fmla="*/ f19 1 f25"/>
              <a:gd name="f47" fmla="*/ f35 1 f24"/>
              <a:gd name="f48" fmla="*/ f36 1 f25"/>
              <a:gd name="f49" fmla="*/ f37 1 f24"/>
              <a:gd name="f50" fmla="*/ f38 1 f25"/>
              <a:gd name="f51" fmla="*/ f39 1 f24"/>
              <a:gd name="f52" fmla="*/ f40 1 f24"/>
              <a:gd name="f53" fmla="*/ f41 1 f25"/>
              <a:gd name="f54" fmla="*/ f42 1 f25"/>
              <a:gd name="f55" fmla="*/ f43 f15 1"/>
              <a:gd name="f56" fmla="*/ f44 f15 1"/>
              <a:gd name="f57" fmla="*/ f46 f16 1"/>
              <a:gd name="f58" fmla="*/ f45 f16 1"/>
              <a:gd name="f59" fmla="*/ f47 f15 1"/>
              <a:gd name="f60" fmla="*/ f48 f16 1"/>
              <a:gd name="f61" fmla="*/ f49 f15 1"/>
              <a:gd name="f62" fmla="*/ f50 f16 1"/>
              <a:gd name="f63" fmla="*/ f51 f15 1"/>
              <a:gd name="f64" fmla="*/ f52 f15 1"/>
              <a:gd name="f65" fmla="*/ f53 f16 1"/>
              <a:gd name="f66" fmla="*/ f54 f1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4">
                <a:pos x="f59" y="f60"/>
              </a:cxn>
              <a:cxn ang="f34">
                <a:pos x="f61" y="f62"/>
              </a:cxn>
              <a:cxn ang="f34">
                <a:pos x="f63" y="f62"/>
              </a:cxn>
              <a:cxn ang="f34">
                <a:pos x="f64" y="f60"/>
              </a:cxn>
              <a:cxn ang="f34">
                <a:pos x="f64" y="f65"/>
              </a:cxn>
              <a:cxn ang="f34">
                <a:pos x="f63" y="f66"/>
              </a:cxn>
              <a:cxn ang="f34">
                <a:pos x="f61" y="f66"/>
              </a:cxn>
              <a:cxn ang="f34">
                <a:pos x="f59" y="f65"/>
              </a:cxn>
              <a:cxn ang="f34">
                <a:pos x="f59" y="f60"/>
              </a:cxn>
            </a:cxnLst>
            <a:rect l="f55" t="f58" r="f56" b="f57"/>
            <a:pathLst>
              <a:path w="3045142" h="643650">
                <a:moveTo>
                  <a:pt x="f5" y="f8"/>
                </a:moveTo>
                <a:cubicBezTo>
                  <a:pt x="f5" y="f9"/>
                  <a:pt x="f9" y="f5"/>
                  <a:pt x="f8" y="f5"/>
                </a:cubicBezTo>
                <a:lnTo>
                  <a:pt x="f10" y="f5"/>
                </a:lnTo>
                <a:cubicBezTo>
                  <a:pt x="f11" y="f5"/>
                  <a:pt x="f6" y="f9"/>
                  <a:pt x="f6" y="f8"/>
                </a:cubicBezTo>
                <a:lnTo>
                  <a:pt x="f6" y="f12"/>
                </a:lnTo>
                <a:cubicBezTo>
                  <a:pt x="f6" y="f13"/>
                  <a:pt x="f11" y="f7"/>
                  <a:pt x="f10" y="f7"/>
                </a:cubicBezTo>
                <a:lnTo>
                  <a:pt x="f8" y="f7"/>
                </a:lnTo>
                <a:cubicBezTo>
                  <a:pt x="f9" y="f7"/>
                  <a:pt x="f5" y="f13"/>
                  <a:pt x="f5" y="f12"/>
                </a:cubicBezTo>
                <a:lnTo>
                  <a:pt x="f5" y="f8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12701" cap="flat">
            <a:solidFill>
              <a:srgbClr val="D09182"/>
            </a:solidFill>
            <a:prstDash val="solid"/>
            <a:miter/>
          </a:ln>
        </p:spPr>
        <p:txBody>
          <a:bodyPr vert="horz" wrap="square" lIns="191438" tIns="191438" rIns="191438" bIns="191438" anchor="ctr" anchorCtr="1" compatLnSpc="1">
            <a:no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8B5CF6"/>
                </a:solidFill>
              </a:defRPr>
            </a:pPr>
            <a:r>
              <a:rPr lang="en-US" sz="2000" dirty="0"/>
              <a:t>ADMIN TELEMETRY FLOW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1. Sign in as admin / admin123</a:t>
            </a: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2. Open Platform Admin Console</a:t>
            </a: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3. Review telemetry KPIs &amp; pass rate</a:t>
            </a: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4. Filter roster table by role or name</a:t>
            </a: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5. Open candidate historical modal</a:t>
            </a:r>
          </a:p>
          <a:p>
            <a:pPr>
              <a:spcBef>
                <a:spcPts val="500"/>
              </a:spcBef>
              <a:defRPr sz="950">
                <a:solidFill>
                  <a:srgbClr val="FFFFFF"/>
                </a:solidFill>
              </a:defRPr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6. One-click CSV export streams</a:t>
            </a:r>
          </a:p>
        </p:txBody>
      </p:sp>
    </p:spTree>
    <p:extLst>
      <p:ext uri="{BB962C8B-B14F-4D97-AF65-F5344CB8AC3E}">
        <p14:creationId xmlns:p14="http://schemas.microsoft.com/office/powerpoint/2010/main" val="3013845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3">
            <a:extLst>
              <a:ext uri="{FF2B5EF4-FFF2-40B4-BE49-F238E27FC236}">
                <a16:creationId xmlns:a16="http://schemas.microsoft.com/office/drawing/2014/main" id="{CEDC00E0-04E2-7752-4386-AE7DDF67D2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Thank you</a:t>
            </a:r>
          </a:p>
        </p:txBody>
      </p:sp>
      <p:sp>
        <p:nvSpPr>
          <p:cNvPr id="3" name="Text Placeholder 24">
            <a:extLst>
              <a:ext uri="{FF2B5EF4-FFF2-40B4-BE49-F238E27FC236}">
                <a16:creationId xmlns:a16="http://schemas.microsoft.com/office/drawing/2014/main" id="{AA22245C-0D02-8F71-6C47-9B38D44C7B7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035040" y="3108960"/>
            <a:ext cx="5394960" cy="1879786"/>
          </a:xfrm>
        </p:spPr>
        <p:txBody>
          <a:bodyPr/>
          <a:lstStyle/>
          <a:p>
            <a:pPr marL="0" lvl="0" indent="0">
              <a:lnSpc>
                <a:spcPct val="100000"/>
              </a:lnSpc>
              <a:buNone/>
            </a:pPr>
            <a:r>
              <a:rPr lang="en-US" sz="1800">
                <a:solidFill>
                  <a:srgbClr val="FFFFFF"/>
                </a:solidFill>
              </a:rPr>
              <a:t>Mirjam Nilsson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1800">
                <a:solidFill>
                  <a:srgbClr val="FFFFFF"/>
                </a:solidFill>
              </a:rPr>
              <a:t>mirjam@contoso.com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1800">
                <a:solidFill>
                  <a:srgbClr val="FFFFFF"/>
                </a:solidFill>
              </a:rPr>
              <a:t>www.contoso.com</a:t>
            </a:r>
          </a:p>
          <a:p>
            <a:pPr marL="0" lvl="0" indent="0">
              <a:lnSpc>
                <a:spcPct val="100000"/>
              </a:lnSpc>
              <a:buNone/>
            </a:pPr>
            <a:endParaRPr lang="en-US"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ool Days">
  <a:themeElements>
    <a:clrScheme name="Custom 1">
      <a:dk1>
        <a:srgbClr val="000000"/>
      </a:dk1>
      <a:lt1>
        <a:srgbClr val="FFFFFF"/>
      </a:lt1>
      <a:dk2>
        <a:srgbClr val="2C3431"/>
      </a:dk2>
      <a:lt2>
        <a:srgbClr val="F7F5F1"/>
      </a:lt2>
      <a:accent1>
        <a:srgbClr val="D0805C"/>
      </a:accent1>
      <a:accent2>
        <a:srgbClr val="CD972B"/>
      </a:accent2>
      <a:accent3>
        <a:srgbClr val="568A80"/>
      </a:accent3>
      <a:accent4>
        <a:srgbClr val="9FA757"/>
      </a:accent4>
      <a:accent5>
        <a:srgbClr val="78A080"/>
      </a:accent5>
      <a:accent6>
        <a:srgbClr val="93A3C5"/>
      </a:accent6>
      <a:hlink>
        <a:srgbClr val="CB6D48"/>
      </a:hlink>
      <a:folHlink>
        <a:srgbClr val="568A80"/>
      </a:folHlink>
    </a:clrScheme>
    <a:fontScheme name="Custom 1">
      <a:majorFont>
        <a:latin typeface="JasmineUPC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chool days" id="{A3F6A081-B6B6-4005-A8B4-E4DB51F0D83A}" vid="{06B4A534-080E-4F92-B8E7-6D90CB76FF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School Days</Template>
  <TotalTime>128</TotalTime>
  <Words>2596</Words>
  <Application>Microsoft Office PowerPoint</Application>
  <PresentationFormat>Widescreen</PresentationFormat>
  <Paragraphs>351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等线</vt:lpstr>
      <vt:lpstr>Abadi</vt:lpstr>
      <vt:lpstr>Aptos</vt:lpstr>
      <vt:lpstr>Arial</vt:lpstr>
      <vt:lpstr>Avenir Next LT Pro</vt:lpstr>
      <vt:lpstr>Calibri</vt:lpstr>
      <vt:lpstr>JasmineUPC</vt:lpstr>
      <vt:lpstr>Raleway</vt:lpstr>
      <vt:lpstr>School Days</vt:lpstr>
      <vt:lpstr>Online Quiz System (QuizSphere Pro)</vt:lpstr>
      <vt:lpstr>Problem Statement &amp; Baseline Understanding </vt:lpstr>
      <vt:lpstr>Vision, Mission &amp; Measurable Quality</vt:lpstr>
      <vt:lpstr>Three Quality Ideas &amp; Feature-to-Quality Mapping</vt:lpstr>
      <vt:lpstr>Process Map, Sitting Controls &amp; SIPOC Matrix</vt:lpstr>
      <vt:lpstr>Scope &amp; Role-Based Access Control (RBAC)</vt:lpstr>
      <vt:lpstr>SRS &amp; Measurable Requirements (Need → Number We Can Count)</vt:lpstr>
      <vt:lpstr>Modular Folder Architecture &amp; The Golden Rule</vt:lpstr>
      <vt:lpstr>Core Modules &amp; Feature Breakdown </vt:lpstr>
      <vt:lpstr>Database &amp; System Design (ACID SQLite Persistence)</vt:lpstr>
      <vt:lpstr>CRUD Operations Aligned with Quality Goals</vt:lpstr>
      <vt:lpstr>Initial UI &amp; System Workflow (How a Click Travels) </vt:lpstr>
      <vt:lpstr>TQM Quality Tools — FMEA Risk Analysis &amp; PDCA Cycle </vt:lpstr>
      <vt:lpstr>TQM Quality Tools — Quality Dashboard, Pareto &amp; Fishbone</vt:lpstr>
      <vt:lpstr>Working Application Demo Guide — Setup &amp; Test Credentials</vt:lpstr>
      <vt:lpstr>Live Demonstration Walkthroughs (Student, Faculty, Admin)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piyush</dc:creator>
  <cp:lastModifiedBy>piyush bhatt</cp:lastModifiedBy>
  <cp:revision>28</cp:revision>
  <dcterms:created xsi:type="dcterms:W3CDTF">2026-10-20T12:40:58Z</dcterms:created>
  <dcterms:modified xsi:type="dcterms:W3CDTF">2026-10-20T15:11:06Z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